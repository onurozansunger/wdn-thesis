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18f86ba679d45bd" /><Relationship Type="http://schemas.openxmlformats.org/officeDocument/2006/relationships/extended-properties" Target="/docProps/app.xml" Id="R84e26b758e25410b" /><Relationship Type="http://schemas.openxmlformats.org/officeDocument/2006/relationships/officeDocument" Target="/ppt/presentation.xml" Id="R4957a861ae3d4bcc" /></Relationships>
</file>

<file path=ppt/presentation.xml><?xml version="1.0" encoding="utf-8"?>
<p:presentation xmlns:p="http://schemas.openxmlformats.org/presentationml/2006/main">
  <p:sldMasterIdLst>
    <p:sldMasterId xmlns:r="http://schemas.openxmlformats.org/officeDocument/2006/relationships" id="2147483648" r:id="R6be4a5f8198242b8"/>
  </p:sldMasterIdLst>
  <p:notesMasterIdLst>
    <p:notesMasterId xmlns:r="http://schemas.openxmlformats.org/officeDocument/2006/relationships" r:id="Rf89dfeb378d3477b"/>
  </p:notesMasterIdLst>
  <p:sldIdLst>
    <p:sldId xmlns:r="http://schemas.openxmlformats.org/officeDocument/2006/relationships" id="256" r:id="R36187498c6a242dd"/>
    <p:sldId xmlns:r="http://schemas.openxmlformats.org/officeDocument/2006/relationships" id="257" r:id="Rf0972d4e26f34801"/>
    <p:sldId xmlns:r="http://schemas.openxmlformats.org/officeDocument/2006/relationships" id="258" r:id="R1140f219148c42ea"/>
    <p:sldId xmlns:r="http://schemas.openxmlformats.org/officeDocument/2006/relationships" id="259" r:id="R9f2f6bdad60249e3"/>
    <p:sldId xmlns:r="http://schemas.openxmlformats.org/officeDocument/2006/relationships" id="260" r:id="R0ae7c6ac8b1243aa"/>
    <p:sldId xmlns:r="http://schemas.openxmlformats.org/officeDocument/2006/relationships" id="261" r:id="R1ec0d950138241ad"/>
    <p:sldId xmlns:r="http://schemas.openxmlformats.org/officeDocument/2006/relationships" id="262" r:id="R3fb80f640d064885"/>
    <p:sldId xmlns:r="http://schemas.openxmlformats.org/officeDocument/2006/relationships" id="263" r:id="R62e57b1490aa45a0"/>
    <p:sldId xmlns:r="http://schemas.openxmlformats.org/officeDocument/2006/relationships" id="264" r:id="R5272de54740247d2"/>
    <p:sldId xmlns:r="http://schemas.openxmlformats.org/officeDocument/2006/relationships" id="265" r:id="R3f4d6f0e61dd4f66"/>
    <p:sldId xmlns:r="http://schemas.openxmlformats.org/officeDocument/2006/relationships" id="266" r:id="R0c3f7d26c0c94d5b"/>
    <p:sldId xmlns:r="http://schemas.openxmlformats.org/officeDocument/2006/relationships" id="267" r:id="R94d2fd5857584a43"/>
    <p:sldId xmlns:r="http://schemas.openxmlformats.org/officeDocument/2006/relationships" id="268" r:id="Rff09f7dcf276466f"/>
    <p:sldId xmlns:r="http://schemas.openxmlformats.org/officeDocument/2006/relationships" id="269" r:id="Rb61e7f3ea3f24bd9"/>
    <p:sldId xmlns:r="http://schemas.openxmlformats.org/officeDocument/2006/relationships" id="270" r:id="R816b2a4217924420"/>
    <p:sldId xmlns:r="http://schemas.openxmlformats.org/officeDocument/2006/relationships" id="271" r:id="Rf17423ea97f24bf7"/>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c78d3e95944f5f" /><Relationship Type="http://schemas.openxmlformats.org/officeDocument/2006/relationships/slideMaster" Target="/ppt/slideMasters/slideMaster1.xml" Id="R6be4a5f8198242b8" /><Relationship Type="http://schemas.openxmlformats.org/officeDocument/2006/relationships/notesMaster" Target="/ppt/notesMasters/notesMaster1.xml" Id="Rf89dfeb378d3477b" /><Relationship Type="http://schemas.openxmlformats.org/officeDocument/2006/relationships/presProps" Target="/ppt/presProps.xml" Id="R712491756b2d4183" /><Relationship Type="http://schemas.openxmlformats.org/officeDocument/2006/relationships/tableStyles" Target="/ppt/tableStyles.xml" Id="R8747007aba8f42e4" /><Relationship Type="http://schemas.openxmlformats.org/officeDocument/2006/relationships/slide" Target="/ppt/slides/slide1.xml" Id="R36187498c6a242dd" /><Relationship Type="http://schemas.openxmlformats.org/officeDocument/2006/relationships/slide" Target="/ppt/slides/slide2.xml" Id="Rf0972d4e26f34801" /><Relationship Type="http://schemas.openxmlformats.org/officeDocument/2006/relationships/slide" Target="/ppt/slides/slide3.xml" Id="R1140f219148c42ea" /><Relationship Type="http://schemas.openxmlformats.org/officeDocument/2006/relationships/slide" Target="/ppt/slides/slide4.xml" Id="R9f2f6bdad60249e3" /><Relationship Type="http://schemas.openxmlformats.org/officeDocument/2006/relationships/slide" Target="/ppt/slides/slide5.xml" Id="R0ae7c6ac8b1243aa" /><Relationship Type="http://schemas.openxmlformats.org/officeDocument/2006/relationships/slide" Target="/ppt/slides/slide6.xml" Id="R1ec0d950138241ad" /><Relationship Type="http://schemas.openxmlformats.org/officeDocument/2006/relationships/slide" Target="/ppt/slides/slide7.xml" Id="R3fb80f640d064885" /><Relationship Type="http://schemas.openxmlformats.org/officeDocument/2006/relationships/slide" Target="/ppt/slides/slide8.xml" Id="R62e57b1490aa45a0" /><Relationship Type="http://schemas.openxmlformats.org/officeDocument/2006/relationships/slide" Target="/ppt/slides/slide9.xml" Id="R5272de54740247d2" /><Relationship Type="http://schemas.openxmlformats.org/officeDocument/2006/relationships/slide" Target="/ppt/slides/slide10.xml" Id="R3f4d6f0e61dd4f66" /><Relationship Type="http://schemas.openxmlformats.org/officeDocument/2006/relationships/slide" Target="/ppt/slides/slide11.xml" Id="R0c3f7d26c0c94d5b" /><Relationship Type="http://schemas.openxmlformats.org/officeDocument/2006/relationships/slide" Target="/ppt/slides/slide12.xml" Id="R94d2fd5857584a43" /><Relationship Type="http://schemas.openxmlformats.org/officeDocument/2006/relationships/slide" Target="/ppt/slides/slide13.xml" Id="Rff09f7dcf276466f" /><Relationship Type="http://schemas.openxmlformats.org/officeDocument/2006/relationships/slide" Target="/ppt/slides/slide14.xml" Id="Rb61e7f3ea3f24bd9" /><Relationship Type="http://schemas.openxmlformats.org/officeDocument/2006/relationships/slide" Target="/ppt/slides/slide15.xml" Id="R816b2a4217924420" /><Relationship Type="http://schemas.openxmlformats.org/officeDocument/2006/relationships/slide" Target="/ppt/slides/slide16.xml" Id="Rf17423ea97f24b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84e0b1be1048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822433"/>
      </a:accent1>
      <a:accent2>
        <a:srgbClr val="9B9B9B"/>
      </a:accent2>
      <a:accent3>
        <a:srgbClr val="B79097"/>
      </a:accent3>
      <a:accent4>
        <a:srgbClr val="CBCBCB"/>
      </a:accent4>
      <a:accent5>
        <a:srgbClr val="4A4A4A"/>
      </a:accent5>
      <a:accent6>
        <a:srgbClr val="EFE8EA"/>
      </a:accent6>
      <a:hlink>
        <a:srgbClr val="822433"/>
      </a:hlink>
      <a:folHlink>
        <a:srgbClr val="822433"/>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601d061def4227" /><Relationship Type="http://schemas.openxmlformats.org/officeDocument/2006/relationships/notesMaster" Target="/ppt/notesMasters/notesMaster1.xml" Id="R2598f54ef3a540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36e7de2a86424a" /><Relationship Type="http://schemas.openxmlformats.org/officeDocument/2006/relationships/notesMaster" Target="/ppt/notesMasters/notesMaster1.xml" Id="Rd868dc29738b4e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122b7c04084b17" /><Relationship Type="http://schemas.openxmlformats.org/officeDocument/2006/relationships/notesMaster" Target="/ppt/notesMasters/notesMaster1.xml" Id="R78553dac135441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547376a05d4cf7" /><Relationship Type="http://schemas.openxmlformats.org/officeDocument/2006/relationships/notesMaster" Target="/ppt/notesMasters/notesMaster1.xml" Id="Re4618a3dc5f044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5fbfb638754741" /><Relationship Type="http://schemas.openxmlformats.org/officeDocument/2006/relationships/notesMaster" Target="/ppt/notesMasters/notesMaster1.xml" Id="R293af8387c6c49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5857a2ec28409e" /><Relationship Type="http://schemas.openxmlformats.org/officeDocument/2006/relationships/notesMaster" Target="/ppt/notesMasters/notesMaster1.xml" Id="R1181080db8d94f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b7ab19f8c74c5a" /><Relationship Type="http://schemas.openxmlformats.org/officeDocument/2006/relationships/notesMaster" Target="/ppt/notesMasters/notesMaster1.xml" Id="R6bd5830e42ef46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4a2111030942e0" /><Relationship Type="http://schemas.openxmlformats.org/officeDocument/2006/relationships/notesMaster" Target="/ppt/notesMasters/notesMaster1.xml" Id="R17901b5d73b542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c6b0a8454a4de4" /><Relationship Type="http://schemas.openxmlformats.org/officeDocument/2006/relationships/notesMaster" Target="/ppt/notesMasters/notesMaster1.xml" Id="R377c31ed28da41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4892c464644be6" /><Relationship Type="http://schemas.openxmlformats.org/officeDocument/2006/relationships/notesMaster" Target="/ppt/notesMasters/notesMaster1.xml" Id="R591186d0bd1d4d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c5f86c93a446fa" /><Relationship Type="http://schemas.openxmlformats.org/officeDocument/2006/relationships/notesMaster" Target="/ppt/notesMasters/notesMaster1.xml" Id="Ra46a7c3d907842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f60a3d52ba413f" /><Relationship Type="http://schemas.openxmlformats.org/officeDocument/2006/relationships/notesMaster" Target="/ppt/notesMasters/notesMaster1.xml" Id="R2d5971b6470d47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85f4edaebe4036" /><Relationship Type="http://schemas.openxmlformats.org/officeDocument/2006/relationships/notesMaster" Target="/ppt/notesMasters/notesMaster1.xml" Id="Rf5d4b794f28649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676ce367834412" /><Relationship Type="http://schemas.openxmlformats.org/officeDocument/2006/relationships/notesMaster" Target="/ppt/notesMasters/notesMaster1.xml" Id="R049bfa800e5847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55cdc040d9427a" /><Relationship Type="http://schemas.openxmlformats.org/officeDocument/2006/relationships/notesMaster" Target="/ppt/notesMasters/notesMaster1.xml" Id="R834ff9dccd7243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9dd7e2a29843db" /><Relationship Type="http://schemas.openxmlformats.org/officeDocument/2006/relationships/notesMaster" Target="/ppt/notesMasters/notesMaster1.xml" Id="R8e0534469d8a48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 (0:00–0:10).</a:t>
            </a:r>
          </a:p>
          <a:p xmlns:a="http://schemas.openxmlformats.org/drawingml/2006/main">
            <a:r>
              <a:t/>
            </a:r>
          </a:p>
          <a:p xmlns:a="http://schemas.openxmlformats.org/drawingml/2006/main">
            <a:r>
              <a:t>Good morning. My thesis studies sensor-attack detection in water distribution networks. I will explain the architecture, how we tested it, and what the results show.</a:t>
            </a:r>
          </a:p>
          <a:p xmlns:a="http://schemas.openxmlformats.org/drawingml/2006/main">
            <a:r>
              <a:t/>
            </a:r>
          </a:p>
          <a:p xmlns:a="http://schemas.openxmlformats.org/drawingml/2006/main">
            <a:r>
              <a:t>Sources and scope: Thesis title and abstract.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seconds (0:10–0:35).</a:t>
            </a:r>
          </a:p>
          <a:p xmlns:a="http://schemas.openxmlformats.org/drawingml/2006/main">
            <a:r>
              <a:t/>
            </a:r>
          </a:p>
          <a:p xmlns:a="http://schemas.openxmlformats.org/drawingml/2006/main">
            <a:r>
              <a:t>A water distribution network carries water from sources to consumers through connected pipes. Pressure sensors monitor conditions in the network. We use two models: Modena, with 272 nodes and 317 links, and L-Town, with 785 nodes and 909 links. These diagrams show their actual layouts.</a:t>
            </a:r>
          </a:p>
          <a:p xmlns:a="http://schemas.openxmlformats.org/drawingml/2006/main">
            <a:r>
              <a:t/>
            </a:r>
          </a:p>
          <a:p xmlns:a="http://schemas.openxmlformats.org/drawingml/2006/main">
            <a:r>
              <a:t>Sources and scope: Thesis Section 3.2 and network-component table. Counts independently checked against data/modena.inp and data/L-Town.inp. Layouts use their coordinates, vertices and connectivity, with independent coordinate scales. Node totals do not represent installed sensor counts.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 (0:35–0:55).</a:t>
            </a:r>
          </a:p>
          <a:p xmlns:a="http://schemas.openxmlformats.org/drawingml/2006/main">
            <a:r>
              <a:t/>
            </a:r>
          </a:p>
          <a:p xmlns:a="http://schemas.openxmlformats.org/drawingml/2006/main">
            <a:r>
              <a:t>Our task is to detect five types of sensor-data attacks. Here, sensor A reports an unaltered pressure reading, while an attack changes the reading from sensor B. We want reliable detection across all five attack families.</a:t>
            </a:r>
          </a:p>
          <a:p xmlns:a="http://schemas.openxmlformats.org/drawingml/2006/main">
            <a:r>
              <a:t/>
            </a:r>
          </a:p>
          <a:p xmlns:a="http://schemas.openxmlformats.org/drawingml/2006/main">
            <a:r>
              <a:t>Sources and scope: Thesis Chapters 1 and 3. Modena layout from data/modena.inp. The two marked junctions represent illustrative sensor states, not an experimental observation or a real incident. The task concerns altered received pressure measurements across five attack families.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(0:55–1:40).</a:t>
            </a:r>
          </a:p>
          <a:p xmlns:a="http://schemas.openxmlformats.org/drawingml/2006/main">
            <a:r>
              <a:t/>
            </a:r>
          </a:p>
          <a:p xmlns:a="http://schemas.openxmlformats.org/drawingml/2006/main">
            <a:r>
              <a:t>These are the five mechanisms and the settings used in our experiments. Random and targeted attacks add a persistent bias of half a metre to two metres. Their difference is how we select the sensors. Replay copies a reading from two to six hours earlier. Drift increases a bias gradually. Noise adds extra random variation. The normal measurement noise has a standard deviation of point one metres. These are controlled synthetic settings. Some attacks are more obvious than others, as the replay example will illustrate.</a:t>
            </a:r>
          </a:p>
          <a:p xmlns:a="http://schemas.openxmlformats.org/drawingml/2006/main">
            <a:r>
              <a:t/>
            </a:r>
          </a:p>
          <a:p xmlns:a="http://schemas.openxmlformats.org/drawingml/2006/main">
            <a:r>
              <a:t>Sources and scope: Thesis Chapter 3 generator settings and attack equations; data/thesis_v2/ew_modena_modena_eval_seed40811/generate_config.yaml. Bias sign varies by episode. Drift target magnitude may not be reached before the episode ends. Extra noise SD is 3–8 times the 0.1 m measurement-noise SD, not the total SD. Controlled synthetic settings are not estimates from field attacks.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(1:40–2:15).</a:t>
            </a:r>
          </a:p>
          <a:p xmlns:a="http://schemas.openxmlformats.org/drawingml/2006/main">
            <a:r>
              <a:t/>
            </a:r>
          </a:p>
          <a:p xmlns:a="http://schemas.openxmlformats.org/drawingml/2006/main">
            <a:r>
              <a:t>The earlier cascade had six graph-temporal experts: one for normal operation and one for each attack family. A router ranked the experts and selected a candidate. Reconstruction and physics consistency provided feedback, and the system could switch to another candidate. However, one selected expert still supplied the final prediction. This made the choice of expert central to detection performance.</a:t>
            </a:r>
          </a:p>
          <a:p xmlns:a="http://schemas.openxmlformats.org/drawingml/2006/main">
            <a:r>
              <a:t/>
            </a:r>
          </a:p>
          <a:p xmlns:a="http://schemas.openxmlformats.org/drawingml/2006/main">
            <a:r>
              <a:t>Sources and scope: Existing cascade diagram preserved. Thesis Sections 4.2–4.4 describe the historical expert architecture and hard-selection diagnostics. Implementation detail: src/wdn/models/temporal_moe.py, expert_feedback_scores and cascade_route. The thesis hard-top-1 diagnostic evaluates selection without the complete feedback cascade.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(2:15–3:00).</a:t>
            </a:r>
          </a:p>
          <a:p xmlns:a="http://schemas.openxmlformats.org/drawingml/2006/main">
            <a:r>
              <a:t/>
            </a:r>
          </a:p>
          <a:p xmlns:a="http://schemas.openxmlformats.org/drawingml/2006/main">
            <a:r>
              <a:t>In this early Modena experiment, random and targeted attacks achieved F1 scores close to point nine nine. Drift and noise were also above point eight five. Replay was the clear weakness, with F1 around point zero two. We wanted coverage across all five families, so this motivated a redesign. These are development results from a different setting, rather than a matched comparison with the final system. The thesis also examines weaknesses in hard expert selection and the reconstruction reference.</a:t>
            </a:r>
          </a:p>
          <a:p xmlns:a="http://schemas.openxmlformats.org/drawingml/2006/main">
            <a:r>
              <a:t/>
            </a:r>
          </a:p>
          <a:p xmlns:a="http://schemas.openxmlformats.org/drawingml/2006/main">
            <a:r>
              <a:t>Sources and scope: Early-development context, separately supported by runs/temporal_moe/workshop_routing_v2.json: 10 fitted runs with data/v2_modena in run args. Mean cascade family F1: random 0.9873, replay 0.0151, drift (historical stealthy) 0.8797, noise 0.8594, targeted 0.9949. This archival diagnostic supplements the development account. It is not a matched comparison with the final hybrid. The evaluation follows the corrected scenario split and validation-calibrated thresholds in scripts/eval_workshop_routing.py. Thesis Sections 4.1 and 4.4–4.8 support the subsequent development narrative. The thesis Modena hard-top-1 versus soft-mixture diagnostic has its own population.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(3:00–4:15).</a:t>
            </a:r>
          </a:p>
          <a:p xmlns:a="http://schemas.openxmlformats.org/drawingml/2006/main">
            <a:r>
              <a:t/>
            </a:r>
          </a:p>
          <a:p xmlns:a="http://schemas.openxmlformats.org/drawingml/2006/main">
            <a:r>
              <a:t>The final hybrid uses three parallel experts. First, we compare received pressure with a normal reference estimated from other sensor groups. The difference and its behaviour over time form the input features. All three experts receive this evidence. General combines five internal models and can raise an immediate alarm. Drift and Noise use temporal evidence, with access to data up to three hours later. A General alarm goes directly to the output. Additional Drift and Noise alarms pass routing, feedback and verification checks before acceptance. These checks can reject an additional alarm, but cannot cancel a General alarm. So the key design choices are a reference from other sensors, parallel expert evidence and checks on additional alarms. The output is an alarm decision; we do not implement an automatic countermeasure.</a:t>
            </a:r>
          </a:p>
          <a:p xmlns:a="http://schemas.openxmlformats.org/drawingml/2006/main">
            <a:r>
              <a:t/>
            </a:r>
          </a:p>
          <a:p xmlns:a="http://schemas.openxmlformats.org/drawingml/2006/main">
            <a:r>
              <a:t>Sources and scope: Thesis Chapter 5, especially Sections 5.1–5.8. General's internal router forms a weighted mixture; the external router supplies mechanism context and veto evidence. The system still contains thresholds and gates. The redesign retains threshold decisions and routing, with a different role for each.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(4:15–4:50).</a:t>
            </a:r>
          </a:p>
          <a:p xmlns:a="http://schemas.openxmlformats.org/drawingml/2006/main">
            <a:r>
              <a:t/>
            </a:r>
          </a:p>
          <a:p xmlns:a="http://schemas.openxmlformats.org/drawingml/2006/main">
            <a:r>
              <a:t>We test the detector in four steps. First, we simulate normal pressure observations in Modena and L-Town. Second, we apply the five attack mechanisms and record exactly which readings change. Third, we run the trained detector on separate evaluation scenarios, with thresholds already fixed through calibration. Finally, we compare its alarms with the known labels and count detections, misses and false alarms. Let me show one example.</a:t>
            </a:r>
          </a:p>
          <a:p xmlns:a="http://schemas.openxmlformats.org/drawingml/2006/main">
            <a:r>
              <a:t/>
            </a:r>
          </a:p>
          <a:p xmlns:a="http://schemas.openxmlformats.org/drawingml/2006/main">
            <a:r>
              <a:t>Sources and scope: Thesis Chapters 3 and 5. Separate training/calibration/evaluation scenarios; fixed calibration-selected thresholds. The subsequent replay example uses existing frozen evaluation outputs, without fitting or generating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(4:50–6:05).</a:t>
            </a:r>
          </a:p>
          <a:p xmlns:a="http://schemas.openxmlformats.org/drawingml/2006/main">
            <a:r>
              <a:t/>
            </a:r>
          </a:p>
          <a:p xmlns:a="http://schemas.openxmlformats.org/drawingml/2006/main">
            <a:r>
              <a:t>This is one replay example from the frozen Modena evaluation. Blue shows the normal reference, grey shows unmodified readings, and red shows the replayed readings. All four replayed values remain within the range of unmodified readings in this window. At hour 137, the reported pressure is 34.26 metres, while the reference is 32.42. The General expert evaluates the difference and temporal features. Its score is point 9986, above the fixed threshold of point 9852, so it raises an alarm. The lower plot shows the General scores. The complete hybrid detects three of the four altered readings and misses one. It also produces one additional false alarm through another expert. Missing readings have no points. This illustrates an actual decision, including its errors; it does not establish the difficulty of every attack.</a:t>
            </a:r>
          </a:p>
          <a:p xmlns:a="http://schemas.openxmlformats.org/drawingml/2006/main">
            <a:r>
              <a:t/>
            </a:r>
          </a:p>
          <a:p xmlns:a="http://schemas.openxmlformats.org/drawingml/2006/main">
            <a:r>
              <a:t>Sources and scope: Frozen Modena evaluation: source 40811, fit 701, scenario 18 (zero-based), sensor name 18 / index 17. Episode hours 133–145 inclusive, lag 3 h. Modified observations at 133,137,142,145; General and hybrid detect the latter three. Hybrid false positive at 134, General does not alarm there. General threshold 0.985177646861955. Reference recovered as received minus frozen standardized residual times normal_error_scale (float32 precision). Lines connect available timestamps as guides; missing observations have no points. Data: data/thesis_v2/ew_modena_modena_eval_seed40811; frozen features: runs/operational/early_warning_multiseed_v1/features/modena_eval_seed40811/bank_seed40811.npz; scores: output/supervisor_revision_20261008/analysis/hybrid_scores/modena/seed701/evaluation_source40811.npz; decision rule: runs/operational/early_warning_multiseed_v1/stage_e_modena/seed/701/operating_points.json. This selected example illustrates detection and its errors, not overall attack difficulty or field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(6:05–6:40).</a:t>
            </a:r>
          </a:p>
          <a:p xmlns:a="http://schemas.openxmlformats.org/drawingml/2006/main">
            <a:r>
              <a:t/>
            </a:r>
          </a:p>
          <a:p xmlns:a="http://schemas.openxmlformats.org/drawingml/2006/main">
            <a:r>
              <a:t>The final results cover ten fitted models and six evaluation sources for each network. Pooled F1 is about point 867 in Modena and point 895 in L-Town. Family macro F1 is above point nine in both. Every family exceeds point eight in Modena. Replay remains the weakest family in L-Town, at point 7312. We report false alarms separately because detection performance alone does not describe the operational trade-off.</a:t>
            </a:r>
          </a:p>
          <a:p xmlns:a="http://schemas.openxmlformats.org/drawingml/2006/main">
            <a:r>
              <a:t/>
            </a:r>
          </a:p>
          <a:p xmlns:a="http://schemas.openxmlformats.org/drawingml/2006/main">
            <a:r>
              <a:t>Sources and scope: Thesis Sections 6.2–6.4 and Table 6.1. Pooled F1 0.8669/0.8950; family macro F1 0.9045/0.9083; clean FPR percentages 0.0584/0.0550. Final L-Town replay 0.7312.</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(6:40–7:10).</a:t>
            </a:r>
          </a:p>
          <a:p xmlns:a="http://schemas.openxmlformats.org/drawingml/2006/main">
            <a:r>
              <a:t/>
            </a:r>
          </a:p>
          <a:p xmlns:a="http://schemas.openxmlformats.org/drawingml/2006/main">
            <a:r>
              <a:t>The later refinements address different weaknesses. In the matched Modena comparison, the integrated changes improved F1 and reduced false positives, with some loss of true positives. The point 8672 result uses five fitted models; point 8669 is the extended ten-model mean. In L-Town, history features improved replay from point 7065 to point 7312, although it remained below our point 75 research goal.</a:t>
            </a:r>
          </a:p>
          <a:p xmlns:a="http://schemas.openxmlformats.org/drawingml/2006/main">
            <a:r>
              <a:t/>
            </a:r>
          </a:p>
          <a:p xmlns:a="http://schemas.openxmlformats.org/drawingml/2006/main">
            <a:r>
              <a:t>Sources and scope: Thesis Sections 6.5–6.6, Tables 6.2–6.3. Modena has 5 fits × 6 sources; the 10-fit extension in Section 6.5.2 gives 0.8669. L-Town has 10 fits × 6 shared sources. Each intervention uses its own paired baseline. Neither row is an old-cascade-versus-final-hybrid experiment.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(7:10–7:45).</a:t>
            </a:r>
          </a:p>
          <a:p xmlns:a="http://schemas.openxmlformats.org/drawingml/2006/main">
            <a:r>
              <a:t/>
            </a:r>
          </a:p>
          <a:p xmlns:a="http://schemas.openxmlformats.org/drawingml/2006/main">
            <a:r>
              <a:t>A strong single LightGBM model is an important control. Both systems use the same evaluation sources and a three-hour information allowance. The hybrid has higher family macro F1 in both networks. Its pooled F1 is higher in Modena, while LightGBM is slightly higher in L-Town. LightGBM also has a lower clean false-positive rate in both. The hybrid therefore does not win on every metric.</a:t>
            </a:r>
          </a:p>
          <a:p xmlns:a="http://schemas.openxmlformats.org/drawingml/2006/main">
            <a:r>
              <a:t/>
            </a:r>
          </a:p>
          <a:p xmlns:a="http://schemas.openxmlformats.org/drawingml/2006/main">
            <a:r>
              <a:t>Sources and scope: Thesis Section 6.8, Tables 6.7–6.8. Single LightGBM is shown at its pooled-F1-selected operating point; hybrid uses its original frozen point. These are original operating-point comparisons on reused evaluation 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(7:45–8:20).</a:t>
            </a:r>
          </a:p>
          <a:p xmlns:a="http://schemas.openxmlformats.org/drawingml/2006/main">
            <a:r>
              <a:t/>
            </a:r>
          </a:p>
          <a:p xmlns:a="http://schemas.openxmlformats.org/drawingml/2006/main">
            <a:r>
              <a:t>The family scores explain the difference. At the reported operating points, the hybrid performs better on replay, drift and noise in both networks. LightGBM performs better on random and targeted attacks. So the hybrid improves coverage of the temporal attack families, while the single model remains competitive overall. This is why we report individual families alongside pooled F1.</a:t>
            </a:r>
          </a:p>
          <a:p xmlns:a="http://schemas.openxmlformats.org/drawingml/2006/main">
            <a:r>
              <a:t/>
            </a:r>
          </a:p>
          <a:p xmlns:a="http://schemas.openxmlformats.org/drawingml/2006/main">
            <a:r>
              <a:t>Sources and scope: Thesis Tables 6.7–6.8. Family macro F1 is an equal-weight mean, not the minimum family score or a guarantee that every family improves.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seconds (8:20–8:45).</a:t>
            </a:r>
          </a:p>
          <a:p xmlns:a="http://schemas.openxmlformats.org/drawingml/2006/main">
            <a:r>
              <a:t/>
            </a:r>
          </a:p>
          <a:p xmlns:a="http://schemas.openxmlformats.org/drawingml/2006/main">
            <a:r>
              <a:t>The hybrid is useful when stronger coverage of replay, drift and noise justifies additional complexity and false alarms. A simpler model may be preferable under a tighter false-alarm requirement. The operating point also matters: changing thresholds can change the ranking. We should assess that trade-off for the intended use.</a:t>
            </a:r>
          </a:p>
          <a:p xmlns:a="http://schemas.openxmlformats.org/drawingml/2006/main">
            <a:r>
              <a:t/>
            </a:r>
          </a:p>
          <a:p xmlns:a="http://schemas.openxmlformats.org/drawingml/2006/main">
            <a:r>
              <a:t>Sources and scope: Thesis Sections 6.9–6.10, Appendix B and Chapter 7. General-only pooled F1 0.7200/0.8565 versus full 0.8669/0.8950. Verifier bypass clean FPR 0.4578%/0.3409% versus full 0.0584%/0.0550%. Sweeps are finite calibration-derived paths and not exhaustive frontiers.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(8:45–9:30).</a:t>
            </a:r>
          </a:p>
          <a:p xmlns:a="http://schemas.openxmlformats.org/drawingml/2006/main">
            <a:r>
              <a:t/>
            </a:r>
          </a:p>
          <a:p xmlns:a="http://schemas.openxmlformats.org/drawingml/2006/main">
            <a:r>
              <a:t>We built a detector for five types of attacks on pressure readings. General, Drift and Noise analyse the data in parallel. General can raise an immediate alarm, while additional Drift and Noise alarms must pass checks. We tested this design on Modena and L-Town. Under the simulated attack conditions and reported thresholds, the hybrid achieved higher replay, drift and noise F1 than LightGBM in both networks. LightGBM raised fewer false alarms. The next step is to test operational data and measure incident detection, alert delays and runtime before considering deployment.</a:t>
            </a:r>
          </a:p>
          <a:p xmlns:a="http://schemas.openxmlformats.org/drawingml/2006/main">
            <a:r>
              <a:t/>
            </a:r>
          </a:p>
          <a:p xmlns:a="http://schemas.openxmlformats.org/drawingml/2006/main">
            <a:r>
              <a:t>Sources and scope: Thesis Chapters 5–8, including the original-operating-point LightGBM comparisons. The comparison holds for the reported thresholds and simulated pressure-observation attack conditions; it does not assert uniform dominance or field validation. General retains its immediate alarm path; added Drift and Noise alarms require the prescribed checks. Incident-level evaluation, alert delays and computational measurements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seconds (9:30–9:35).</a:t>
            </a:r>
          </a:p>
          <a:p xmlns:a="http://schemas.openxmlformats.org/drawingml/2006/main">
            <a:r>
              <a:t/>
            </a:r>
          </a:p>
          <a:p xmlns:a="http://schemas.openxmlformats.org/drawingml/2006/main">
            <a:r>
              <a:t>Thank you for your attention. I am happy to take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95d78f60af46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cdfb40fa9b4d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846022a48642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4b11edbe8a43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47905022214878" /></Relationships>
</file>

<file path=ppt/slideLayouts/slideLayout1.xml><?xml version="1.0" encoding="utf-8"?>
<p:sldLayout xmlns:p="http://schemas.openxmlformats.org/presentationml/2006/main" preserve="1">
  <p:cSld name="Default">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7B90E1BE-2CD6-4314-B065-6AE58BAB7DE2}"/>
              </a:ext>
            </a:extLst>
          </p:cNvPr>
          <p:cNvSpPr>
            <a:spLocks xmlns:a="http://schemas.openxmlformats.org/drawingml/2006/main" noGrp="1"/>
          </p:cNvSpPr>
          <p:nvPr>
            <p:ph type="title" idx="0"/>
          </p:nvPr>
        </p:nvSpPr>
        <p:spPr>
          <a:xfrm xmlns:a="http://schemas.openxmlformats.org/drawingml/2006/main">
            <a:off x="1115640" y="408960"/>
            <a:ext cx="7559640" cy="505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spAutoFit/>
          </a:bodyPr>
          <a:lstStyle xmlns:a="http://schemas.openxmlformats.org/drawingml/2006/main"/>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sz="2400" b="1" u="none">
              <a:solidFill>
                <a:srgbClr val="822433"/>
              </a:solidFill>
              <a:latin typeface="Arial"/>
              <a:ea typeface="Arial"/>
              <a:cs typeface="Arial"/>
            </a:endParaRPr>
          </a:p>
        </p:txBody>
      </p:sp>
      <p:sp>
        <p:nvSpPr>
          <p:cNvPr id="11" name="PlaceHolder 2">
            <a:extLst xmlns:a="http://schemas.openxmlformats.org/drawingml/2006/main">
              <a:ext uri="{FF2B5EF4-FFF2-40B4-BE49-F238E27FC236}">
                <a16:creationId xmlns:a16="http://schemas.microsoft.com/office/drawing/2014/main" id="{7F3C3749-E9AA-4883-98A1-0C14CF329094}"/>
              </a:ext>
            </a:extLst>
          </p:cNvPr>
          <p:cNvSpPr>
            <a:spLocks xmlns:a="http://schemas.openxmlformats.org/drawingml/2006/main" noGrp="1"/>
          </p:cNvSpPr>
          <p:nvPr>
            <p:ph idx="0"/>
          </p:nvPr>
        </p:nvSpPr>
        <p:spPr>
          <a:xfrm xmlns:a="http://schemas.openxmlformats.org/drawingml/2006/main">
            <a:off x="1115640" y="1752480"/>
            <a:ext cx="755964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normAutofit/>
          </a:bodyPr>
          <a:lstStyle xmlns:a="http://schemas.openxmlformats.org/drawingml/2006/main"/>
          <a:p xmlns:a="http://schemas.openxmlformats.org/drawingml/2006/main">
            <a:pPr indent="0" algn="l">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sz="2400" b="0" u="none">
              <a:solidFill>
                <a:srgbClr val="000000"/>
              </a:solidFill>
              <a:latin typeface="Arial"/>
              <a:ea typeface="Arial"/>
              <a:cs typeface="Arial"/>
            </a:endParaRPr>
          </a:p>
        </p:txBody>
      </p:sp>
      <p:sp>
        <p:nvSpPr>
          <p:cNvPr id="4" name="PlaceHolder 3">
            <a:extLst xmlns:a="http://schemas.openxmlformats.org/drawingml/2006/main">
              <a:ext uri="{FF2B5EF4-FFF2-40B4-BE49-F238E27FC236}">
                <a16:creationId xmlns:a16="http://schemas.microsoft.com/office/drawing/2014/main" id="{9DAA49F0-9234-4220-840B-EB1EFD54561C}"/>
              </a:ext>
            </a:extLst>
          </p:cNvPr>
          <p:cNvSpPr>
            <a:spLocks xmlns:a="http://schemas.openxmlformats.org/drawingml/2006/main" noGrp="1"/>
          </p:cNvSpPr>
          <p:nvPr>
            <p:ph type="ftr" idx="2"/>
          </p:nvPr>
        </p:nvSpPr>
        <p:spPr/>
        <p:txBody>
          <a:bodyPr xmlns:a="http://schemas.openxmlformats.org/drawingml/2006/main"/>
          <a:lstStyle xmlns:a="http://schemas.openxmlformats.org/drawingml/2006/main"/>
          <a:p xmlns:a="http://schemas.openxmlformats.org/drawingml/2006/main">
            <a:r>
              <a:t>Footer</a:t>
            </a:r>
          </a:p>
        </p:txBody>
      </p:sp>
      <p:sp>
        <p:nvSpPr>
          <p:cNvPr id="5" name="PlaceHolder 4">
            <a:extLst xmlns:a="http://schemas.openxmlformats.org/drawingml/2006/main">
              <a:ext uri="{FF2B5EF4-FFF2-40B4-BE49-F238E27FC236}">
                <a16:creationId xmlns:a16="http://schemas.microsoft.com/office/drawing/2014/main" id="{50C8D5F0-73A0-425D-8A2B-D225566D24B7}"/>
              </a:ext>
            </a:extLst>
          </p:cNvPr>
          <p:cNvSpPr>
            <a:spLocks xmlns:a="http://schemas.openxmlformats.org/drawingml/2006/main" noGrp="1"/>
          </p:cNvSpPr>
          <p:nvPr>
            <p:ph type="sldNum" idx="3"/>
          </p:nvPr>
        </p:nvSpPr>
        <p:spPr/>
        <p:txBody>
          <a:bodyPr xmlns:a="http://schemas.openxmlformats.org/drawingml/2006/main"/>
          <a:lstStyle xmlns:a="http://schemas.openxmlformats.org/drawingml/2006/main"/>
          <a:p xmlns:a="http://schemas.openxmlformats.org/drawingml/2006/main">
            <a:fld id="{14B559E3-6414-45D5-AA75-309F81E5C4C6}" type="slidenum">
              <a:t>&lt;#&gt;</a:t>
            </a:fld>
          </a:p>
        </p:txBody>
      </p:sp>
      <p:sp>
        <p:nvSpPr>
          <p:cNvPr id="6" name="PlaceHolder 5">
            <a:extLst xmlns:a="http://schemas.openxmlformats.org/drawingml/2006/main">
              <a:ext uri="{FF2B5EF4-FFF2-40B4-BE49-F238E27FC236}">
                <a16:creationId xmlns:a16="http://schemas.microsoft.com/office/drawing/2014/main" id="{E54FE8DF-1D2D-41D7-BFCB-056A77D9020F}"/>
              </a:ext>
            </a:extLst>
          </p:cNvPr>
          <p:cNvSpPr>
            <a:spLocks xmlns:a="http://schemas.openxmlformats.org/drawingml/2006/main" noGrp="1"/>
          </p:cNvSpPr>
          <p:nvPr>
            <p:ph type="dt" idx="1"/>
          </p:nvPr>
        </p:nvSpPr>
        <p:spPr/>
        <p:txBody>
          <a:bodyPr xmlns:a="http://schemas.openxmlformats.org/drawingml/2006/main"/>
          <a:lstStyle xmlns:a="http://schemas.openxmlformats.org/drawingml/2006/main"/>
          <a:p xmlns:a="http://schemas.openxmlformats.org/drawingml/2006/main">
            <a:r>
              <a:t/>
            </a:r>
          </a:p>
        </p:txBody>
      </p:sp>
    </p:spTree>
  </p:cSld>
</p:sldLayout>
</file>

<file path=ppt/slideLayouts/slideLayout2.xml><?xml version="1.0" encoding="utf-8"?>
<p:sldLayout xmlns:p="http://schemas.openxmlformats.org/presentationml/2006/main" preserve="1">
  <p:cSld name="Default">
    <p:spTree>
      <p:nvGrpSpPr>
        <p:cNvPr id="1" name=""/>
        <p:cNvGrpSpPr/>
        <p:nvPr/>
      </p:nvGrpSpPr>
      <p:grpSpPr>
        <a:xfrm xmlns:a="http://schemas.openxmlformats.org/drawingml/2006/main"/>
      </p:grpSpPr>
      <p:sp>
        <p:nvSpPr>
          <p:cNvPr id="12" name="PlaceHolder 1">
            <a:extLst xmlns:a="http://schemas.openxmlformats.org/drawingml/2006/main">
              <a:ext uri="{FF2B5EF4-FFF2-40B4-BE49-F238E27FC236}">
                <a16:creationId xmlns:a16="http://schemas.microsoft.com/office/drawing/2014/main" id="{28DCA902-FC05-4289-A570-B690B907A21A}"/>
              </a:ext>
            </a:extLst>
          </p:cNvPr>
          <p:cNvSpPr>
            <a:spLocks xmlns:a="http://schemas.openxmlformats.org/drawingml/2006/main" noGrp="1"/>
          </p:cNvSpPr>
          <p:nvPr>
            <p:ph type="title" idx="0"/>
          </p:nvPr>
        </p:nvSpPr>
        <p:spPr>
          <a:xfrm xmlns:a="http://schemas.openxmlformats.org/drawingml/2006/main">
            <a:off x="1115640" y="408960"/>
            <a:ext cx="7559640" cy="505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spAutoFit/>
          </a:bodyPr>
          <a:lstStyle xmlns:a="http://schemas.openxmlformats.org/drawingml/2006/main"/>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sz="2400" b="1" u="none">
              <a:solidFill>
                <a:srgbClr val="822433"/>
              </a:solidFill>
              <a:latin typeface="Arial"/>
              <a:ea typeface="Arial"/>
              <a:cs typeface="Arial"/>
            </a:endParaRPr>
          </a:p>
        </p:txBody>
      </p:sp>
      <p:sp>
        <p:nvSpPr>
          <p:cNvPr id="13" name="PlaceHolder 2">
            <a:extLst xmlns:a="http://schemas.openxmlformats.org/drawingml/2006/main">
              <a:ext uri="{FF2B5EF4-FFF2-40B4-BE49-F238E27FC236}">
                <a16:creationId xmlns:a16="http://schemas.microsoft.com/office/drawing/2014/main" id="{C7A0D951-83B9-4077-A5E7-699DFC333C78}"/>
              </a:ext>
            </a:extLst>
          </p:cNvPr>
          <p:cNvSpPr>
            <a:spLocks xmlns:a="http://schemas.openxmlformats.org/drawingml/2006/main" noGrp="1"/>
          </p:cNvSpPr>
          <p:nvPr>
            <p:ph idx="0"/>
          </p:nvPr>
        </p:nvSpPr>
        <p:spPr>
          <a:xfrm xmlns:a="http://schemas.openxmlformats.org/drawingml/2006/main">
            <a:off x="1115640" y="1752480"/>
            <a:ext cx="755964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normAutofit/>
          </a:bodyPr>
          <a:lstStyle xmlns:a="http://schemas.openxmlformats.org/drawingml/2006/main"/>
          <a:p xmlns:a="http://schemas.openxmlformats.org/drawingml/2006/main">
            <a:pPr indent="0" algn="l">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sz="2400" b="0" u="none">
              <a:solidFill>
                <a:srgbClr val="000000"/>
              </a:solidFill>
              <a:latin typeface="Arial"/>
              <a:ea typeface="Arial"/>
              <a:cs typeface="Arial"/>
            </a:endParaRPr>
          </a:p>
        </p:txBody>
      </p:sp>
      <p:sp>
        <p:nvSpPr>
          <p:cNvPr id="4" name="PlaceHolder 3">
            <a:extLst xmlns:a="http://schemas.openxmlformats.org/drawingml/2006/main">
              <a:ext uri="{FF2B5EF4-FFF2-40B4-BE49-F238E27FC236}">
                <a16:creationId xmlns:a16="http://schemas.microsoft.com/office/drawing/2014/main" id="{66564595-B01A-450E-8FF1-BBFBD5D482F1}"/>
              </a:ext>
            </a:extLst>
          </p:cNvPr>
          <p:cNvSpPr>
            <a:spLocks xmlns:a="http://schemas.openxmlformats.org/drawingml/2006/main" noGrp="1"/>
          </p:cNvSpPr>
          <p:nvPr>
            <p:ph type="ftr" idx="2"/>
          </p:nvPr>
        </p:nvSpPr>
        <p:spPr/>
        <p:txBody>
          <a:bodyPr xmlns:a="http://schemas.openxmlformats.org/drawingml/2006/main"/>
          <a:lstStyle xmlns:a="http://schemas.openxmlformats.org/drawingml/2006/main"/>
          <a:p xmlns:a="http://schemas.openxmlformats.org/drawingml/2006/main">
            <a:r>
              <a:t>Footer</a:t>
            </a:r>
          </a:p>
        </p:txBody>
      </p:sp>
      <p:sp>
        <p:nvSpPr>
          <p:cNvPr id="5" name="PlaceHolder 4">
            <a:extLst xmlns:a="http://schemas.openxmlformats.org/drawingml/2006/main">
              <a:ext uri="{FF2B5EF4-FFF2-40B4-BE49-F238E27FC236}">
                <a16:creationId xmlns:a16="http://schemas.microsoft.com/office/drawing/2014/main" id="{D6AFFD88-81E7-4943-AA67-57BAAE100344}"/>
              </a:ext>
            </a:extLst>
          </p:cNvPr>
          <p:cNvSpPr>
            <a:spLocks xmlns:a="http://schemas.openxmlformats.org/drawingml/2006/main" noGrp="1"/>
          </p:cNvSpPr>
          <p:nvPr>
            <p:ph type="sldNum" idx="3"/>
          </p:nvPr>
        </p:nvSpPr>
        <p:spPr/>
        <p:txBody>
          <a:bodyPr xmlns:a="http://schemas.openxmlformats.org/drawingml/2006/main"/>
          <a:lstStyle xmlns:a="http://schemas.openxmlformats.org/drawingml/2006/main"/>
          <a:p xmlns:a="http://schemas.openxmlformats.org/drawingml/2006/main">
            <a:fld id="{B70DF382-6A53-416A-85CA-8D26DAC2E91E}" type="slidenum">
              <a:t>&lt;#&gt;</a:t>
            </a:fld>
          </a:p>
        </p:txBody>
      </p:sp>
      <p:sp>
        <p:nvSpPr>
          <p:cNvPr id="6" name="PlaceHolder 5">
            <a:extLst xmlns:a="http://schemas.openxmlformats.org/drawingml/2006/main">
              <a:ext uri="{FF2B5EF4-FFF2-40B4-BE49-F238E27FC236}">
                <a16:creationId xmlns:a16="http://schemas.microsoft.com/office/drawing/2014/main" id="{EA22C4C7-70F7-45D3-9526-20114A7CBE3E}"/>
              </a:ext>
            </a:extLst>
          </p:cNvPr>
          <p:cNvSpPr>
            <a:spLocks xmlns:a="http://schemas.openxmlformats.org/drawingml/2006/main" noGrp="1"/>
          </p:cNvSpPr>
          <p:nvPr>
            <p:ph type="dt" idx="1"/>
          </p:nvPr>
        </p:nvSpPr>
        <p:spPr/>
        <p:txBody>
          <a:bodyPr xmlns:a="http://schemas.openxmlformats.org/drawingml/2006/main"/>
          <a:lstStyle xmlns:a="http://schemas.openxmlformats.org/drawingml/2006/main"/>
          <a:p xmlns:a="http://schemas.openxmlformats.org/drawingml/2006/main">
            <a:r>
              <a:t/>
            </a:r>
          </a:p>
        </p:txBody>
      </p:sp>
    </p:spTree>
  </p:cSld>
</p:sldLayout>
</file>

<file path=ppt/slideLayouts/slideLayout3.xml><?xml version="1.0" encoding="utf-8"?>
<p:sldLayout xmlns:p="http://schemas.openxmlformats.org/presentationml/2006/main" preserve="1">
  <p:cSld name="Default">
    <p:spTree>
      <p:nvGrpSpPr>
        <p:cNvPr id="1" name=""/>
        <p:cNvGrpSpPr/>
        <p:nvPr/>
      </p:nvGrpSpPr>
      <p:grpSpPr>
        <a:xfrm xmlns:a="http://schemas.openxmlformats.org/drawingml/2006/main"/>
      </p:grpSpPr>
      <p:sp>
        <p:nvSpPr>
          <p:cNvPr id="14" name="PlaceHolder 1">
            <a:extLst xmlns:a="http://schemas.openxmlformats.org/drawingml/2006/main">
              <a:ext uri="{FF2B5EF4-FFF2-40B4-BE49-F238E27FC236}">
                <a16:creationId xmlns:a16="http://schemas.microsoft.com/office/drawing/2014/main" id="{AF3F3339-02C4-4361-8DD9-0849F5E619D0}"/>
              </a:ext>
            </a:extLst>
          </p:cNvPr>
          <p:cNvSpPr>
            <a:spLocks xmlns:a="http://schemas.openxmlformats.org/drawingml/2006/main" noGrp="1"/>
          </p:cNvSpPr>
          <p:nvPr>
            <p:ph type="title" idx="0"/>
          </p:nvPr>
        </p:nvSpPr>
        <p:spPr>
          <a:xfrm xmlns:a="http://schemas.openxmlformats.org/drawingml/2006/main">
            <a:off x="1115640" y="408960"/>
            <a:ext cx="7559640" cy="505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spAutoFit/>
          </a:bodyPr>
          <a:lstStyle xmlns:a="http://schemas.openxmlformats.org/drawingml/2006/main"/>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sz="2400" b="1" u="none">
              <a:solidFill>
                <a:srgbClr val="822433"/>
              </a:solidFill>
              <a:latin typeface="Arial"/>
              <a:ea typeface="Arial"/>
              <a:cs typeface="Arial"/>
            </a:endParaRPr>
          </a:p>
        </p:txBody>
      </p:sp>
      <p:sp>
        <p:nvSpPr>
          <p:cNvPr id="15" name="PlaceHolder 2">
            <a:extLst xmlns:a="http://schemas.openxmlformats.org/drawingml/2006/main">
              <a:ext uri="{FF2B5EF4-FFF2-40B4-BE49-F238E27FC236}">
                <a16:creationId xmlns:a16="http://schemas.microsoft.com/office/drawing/2014/main" id="{3042C058-D7EA-4863-837D-4743051DC31D}"/>
              </a:ext>
            </a:extLst>
          </p:cNvPr>
          <p:cNvSpPr>
            <a:spLocks xmlns:a="http://schemas.openxmlformats.org/drawingml/2006/main" noGrp="1"/>
          </p:cNvSpPr>
          <p:nvPr>
            <p:ph idx="0"/>
          </p:nvPr>
        </p:nvSpPr>
        <p:spPr>
          <a:xfrm xmlns:a="http://schemas.openxmlformats.org/drawingml/2006/main">
            <a:off x="1115640" y="1752480"/>
            <a:ext cx="755964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normAutofit/>
          </a:bodyPr>
          <a:lstStyle xmlns:a="http://schemas.openxmlformats.org/drawingml/2006/main"/>
          <a:p xmlns:a="http://schemas.openxmlformats.org/drawingml/2006/main">
            <a:pPr indent="0" algn="l">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sz="2400" b="0" u="none">
              <a:solidFill>
                <a:srgbClr val="000000"/>
              </a:solidFill>
              <a:latin typeface="Arial"/>
              <a:ea typeface="Arial"/>
              <a:cs typeface="Arial"/>
            </a:endParaRPr>
          </a:p>
        </p:txBody>
      </p:sp>
      <p:sp>
        <p:nvSpPr>
          <p:cNvPr id="4" name="PlaceHolder 3">
            <a:extLst xmlns:a="http://schemas.openxmlformats.org/drawingml/2006/main">
              <a:ext uri="{FF2B5EF4-FFF2-40B4-BE49-F238E27FC236}">
                <a16:creationId xmlns:a16="http://schemas.microsoft.com/office/drawing/2014/main" id="{098B44EF-DFAE-45AA-A159-29FC6545AC23}"/>
              </a:ext>
            </a:extLst>
          </p:cNvPr>
          <p:cNvSpPr>
            <a:spLocks xmlns:a="http://schemas.openxmlformats.org/drawingml/2006/main" noGrp="1"/>
          </p:cNvSpPr>
          <p:nvPr>
            <p:ph type="ftr" idx="2"/>
          </p:nvPr>
        </p:nvSpPr>
        <p:spPr/>
        <p:txBody>
          <a:bodyPr xmlns:a="http://schemas.openxmlformats.org/drawingml/2006/main"/>
          <a:lstStyle xmlns:a="http://schemas.openxmlformats.org/drawingml/2006/main"/>
          <a:p xmlns:a="http://schemas.openxmlformats.org/drawingml/2006/main">
            <a:r>
              <a:t>Footer</a:t>
            </a:r>
          </a:p>
        </p:txBody>
      </p:sp>
      <p:sp>
        <p:nvSpPr>
          <p:cNvPr id="5" name="PlaceHolder 4">
            <a:extLst xmlns:a="http://schemas.openxmlformats.org/drawingml/2006/main">
              <a:ext uri="{FF2B5EF4-FFF2-40B4-BE49-F238E27FC236}">
                <a16:creationId xmlns:a16="http://schemas.microsoft.com/office/drawing/2014/main" id="{B3D0A898-F2EE-47E1-820F-52602E05FA65}"/>
              </a:ext>
            </a:extLst>
          </p:cNvPr>
          <p:cNvSpPr>
            <a:spLocks xmlns:a="http://schemas.openxmlformats.org/drawingml/2006/main" noGrp="1"/>
          </p:cNvSpPr>
          <p:nvPr>
            <p:ph type="sldNum" idx="3"/>
          </p:nvPr>
        </p:nvSpPr>
        <p:spPr/>
        <p:txBody>
          <a:bodyPr xmlns:a="http://schemas.openxmlformats.org/drawingml/2006/main"/>
          <a:lstStyle xmlns:a="http://schemas.openxmlformats.org/drawingml/2006/main"/>
          <a:p xmlns:a="http://schemas.openxmlformats.org/drawingml/2006/main">
            <a:fld id="{0E39BA94-607E-4D66-8B6F-021610F6B99E}" type="slidenum">
              <a:t>&lt;#&gt;</a:t>
            </a:fld>
          </a:p>
        </p:txBody>
      </p:sp>
      <p:sp>
        <p:nvSpPr>
          <p:cNvPr id="6" name="PlaceHolder 5">
            <a:extLst xmlns:a="http://schemas.openxmlformats.org/drawingml/2006/main">
              <a:ext uri="{FF2B5EF4-FFF2-40B4-BE49-F238E27FC236}">
                <a16:creationId xmlns:a16="http://schemas.microsoft.com/office/drawing/2014/main" id="{6D79C8BD-04D7-4250-AB0A-308D02CDFC1E}"/>
              </a:ext>
            </a:extLst>
          </p:cNvPr>
          <p:cNvSpPr>
            <a:spLocks xmlns:a="http://schemas.openxmlformats.org/drawingml/2006/main" noGrp="1"/>
          </p:cNvSpPr>
          <p:nvPr>
            <p:ph type="dt" idx="1"/>
          </p:nvPr>
        </p:nvSpPr>
        <p:spPr/>
        <p:txBody>
          <a:bodyPr xmlns:a="http://schemas.openxmlformats.org/drawingml/2006/main"/>
          <a:lstStyle xmlns:a="http://schemas.openxmlformats.org/drawingml/2006/main"/>
          <a:p xmlns:a="http://schemas.openxmlformats.org/drawingml/2006/main">
            <a:r>
              <a:t/>
            </a:r>
          </a:p>
        </p:txBody>
      </p:sp>
    </p:spTree>
  </p:cSld>
</p:sldLayout>
</file>

<file path=ppt/slideLayouts/slideLayout4.xml><?xml version="1.0" encoding="utf-8"?>
<p:sldLayout xmlns:p="http://schemas.openxmlformats.org/presentationml/2006/main" preserve="1">
  <p:cSld name="Default">
    <p:spTree>
      <p:nvGrpSpPr>
        <p:cNvPr id="1" name=""/>
        <p:cNvGrpSpPr/>
        <p:nvPr/>
      </p:nvGrpSpPr>
      <p:grpSpPr>
        <a:xfrm xmlns:a="http://schemas.openxmlformats.org/drawingml/2006/main"/>
      </p:grpSpPr>
      <p:sp>
        <p:nvSpPr>
          <p:cNvPr id="16" name="PlaceHolder 1">
            <a:extLst xmlns:a="http://schemas.openxmlformats.org/drawingml/2006/main">
              <a:ext uri="{FF2B5EF4-FFF2-40B4-BE49-F238E27FC236}">
                <a16:creationId xmlns:a16="http://schemas.microsoft.com/office/drawing/2014/main" id="{103A90CC-C30A-4306-AC60-72564E604AC9}"/>
              </a:ext>
            </a:extLst>
          </p:cNvPr>
          <p:cNvSpPr>
            <a:spLocks xmlns:a="http://schemas.openxmlformats.org/drawingml/2006/main" noGrp="1"/>
          </p:cNvSpPr>
          <p:nvPr>
            <p:ph type="title" idx="0"/>
          </p:nvPr>
        </p:nvSpPr>
        <p:spPr>
          <a:xfrm xmlns:a="http://schemas.openxmlformats.org/drawingml/2006/main">
            <a:off x="1115640" y="408960"/>
            <a:ext cx="7559640" cy="505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spAutoFit/>
          </a:bodyPr>
          <a:lstStyle xmlns:a="http://schemas.openxmlformats.org/drawingml/2006/main"/>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sz="2400" b="1" u="none">
              <a:solidFill>
                <a:srgbClr val="822433"/>
              </a:solidFill>
              <a:latin typeface="Arial"/>
              <a:ea typeface="Arial"/>
              <a:cs typeface="Arial"/>
            </a:endParaRPr>
          </a:p>
        </p:txBody>
      </p:sp>
      <p:sp>
        <p:nvSpPr>
          <p:cNvPr id="17" name="PlaceHolder 2">
            <a:extLst xmlns:a="http://schemas.openxmlformats.org/drawingml/2006/main">
              <a:ext uri="{FF2B5EF4-FFF2-40B4-BE49-F238E27FC236}">
                <a16:creationId xmlns:a16="http://schemas.microsoft.com/office/drawing/2014/main" id="{1DECF7AB-F8FF-4EB6-AB4B-9A9CC6618020}"/>
              </a:ext>
            </a:extLst>
          </p:cNvPr>
          <p:cNvSpPr>
            <a:spLocks xmlns:a="http://schemas.openxmlformats.org/drawingml/2006/main" noGrp="1"/>
          </p:cNvSpPr>
          <p:nvPr>
            <p:ph idx="0"/>
          </p:nvPr>
        </p:nvSpPr>
        <p:spPr>
          <a:xfrm xmlns:a="http://schemas.openxmlformats.org/drawingml/2006/main">
            <a:off x="1115640" y="1752480"/>
            <a:ext cx="755964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normAutofit/>
          </a:bodyPr>
          <a:lstStyle xmlns:a="http://schemas.openxmlformats.org/drawingml/2006/main"/>
          <a:p xmlns:a="http://schemas.openxmlformats.org/drawingml/2006/main">
            <a:pPr indent="0" algn="l">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sz="2400" b="0" u="none">
              <a:solidFill>
                <a:srgbClr val="000000"/>
              </a:solidFill>
              <a:latin typeface="Arial"/>
              <a:ea typeface="Arial"/>
              <a:cs typeface="Arial"/>
            </a:endParaRPr>
          </a:p>
        </p:txBody>
      </p:sp>
      <p:sp>
        <p:nvSpPr>
          <p:cNvPr id="18" name="PlaceHolder 3">
            <a:extLst xmlns:a="http://schemas.openxmlformats.org/drawingml/2006/main">
              <a:ext uri="{FF2B5EF4-FFF2-40B4-BE49-F238E27FC236}">
                <a16:creationId xmlns:a16="http://schemas.microsoft.com/office/drawing/2014/main" id="{1BB76813-1175-4553-A89C-3130F418823D}"/>
              </a:ext>
            </a:extLst>
          </p:cNvPr>
          <p:cNvSpPr>
            <a:spLocks xmlns:a="http://schemas.openxmlformats.org/drawingml/2006/main" noGrp="1"/>
          </p:cNvSpPr>
          <p:nvPr>
            <p:ph idx="0"/>
          </p:nvPr>
        </p:nvSpPr>
        <p:spPr>
          <a:xfrm xmlns:a="http://schemas.openxmlformats.org/drawingml/2006/main">
            <a:off x="1115640" y="1752480"/>
            <a:ext cx="755964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normAutofit/>
          </a:bodyPr>
          <a:lstStyle xmlns:a="http://schemas.openxmlformats.org/drawingml/2006/main"/>
          <a:p xmlns:a="http://schemas.openxmlformats.org/drawingml/2006/main">
            <a:pPr indent="0" algn="l">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sz="2400" b="0" u="none">
              <a:solidFill>
                <a:srgbClr val="000000"/>
              </a:solidFill>
              <a:latin typeface="Arial"/>
              <a:ea typeface="Arial"/>
              <a:cs typeface="Arial"/>
            </a:endParaRPr>
          </a:p>
        </p:txBody>
      </p:sp>
      <p:sp>
        <p:nvSpPr>
          <p:cNvPr id="5" name="PlaceHolder 4">
            <a:extLst xmlns:a="http://schemas.openxmlformats.org/drawingml/2006/main">
              <a:ext uri="{FF2B5EF4-FFF2-40B4-BE49-F238E27FC236}">
                <a16:creationId xmlns:a16="http://schemas.microsoft.com/office/drawing/2014/main" id="{63B8A0CB-87B6-4532-B663-5D26AFCACEE8}"/>
              </a:ext>
            </a:extLst>
          </p:cNvPr>
          <p:cNvSpPr>
            <a:spLocks xmlns:a="http://schemas.openxmlformats.org/drawingml/2006/main" noGrp="1"/>
          </p:cNvSpPr>
          <p:nvPr>
            <p:ph type="ftr" idx="2"/>
          </p:nvPr>
        </p:nvSpPr>
        <p:spPr/>
        <p:txBody>
          <a:bodyPr xmlns:a="http://schemas.openxmlformats.org/drawingml/2006/main"/>
          <a:lstStyle xmlns:a="http://schemas.openxmlformats.org/drawingml/2006/main"/>
          <a:p xmlns:a="http://schemas.openxmlformats.org/drawingml/2006/main">
            <a:r>
              <a:t>Footer</a:t>
            </a:r>
          </a:p>
        </p:txBody>
      </p:sp>
      <p:sp>
        <p:nvSpPr>
          <p:cNvPr id="6" name="PlaceHolder 5">
            <a:extLst xmlns:a="http://schemas.openxmlformats.org/drawingml/2006/main">
              <a:ext uri="{FF2B5EF4-FFF2-40B4-BE49-F238E27FC236}">
                <a16:creationId xmlns:a16="http://schemas.microsoft.com/office/drawing/2014/main" id="{CC1C900E-B44D-4071-8CAA-4E806F467176}"/>
              </a:ext>
            </a:extLst>
          </p:cNvPr>
          <p:cNvSpPr>
            <a:spLocks xmlns:a="http://schemas.openxmlformats.org/drawingml/2006/main" noGrp="1"/>
          </p:cNvSpPr>
          <p:nvPr>
            <p:ph type="sldNum" idx="3"/>
          </p:nvPr>
        </p:nvSpPr>
        <p:spPr/>
        <p:txBody>
          <a:bodyPr xmlns:a="http://schemas.openxmlformats.org/drawingml/2006/main"/>
          <a:lstStyle xmlns:a="http://schemas.openxmlformats.org/drawingml/2006/main"/>
          <a:p xmlns:a="http://schemas.openxmlformats.org/drawingml/2006/main">
            <a:fld id="{3D4538FF-0740-48F6-AA89-758571530267}" type="slidenum">
              <a:t>&lt;#&gt;</a:t>
            </a:fld>
          </a:p>
        </p:txBody>
      </p:sp>
      <p:sp>
        <p:nvSpPr>
          <p:cNvPr id="7" name="PlaceHolder 6">
            <a:extLst xmlns:a="http://schemas.openxmlformats.org/drawingml/2006/main">
              <a:ext uri="{FF2B5EF4-FFF2-40B4-BE49-F238E27FC236}">
                <a16:creationId xmlns:a16="http://schemas.microsoft.com/office/drawing/2014/main" id="{A8FC005E-4B71-4F39-89DD-2F79AC8543A4}"/>
              </a:ext>
            </a:extLst>
          </p:cNvPr>
          <p:cNvSpPr>
            <a:spLocks xmlns:a="http://schemas.openxmlformats.org/drawingml/2006/main" noGrp="1"/>
          </p:cNvSpPr>
          <p:nvPr>
            <p:ph type="dt" idx="1"/>
          </p:nvPr>
        </p:nvSpPr>
        <p:spPr/>
        <p:txBody>
          <a:bodyPr xmlns:a="http://schemas.openxmlformats.org/drawingml/2006/main"/>
          <a:lstStyle xmlns:a="http://schemas.openxmlformats.org/drawingml/2006/main"/>
          <a:p xmlns:a="http://schemas.openxmlformats.org/drawingml/2006/main">
            <a:r>
              <a:t/>
            </a:r>
          </a:p>
        </p:txBody>
      </p:sp>
    </p:spTree>
  </p:cSld>
</p:sldLayout>
</file>

<file path=ppt/slideLayouts/slideLayout5.xml><?xml version="1.0" encoding="utf-8"?>
<p:sldLayout xmlns:p="http://schemas.openxmlformats.org/presentationml/2006/main" type="title" preserve="1">
  <p:cSld name="Default">
    <p:spTree>
      <p:nvGrpSpPr>
        <p:cNvPr id="1" name=""/>
        <p:cNvGrpSpPr/>
        <p:nvPr/>
      </p:nvGrpSpPr>
      <p:grpSpPr>
        <a:xfrm xmlns:a="http://schemas.openxmlformats.org/drawingml/2006/main"/>
      </p:grpSpPr>
      <p:sp>
        <p:nvSpPr>
          <p:cNvPr id="19" name="PlaceHolder 1">
            <a:extLst xmlns:a="http://schemas.openxmlformats.org/drawingml/2006/main">
              <a:ext uri="{FF2B5EF4-FFF2-40B4-BE49-F238E27FC236}">
                <a16:creationId xmlns:a16="http://schemas.microsoft.com/office/drawing/2014/main" id="{5F8F01F1-9929-4A7D-B90B-263F12D5ADF6}"/>
              </a:ext>
            </a:extLst>
          </p:cNvPr>
          <p:cNvSpPr>
            <a:spLocks xmlns:a="http://schemas.openxmlformats.org/drawingml/2006/main" noGrp="1"/>
          </p:cNvSpPr>
          <p:nvPr>
            <p:ph type="title" idx="0"/>
          </p:nvPr>
        </p:nvSpPr>
        <p:spPr>
          <a:xfrm xmlns:a="http://schemas.openxmlformats.org/drawingml/2006/main">
            <a:off x="1115640" y="408960"/>
            <a:ext cx="7559640" cy="505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spAutoFit/>
          </a:bodyPr>
          <a:lstStyle xmlns:a="http://schemas.openxmlformats.org/drawingml/2006/main"/>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sz="2400" b="1" u="none">
              <a:solidFill>
                <a:srgbClr val="822433"/>
              </a:solidFill>
              <a:latin typeface="Arial"/>
              <a:ea typeface="Arial"/>
              <a:cs typeface="Arial"/>
            </a:endParaRPr>
          </a:p>
        </p:txBody>
      </p:sp>
      <p:sp>
        <p:nvSpPr>
          <p:cNvPr id="20" name="PlaceHolder 2">
            <a:extLst xmlns:a="http://schemas.openxmlformats.org/drawingml/2006/main">
              <a:ext uri="{FF2B5EF4-FFF2-40B4-BE49-F238E27FC236}">
                <a16:creationId xmlns:a16="http://schemas.microsoft.com/office/drawing/2014/main" id="{F39BB129-8133-4479-A03B-962817E58AAC}"/>
              </a:ext>
            </a:extLst>
          </p:cNvPr>
          <p:cNvSpPr>
            <a:spLocks xmlns:a="http://schemas.openxmlformats.org/drawingml/2006/main" noGrp="1"/>
          </p:cNvSpPr>
          <p:nvPr>
            <p:ph type="subTitle" idx="0"/>
          </p:nvPr>
        </p:nvSpPr>
        <p:spPr>
          <a:xfrm xmlns:a="http://schemas.openxmlformats.org/drawingml/2006/main">
            <a:off x="1115640" y="1752480"/>
            <a:ext cx="755964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ctr">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sz="2400" b="0" u="none">
              <a:solidFill>
                <a:srgbClr val="000000"/>
              </a:solidFill>
              <a:latin typeface="Arial"/>
              <a:ea typeface="Arial"/>
              <a:cs typeface="Arial"/>
            </a:endParaRPr>
          </a:p>
        </p:txBody>
      </p:sp>
      <p:sp>
        <p:nvSpPr>
          <p:cNvPr id="4" name="PlaceHolder 3">
            <a:extLst xmlns:a="http://schemas.openxmlformats.org/drawingml/2006/main">
              <a:ext uri="{FF2B5EF4-FFF2-40B4-BE49-F238E27FC236}">
                <a16:creationId xmlns:a16="http://schemas.microsoft.com/office/drawing/2014/main" id="{6896905E-C027-4638-9741-387D5B18D82F}"/>
              </a:ext>
            </a:extLst>
          </p:cNvPr>
          <p:cNvSpPr>
            <a:spLocks xmlns:a="http://schemas.openxmlformats.org/drawingml/2006/main" noGrp="1"/>
          </p:cNvSpPr>
          <p:nvPr>
            <p:ph type="ftr" idx="2"/>
          </p:nvPr>
        </p:nvSpPr>
        <p:spPr/>
        <p:txBody>
          <a:bodyPr xmlns:a="http://schemas.openxmlformats.org/drawingml/2006/main"/>
          <a:lstStyle xmlns:a="http://schemas.openxmlformats.org/drawingml/2006/main"/>
          <a:p xmlns:a="http://schemas.openxmlformats.org/drawingml/2006/main">
            <a:r>
              <a:t>Footer</a:t>
            </a:r>
          </a:p>
        </p:txBody>
      </p:sp>
      <p:sp>
        <p:nvSpPr>
          <p:cNvPr id="5" name="PlaceHolder 4">
            <a:extLst xmlns:a="http://schemas.openxmlformats.org/drawingml/2006/main">
              <a:ext uri="{FF2B5EF4-FFF2-40B4-BE49-F238E27FC236}">
                <a16:creationId xmlns:a16="http://schemas.microsoft.com/office/drawing/2014/main" id="{64132316-BB11-4671-880C-1F0B43EE92B4}"/>
              </a:ext>
            </a:extLst>
          </p:cNvPr>
          <p:cNvSpPr>
            <a:spLocks xmlns:a="http://schemas.openxmlformats.org/drawingml/2006/main" noGrp="1"/>
          </p:cNvSpPr>
          <p:nvPr>
            <p:ph type="sldNum" idx="3"/>
          </p:nvPr>
        </p:nvSpPr>
        <p:spPr/>
        <p:txBody>
          <a:bodyPr xmlns:a="http://schemas.openxmlformats.org/drawingml/2006/main"/>
          <a:lstStyle xmlns:a="http://schemas.openxmlformats.org/drawingml/2006/main"/>
          <a:p xmlns:a="http://schemas.openxmlformats.org/drawingml/2006/main">
            <a:fld id="{96A48841-D7AD-4B1C-8B64-C5974504293A}" type="slidenum">
              <a:t>&lt;#&gt;</a:t>
            </a:fld>
          </a:p>
        </p:txBody>
      </p:sp>
      <p:sp>
        <p:nvSpPr>
          <p:cNvPr id="6" name="PlaceHolder 5">
            <a:extLst xmlns:a="http://schemas.openxmlformats.org/drawingml/2006/main">
              <a:ext uri="{FF2B5EF4-FFF2-40B4-BE49-F238E27FC236}">
                <a16:creationId xmlns:a16="http://schemas.microsoft.com/office/drawing/2014/main" id="{98C499F3-619E-4D46-9902-F77D6F24152B}"/>
              </a:ext>
            </a:extLst>
          </p:cNvPr>
          <p:cNvSpPr>
            <a:spLocks xmlns:a="http://schemas.openxmlformats.org/drawingml/2006/main" noGrp="1"/>
          </p:cNvSpPr>
          <p:nvPr>
            <p:ph type="dt" idx="1"/>
          </p:nvPr>
        </p:nvSpPr>
        <p:spPr/>
        <p:txBody>
          <a:bodyPr xmlns:a="http://schemas.openxmlformats.org/drawingml/2006/main"/>
          <a:lstStyle xmlns:a="http://schemas.openxmlformats.org/drawingml/2006/main"/>
          <a:p xmlns:a="http://schemas.openxmlformats.org/drawingml/2006/main">
            <a:r>
              <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3e410337cf40be" /><Relationship Type="http://schemas.openxmlformats.org/officeDocument/2006/relationships/slideLayout" Target="/ppt/slideLayouts/slideLayout1.xml" Id="Rd97a3e9b1f014f00" /><Relationship Type="http://schemas.openxmlformats.org/officeDocument/2006/relationships/slideLayout" Target="/ppt/slideLayouts/slideLayout2.xml" Id="R8922ce41b7e44e89" /><Relationship Type="http://schemas.openxmlformats.org/officeDocument/2006/relationships/slideLayout" Target="/ppt/slideLayouts/slideLayout3.xml" Id="R6b4f88ea06ed4193" /><Relationship Type="http://schemas.openxmlformats.org/officeDocument/2006/relationships/slideLayout" Target="/ppt/slideLayouts/slideLayout4.xml" Id="Rb18af520d68b4506" /><Relationship Type="http://schemas.openxmlformats.org/officeDocument/2006/relationships/slideLayout" Target="/ppt/slideLayouts/slideLayout5.xml" Id="R3b92e23d2a2b4a64"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714B4F9-6AF3-4A63-B363-0120E261C6BF}"/>
              </a:ext>
            </a:extLst>
          </p:cNvPr>
          <p:cNvSpPr>
            <a:spLocks xmlns:a="http://schemas.openxmlformats.org/drawingml/2006/main" noGrp="1"/>
          </p:cNvSpPr>
          <p:nvPr/>
        </p:nvSpPr>
        <p:spPr>
          <a:xfrm xmlns:a="http://schemas.openxmlformats.org/drawingml/2006/main" rot="0" flipH="0" flipV="0">
            <a:off x="1200150" y="6276975"/>
            <a:ext cx="7286625" cy="9525"/>
          </a:xfrm>
          <a:prstGeom xmlns:a="http://schemas.openxmlformats.org/drawingml/2006/main" prst="rect">
            <a:avLst/>
          </a:prstGeom>
          <a:solidFill xmlns:a="http://schemas.openxmlformats.org/drawingml/2006/main">
            <a:srgbClr val="D0D0D0"/>
          </a:solidFill>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6800" rIns="90000" bIns="46800" anchor="ctr">
            <a:noAutofit/>
          </a:bodyPr>
          <a:lstStyle xmlns:a="http://schemas.openxmlformats.org/drawingml/2006/main"/>
          <a:p xmlns:a="http://schemas.openxmlformats.org/drawingml/2006/main">
            <a:endParaRPr sz="2400" b="0" u="none">
              <a:solidFill>
                <a:srgbClr val="822433"/>
              </a:solidFill>
              <a:latin typeface="Arial"/>
              <a:ea typeface="Arial"/>
              <a:cs typeface="Arial"/>
            </a:endParaRPr>
          </a:p>
        </p:txBody>
      </p:sp>
      <p:sp>
        <p:nvSpPr>
          <p:cNvPr id="5" name="PlaceHolder 1">
            <a:extLst xmlns:a="http://schemas.openxmlformats.org/drawingml/2006/main">
              <a:ext uri="{FF2B5EF4-FFF2-40B4-BE49-F238E27FC236}">
                <a16:creationId xmlns:a16="http://schemas.microsoft.com/office/drawing/2014/main" id="{112C439A-8F24-4D53-8BF6-25419DC169EC}"/>
              </a:ext>
            </a:extLst>
          </p:cNvPr>
          <p:cNvSpPr>
            <a:spLocks xmlns:a="http://schemas.openxmlformats.org/drawingml/2006/main" noGrp="1"/>
          </p:cNvSpPr>
          <p:nvPr>
            <p:ph type="title" idx="0"/>
          </p:nvPr>
        </p:nvSpPr>
        <p:spPr>
          <a:xfrm xmlns:a="http://schemas.openxmlformats.org/drawingml/2006/main">
            <a:off x="1115640" y="408960"/>
            <a:ext cx="7559640" cy="505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noAutofit/>
          </a:bodyPr>
          <a:lstStyle xmlns:a="http://schemas.openxmlformats.org/drawingml/2006/main">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u="none">
                <a:solidFill>
                  <a:srgbClr val="822433"/>
                </a:solidFill>
                <a:latin typeface="Arial"/>
                <a:ea typeface="Arial"/>
                <a:cs typeface="Arial"/>
              </a:defRPr>
            </a:lvl1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2400" b="1" u="none">
                <a:solidFill>
                  <a:srgbClr val="822433"/>
                </a:solidFill>
                <a:latin typeface="Arial"/>
                <a:ea typeface="Arial"/>
                <a:cs typeface="Arial"/>
              </a:rPr>
              <a:t>Click to edit the title text format</a:t>
            </a:r>
            <a:endParaRPr sz="2400" b="1" u="none">
              <a:solidFill>
                <a:srgbClr val="822433"/>
              </a:solidFill>
              <a:latin typeface="Arial"/>
              <a:ea typeface="Arial"/>
              <a:cs typeface="Arial"/>
            </a:endParaRPr>
          </a:p>
        </p:txBody>
      </p:sp>
      <p:sp>
        <p:nvSpPr>
          <p:cNvPr id="6" name="PlaceHolder 2">
            <a:extLst xmlns:a="http://schemas.openxmlformats.org/drawingml/2006/main">
              <a:ext uri="{FF2B5EF4-FFF2-40B4-BE49-F238E27FC236}">
                <a16:creationId xmlns:a16="http://schemas.microsoft.com/office/drawing/2014/main" id="{C1B98CC1-60F2-4A23-9CDF-4AAB0BB6A991}"/>
              </a:ext>
            </a:extLst>
          </p:cNvPr>
          <p:cNvSpPr>
            <a:spLocks xmlns:a="http://schemas.openxmlformats.org/drawingml/2006/main" noGrp="1"/>
          </p:cNvSpPr>
          <p:nvPr>
            <p:ph type="body" idx="0"/>
          </p:nvPr>
        </p:nvSpPr>
        <p:spPr>
          <a:xfrm xmlns:a="http://schemas.openxmlformats.org/drawingml/2006/main">
            <a:off x="1115640" y="1752480"/>
            <a:ext cx="7559640" cy="411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6800" rIns="90000" bIns="46800" anchor="t">
            <a:normAutofit/>
          </a:bodyPr>
          <a:lstStyle xmlns:a="http://schemas.openxmlformats.org/drawingml/2006/main">
            <a:lvl1pPr algn="l">
              <a:spcBef>
                <a:spcPts val="601"/>
              </a:spcBef>
              <a:buClr>
                <a:srgbClr val="822433"/>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sz="2400" b="0" u="none">
                <a:solidFill>
                  <a:srgbClr val="000000"/>
                </a:solidFill>
                <a:latin typeface="Arial"/>
                <a:ea typeface="Arial"/>
                <a:cs typeface="Arial"/>
              </a:defRPr>
            </a:lvl1pPr>
            <a:lvl2pPr algn="l">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sz="2400" b="0" u="none">
                <a:solidFill>
                  <a:srgbClr val="000000"/>
                </a:solidFill>
                <a:latin typeface="Arial"/>
                <a:ea typeface="Arial"/>
                <a:cs typeface="Arial"/>
              </a:defRPr>
            </a:lvl2pPr>
            <a:lvl3pPr algn="l">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sz="2400" b="0" u="none">
                <a:solidFill>
                  <a:srgbClr val="000000"/>
                </a:solidFill>
                <a:latin typeface="Arial"/>
                <a:ea typeface="Arial"/>
                <a:cs typeface="Arial"/>
              </a:defRPr>
            </a:lvl3pPr>
            <a:lvl4pPr algn="l">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sz="2400" b="0" u="none">
                <a:solidFill>
                  <a:srgbClr val="000000"/>
                </a:solidFill>
                <a:latin typeface="Arial"/>
                <a:ea typeface="Arial"/>
                <a:cs typeface="Arial"/>
              </a:defRPr>
            </a:lvl4pPr>
            <a:lvl5pPr algn="l">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sz="2400" b="0" u="none">
                <a:solidFill>
                  <a:srgbClr val="000000"/>
                </a:solidFill>
                <a:latin typeface="Arial"/>
                <a:ea typeface="Arial"/>
                <a:cs typeface="Arial"/>
              </a:defRPr>
            </a:lvl5pPr>
            <a:lvl6pPr algn="l">
              <a:spcBef>
                <a:spcPts val="601"/>
              </a:spcBef>
              <a:buClr>
                <a:srgbClr val="822433"/>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sz="2400" b="0" u="none">
                <a:solidFill>
                  <a:srgbClr val="000000"/>
                </a:solidFill>
                <a:latin typeface="Arial"/>
                <a:ea typeface="Arial"/>
                <a:cs typeface="Arial"/>
              </a:defRPr>
            </a:lvl6pPr>
            <a:lvl7pPr algn="l">
              <a:spcBef>
                <a:spcPts val="601"/>
              </a:spcBef>
              <a:buClr>
                <a:srgbClr val="822433"/>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sz="2400" b="0" u="none">
                <a:solidFill>
                  <a:srgbClr val="000000"/>
                </a:solidFill>
                <a:latin typeface="Arial"/>
                <a:ea typeface="Arial"/>
                <a:cs typeface="Arial"/>
              </a:defRPr>
            </a:lvl7pPr>
          </a:lstStyle>
          <a:p xmlns:a="http://schemas.openxmlformats.org/drawingml/2006/main">
            <a:pPr marL="343080" indent="-343080" algn="l">
              <a:spcBef>
                <a:spcPts val="601"/>
              </a:spcBef>
              <a:buClr>
                <a:srgbClr val="822433"/>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400" b="0" u="none">
                <a:solidFill>
                  <a:srgbClr val="000000"/>
                </a:solidFill>
                <a:latin typeface="Arial"/>
                <a:ea typeface="Arial"/>
                <a:cs typeface="Arial"/>
              </a:rPr>
              <a:t>Click to edit the outline text format</a:t>
            </a:r>
            <a:endParaRPr sz="2400" b="0" u="none">
              <a:solidFill>
                <a:srgbClr val="000000"/>
              </a:solidFill>
              <a:latin typeface="Arial"/>
              <a:ea typeface="Arial"/>
              <a:cs typeface="Arial"/>
            </a:endParaRPr>
          </a:p>
          <a:p xmlns:a="http://schemas.openxmlformats.org/drawingml/2006/main">
            <a:pPr marL="743040" lvl="1" indent="-285840" algn="l">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400" b="0" u="none">
                <a:solidFill>
                  <a:srgbClr val="000000"/>
                </a:solidFill>
                <a:latin typeface="Arial"/>
                <a:ea typeface="Arial"/>
                <a:cs typeface="Arial"/>
              </a:rPr>
              <a:t>Second Outline Level</a:t>
            </a:r>
            <a:endParaRPr sz="2400" b="0" u="none">
              <a:solidFill>
                <a:srgbClr val="000000"/>
              </a:solidFill>
              <a:latin typeface="Arial"/>
              <a:ea typeface="Arial"/>
              <a:cs typeface="Arial"/>
            </a:endParaRPr>
          </a:p>
          <a:p xmlns:a="http://schemas.openxmlformats.org/drawingml/2006/main">
            <a:pPr marL="1143000" lvl="2" indent="-228600" algn="l">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400" b="0" u="none">
                <a:solidFill>
                  <a:srgbClr val="000000"/>
                </a:solidFill>
                <a:latin typeface="Arial"/>
                <a:ea typeface="Arial"/>
                <a:cs typeface="Arial"/>
              </a:rPr>
              <a:t>Third Outline Level</a:t>
            </a:r>
            <a:endParaRPr sz="2400" b="0" u="none">
              <a:solidFill>
                <a:srgbClr val="000000"/>
              </a:solidFill>
              <a:latin typeface="Arial"/>
              <a:ea typeface="Arial"/>
              <a:cs typeface="Arial"/>
            </a:endParaRPr>
          </a:p>
          <a:p xmlns:a="http://schemas.openxmlformats.org/drawingml/2006/main">
            <a:pPr marL="1562040" lvl="3" indent="-228600" algn="l">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400" b="0" u="none">
                <a:solidFill>
                  <a:srgbClr val="000000"/>
                </a:solidFill>
                <a:latin typeface="Arial"/>
                <a:ea typeface="Arial"/>
                <a:cs typeface="Arial"/>
              </a:rPr>
              <a:t>Fourth Outline Level</a:t>
            </a:r>
            <a:endParaRPr sz="2400" b="0" u="none">
              <a:solidFill>
                <a:srgbClr val="000000"/>
              </a:solidFill>
              <a:latin typeface="Arial"/>
              <a:ea typeface="Arial"/>
              <a:cs typeface="Arial"/>
            </a:endParaRPr>
          </a:p>
          <a:p xmlns:a="http://schemas.openxmlformats.org/drawingml/2006/main">
            <a:pPr marL="1981080" lvl="4" indent="-228600" algn="l">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400" b="0" u="none">
                <a:solidFill>
                  <a:srgbClr val="000000"/>
                </a:solidFill>
                <a:latin typeface="Arial"/>
                <a:ea typeface="Arial"/>
                <a:cs typeface="Arial"/>
              </a:rPr>
              <a:t>Fifth Outline Level</a:t>
            </a:r>
            <a:endParaRPr sz="2400" b="0" u="none">
              <a:solidFill>
                <a:srgbClr val="000000"/>
              </a:solidFill>
              <a:latin typeface="Arial"/>
              <a:ea typeface="Arial"/>
              <a:cs typeface="Arial"/>
            </a:endParaRPr>
          </a:p>
          <a:p xmlns:a="http://schemas.openxmlformats.org/drawingml/2006/main">
            <a:pPr marL="1981080" lvl="5" indent="-228600" algn="l">
              <a:spcBef>
                <a:spcPts val="601"/>
              </a:spcBef>
              <a:buClr>
                <a:srgbClr val="822433"/>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400" b="0" u="none">
                <a:solidFill>
                  <a:srgbClr val="000000"/>
                </a:solidFill>
                <a:latin typeface="Arial"/>
                <a:ea typeface="Arial"/>
                <a:cs typeface="Arial"/>
              </a:rPr>
              <a:t>Sixth Outline Level</a:t>
            </a:r>
            <a:endParaRPr sz="2400" b="0" u="none">
              <a:solidFill>
                <a:srgbClr val="000000"/>
              </a:solidFill>
              <a:latin typeface="Arial"/>
              <a:ea typeface="Arial"/>
              <a:cs typeface="Arial"/>
            </a:endParaRPr>
          </a:p>
          <a:p xmlns:a="http://schemas.openxmlformats.org/drawingml/2006/main">
            <a:pPr marL="1981080" lvl="6" indent="-228600" algn="l">
              <a:spcBef>
                <a:spcPts val="601"/>
              </a:spcBef>
              <a:buClr>
                <a:srgbClr val="822433"/>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400" b="0" u="none">
                <a:solidFill>
                  <a:srgbClr val="000000"/>
                </a:solidFill>
                <a:latin typeface="Arial"/>
                <a:ea typeface="Arial"/>
                <a:cs typeface="Arial"/>
              </a:rPr>
              <a:t>Seventh Outline Level</a:t>
            </a:r>
            <a:endParaRPr sz="2400" b="0" u="none">
              <a:solidFill>
                <a:srgbClr val="000000"/>
              </a:solidFill>
              <a:latin typeface="Arial"/>
              <a:ea typeface="Arial"/>
              <a:cs typeface="Arial"/>
            </a:endParaRPr>
          </a:p>
        </p:txBody>
      </p:sp>
      <p:sp>
        <p:nvSpPr>
          <p:cNvPr id="7" name="PlaceHolder 3">
            <a:extLst xmlns:a="http://schemas.openxmlformats.org/drawingml/2006/main">
              <a:ext uri="{FF2B5EF4-FFF2-40B4-BE49-F238E27FC236}">
                <a16:creationId xmlns:a16="http://schemas.microsoft.com/office/drawing/2014/main" id="{880B5B47-3DBF-4263-8CA5-FF54AACE8E1A}"/>
              </a:ext>
            </a:extLst>
          </p:cNvPr>
          <p:cNvSpPr>
            <a:spLocks xmlns:a="http://schemas.openxmlformats.org/drawingml/2006/main" noGrp="1"/>
          </p:cNvSpPr>
          <p:nvPr>
            <p:ph type="dt" idx="1"/>
          </p:nvPr>
        </p:nvSpPr>
        <p:spPr>
          <a:xfrm xmlns:a="http://schemas.openxmlformats.org/drawingml/2006/main">
            <a:off x="4343040" y="6146640"/>
            <a:ext cx="1904760" cy="457200"/>
          </a:xfrm>
          <a:prstGeom xmlns:a="http://schemas.openxmlformats.org/drawingml/2006/main" prst="rect">
            <a:avLst/>
          </a:prstGeom>
          <a:noFill xmlns:a="http://schemas.openxmlformats.org/drawingml/2006/main"/>
          <a:ln xmlns:a="http://schemas.openxmlformats.org/drawingml/2006/main" w="38160">
            <a:noFill/>
          </a:ln>
        </p:spPr>
        <p:txBody>
          <a:bodyPr xmlns:a="http://schemas.openxmlformats.org/drawingml/2006/main" lIns="90000" tIns="46800" rIns="90000" bIns="46800" anchor="t">
            <a:noAutofit/>
          </a:bodyPr>
          <a:lstStyle xmlns:a="http://schemas.openxmlformats.org/drawingml/2006/main">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100" b="0" u="none">
                <a:solidFill>
                  <a:srgbClr val="FFFFFF"/>
                </a:solidFill>
                <a:latin typeface="Arial"/>
                <a:ea typeface="Arial"/>
                <a:cs typeface="Arial"/>
              </a:defRPr>
            </a:lvl1pPr>
          </a:lstStyle>
          <a:p xmlns:a="http://schemas.openxmlformats.org/drawingml/2006/main">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429235F-AA7A-452D-A5FF-1DFF643972B7}" type="datetime">
              <a:rPr sz="1100" b="0" u="none">
                <a:solidFill>
                  <a:srgbClr val="FFFFFF"/>
                </a:solidFill>
                <a:latin typeface="Arial"/>
                <a:ea typeface="Arial"/>
                <a:cs typeface="Arial"/>
              </a:rPr>
              <a:t>10/03/26</a:t>
            </a:fld>
            <a:endParaRPr sz="1100" b="0" u="none">
              <a:solidFill>
                <a:srgbClr val="000000"/>
              </a:solidFill>
              <a:latin typeface="Arial"/>
              <a:ea typeface="Arial"/>
              <a:cs typeface="Arial"/>
            </a:endParaRPr>
          </a:p>
        </p:txBody>
      </p:sp>
      <p:sp>
        <p:nvSpPr>
          <p:cNvPr id="8" name="PlaceHolder 4">
            <a:extLst xmlns:a="http://schemas.openxmlformats.org/drawingml/2006/main">
              <a:ext uri="{FF2B5EF4-FFF2-40B4-BE49-F238E27FC236}">
                <a16:creationId xmlns:a16="http://schemas.microsoft.com/office/drawing/2014/main" id="{72458EB8-3623-4AC0-9688-DB6EFA96028C}"/>
              </a:ext>
            </a:extLst>
          </p:cNvPr>
          <p:cNvSpPr>
            <a:spLocks xmlns:a="http://schemas.openxmlformats.org/drawingml/2006/main" noGrp="1"/>
          </p:cNvSpPr>
          <p:nvPr>
            <p:ph type="ftr" idx="2"/>
          </p:nvPr>
        </p:nvSpPr>
        <p:spPr>
          <a:xfrm xmlns:a="http://schemas.openxmlformats.org/drawingml/2006/main">
            <a:off x="1218960" y="6146640"/>
            <a:ext cx="2895840" cy="457200"/>
          </a:xfrm>
          <a:prstGeom xmlns:a="http://schemas.openxmlformats.org/drawingml/2006/main" prst="rect">
            <a:avLst/>
          </a:prstGeom>
          <a:noFill xmlns:a="http://schemas.openxmlformats.org/drawingml/2006/main"/>
          <a:ln xmlns:a="http://schemas.openxmlformats.org/drawingml/2006/main" w="38160">
            <a:noFill/>
          </a:ln>
        </p:spPr>
        <p:txBody>
          <a:bodyPr xmlns:a="http://schemas.openxmlformats.org/drawingml/2006/main" lIns="90000" tIns="46800" rIns="90000" bIns="46800" anchor="t">
            <a:noAutofit/>
          </a:bodyPr>
          <a:lstStyle xmlns:a="http://schemas.openxmlformats.org/drawingml/2006/main">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100" b="0" u="none">
                <a:solidFill>
                  <a:srgbClr val="FFFFFF"/>
                </a:solidFill>
                <a:latin typeface="Arial"/>
                <a:ea typeface="Arial"/>
                <a:cs typeface="Arial"/>
              </a:defRPr>
            </a:lvl1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u="none">
                <a:solidFill>
                  <a:srgbClr val="FFFFFF"/>
                </a:solidFill>
                <a:latin typeface="Arial"/>
                <a:ea typeface="Arial"/>
                <a:cs typeface="Arial"/>
              </a:rPr>
              <a:t>&lt;footer&gt;</a:t>
            </a:r>
            <a:endParaRPr sz="1100" b="0" u="none">
              <a:solidFill>
                <a:srgbClr val="000000"/>
              </a:solidFill>
              <a:latin typeface="Arial"/>
              <a:ea typeface="Arial"/>
              <a:cs typeface="Arial"/>
            </a:endParaRPr>
          </a:p>
        </p:txBody>
      </p:sp>
      <p:sp>
        <p:nvSpPr>
          <p:cNvPr id="9" name="PlaceHolder 5">
            <a:extLst xmlns:a="http://schemas.openxmlformats.org/drawingml/2006/main">
              <a:ext uri="{FF2B5EF4-FFF2-40B4-BE49-F238E27FC236}">
                <a16:creationId xmlns:a16="http://schemas.microsoft.com/office/drawing/2014/main" id="{8D7DC1E8-0BB8-41CF-813F-69690FB64C90}"/>
              </a:ext>
            </a:extLst>
          </p:cNvPr>
          <p:cNvSpPr>
            <a:spLocks xmlns:a="http://schemas.openxmlformats.org/drawingml/2006/main" noGrp="1"/>
          </p:cNvSpPr>
          <p:nvPr>
            <p:ph type="sldNum" idx="3"/>
          </p:nvPr>
        </p:nvSpPr>
        <p:spPr>
          <a:xfrm xmlns:a="http://schemas.openxmlformats.org/drawingml/2006/main">
            <a:off x="6553080" y="6146640"/>
            <a:ext cx="1905120" cy="457200"/>
          </a:xfrm>
          <a:prstGeom xmlns:a="http://schemas.openxmlformats.org/drawingml/2006/main" prst="rect">
            <a:avLst/>
          </a:prstGeom>
          <a:noFill xmlns:a="http://schemas.openxmlformats.org/drawingml/2006/main"/>
          <a:ln xmlns:a="http://schemas.openxmlformats.org/drawingml/2006/main" w="38160">
            <a:noFill/>
          </a:ln>
        </p:spPr>
        <p:txBody>
          <a:bodyPr xmlns:a="http://schemas.openxmlformats.org/drawingml/2006/main" lIns="90000" tIns="46800" rIns="90000" bIns="46800" anchor="t">
            <a:noAutofit/>
          </a:bodyPr>
          <a:lstStyle xmlns:a="http://schemas.openxmlformats.org/drawingml/2006/main">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100" b="0" u="none">
                <a:solidFill>
                  <a:srgbClr val="FFFFFF"/>
                </a:solidFill>
                <a:latin typeface="Arial"/>
                <a:ea typeface="Arial"/>
                <a:cs typeface="Arial"/>
              </a:defRPr>
            </a:lvl1pPr>
          </a:lstStyle>
          <a:p xmlns:a="http://schemas.openxmlformats.org/drawingml/2006/main">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u="none">
                <a:solidFill>
                  <a:srgbClr val="FFFFFF"/>
                </a:solidFill>
                <a:latin typeface="Arial"/>
                <a:ea typeface="Arial"/>
                <a:cs typeface="Arial"/>
              </a:rPr>
              <a:t>Pagina </a:t>
            </a:r>
            <a:fld id="{0AF9AE1C-92DA-4312-A7E3-0ECA86EE0941}" type="slidenum">
              <a:rPr sz="1100" b="0" u="none">
                <a:solidFill>
                  <a:srgbClr val="FFFFFF"/>
                </a:solidFill>
                <a:latin typeface="Arial"/>
                <a:ea typeface="Arial"/>
                <a:cs typeface="Arial"/>
              </a:rPr>
              <a:t>&lt;number&gt;</a:t>
            </a:fld>
            <a:endParaRPr sz="1100" b="0" u="none">
              <a:solidFill>
                <a:srgbClr val="000000"/>
              </a:solidFill>
              <a:latin typeface="Arial"/>
              <a:ea typeface="Arial"/>
              <a:cs typeface="Aria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7a3e9b1f014f00"/>
    <p:sldLayoutId xmlns:r="http://schemas.openxmlformats.org/officeDocument/2006/relationships" id="2147483650" r:id="R8922ce41b7e44e89"/>
    <p:sldLayoutId xmlns:r="http://schemas.openxmlformats.org/officeDocument/2006/relationships" id="2147483651" r:id="R6b4f88ea06ed4193"/>
    <p:sldLayoutId xmlns:r="http://schemas.openxmlformats.org/officeDocument/2006/relationships" id="2147483652" r:id="Rb18af520d68b4506"/>
    <p:sldLayoutId xmlns:r="http://schemas.openxmlformats.org/officeDocument/2006/relationships" id="2147483653" r:id="R3b92e23d2a2b4a64"/>
  </p:sldLayoutIdLst>
</p:sldMaster>
</file>

<file path=ppt/slideMasters/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5.xml" Id="R65d4956e58754816" /><Relationship Type="http://schemas.openxmlformats.org/officeDocument/2006/relationships/image" Target="/ppt/media/image.png" Id="Rcaa1ebc2e2a34e0b" /><Relationship Type="http://schemas.openxmlformats.org/officeDocument/2006/relationships/notesSlide" Target="/ppt/notesSlides/notesSlide1.xml" Id="R0e1d9ebdd9184f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c49287be8a1847e1" /><Relationship Type="http://schemas.openxmlformats.org/officeDocument/2006/relationships/notesSlide" Target="/ppt/notesSlides/notesSlide2.xml" Id="Rc3bb8e0c91764d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c6bf30c26efe48dc" /><Relationship Type="http://schemas.openxmlformats.org/officeDocument/2006/relationships/notesSlide" Target="/ppt/notesSlides/notesSlide3.xml" Id="Rd87f3fcf5c6b47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88b4cc5922a94631" /><Relationship Type="http://schemas.openxmlformats.org/officeDocument/2006/relationships/notesSlide" Target="/ppt/notesSlides/notesSlide4.xml" Id="R9c300ed1eb6942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ede4fc28952e4e8c" /><Relationship Type="http://schemas.openxmlformats.org/officeDocument/2006/relationships/notesSlide" Target="/ppt/notesSlides/notesSlide5.xml" Id="R074f2f103fa642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8b33cdb9d0004f67" /><Relationship Type="http://schemas.openxmlformats.org/officeDocument/2006/relationships/chart" Target="/ppt/slides/charts/chart1.xml" Id="R27599b6d9cc04f78" /><Relationship Type="http://schemas.openxmlformats.org/officeDocument/2006/relationships/notesSlide" Target="/ppt/notesSlides/notesSlide6.xml" Id="Rce6a5a27f2244e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72c31aecdd204592" /><Relationship Type="http://schemas.openxmlformats.org/officeDocument/2006/relationships/notesSlide" Target="/ppt/notesSlides/notesSlide7.xml" Id="Re4811629ca2f46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5b5e9876c25a4bc4" /><Relationship Type="http://schemas.openxmlformats.org/officeDocument/2006/relationships/notesSlide" Target="/ppt/notesSlides/notesSlide8.xml" Id="R599d636cbe0943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9a89358829ff4645" /><Relationship Type="http://schemas.openxmlformats.org/officeDocument/2006/relationships/chart" Target="/ppt/slides/charts/chart2.xml" Id="Rbabbadec69b746fa" /><Relationship Type="http://schemas.openxmlformats.org/officeDocument/2006/relationships/chart" Target="/ppt/slides/charts/chart3.xml" Id="Raad4e14405ba4313" /><Relationship Type="http://schemas.openxmlformats.org/officeDocument/2006/relationships/notesSlide" Target="/ppt/notesSlides/notesSlide9.xml" Id="Ra1202bf9fceb46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903dde58fc974ec1" /><Relationship Type="http://schemas.openxmlformats.org/officeDocument/2006/relationships/notesSlide" Target="/ppt/notesSlides/notesSlide10.xml" Id="R49750ba1e3924f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902f267b438d4135" /><Relationship Type="http://schemas.openxmlformats.org/officeDocument/2006/relationships/notesSlide" Target="/ppt/notesSlides/notesSlide11.xml" Id="R2a9987affc6f41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9be20e98f11e475a" /><Relationship Type="http://schemas.openxmlformats.org/officeDocument/2006/relationships/notesSlide" Target="/ppt/notesSlides/notesSlide12.xml" Id="Rb3922ef4d0234f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7c5cc0a90008484f" /><Relationship Type="http://schemas.openxmlformats.org/officeDocument/2006/relationships/chart" Target="/ppt/slides/charts/chart4.xml" Id="R81bd7855a2fa4ca3" /><Relationship Type="http://schemas.openxmlformats.org/officeDocument/2006/relationships/chart" Target="/ppt/slides/charts/chart5.xml" Id="R2a4876427f284de8" /><Relationship Type="http://schemas.openxmlformats.org/officeDocument/2006/relationships/notesSlide" Target="/ppt/notesSlides/notesSlide13.xml" Id="R7b49bee0e84b47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3985762576584a80" /><Relationship Type="http://schemas.openxmlformats.org/officeDocument/2006/relationships/notesSlide" Target="/ppt/notesSlides/notesSlide14.xml" Id="R7c6f2e38d26d45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80a3b44b9a1e41cb" /><Relationship Type="http://schemas.openxmlformats.org/officeDocument/2006/relationships/notesSlide" Target="/ppt/notesSlides/notesSlide15.xml" Id="Rdf32d02fa06347b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4.xml" Id="Ra8d0d1f713b14dd9" /><Relationship Type="http://schemas.openxmlformats.org/officeDocument/2006/relationships/notesSlide" Target="/ppt/notesSlides/notesSlide16.xml" Id="R6101bac6b6eb4df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family F1</c:v>
          </c:tx>
          <c:spPr>
            <a:solidFill xmlns:a="http://schemas.openxmlformats.org/drawingml/2006/main">
              <a:srgbClr val="A6A6A6"/>
            </a:solidFill>
            <a:ln xmlns:a="http://schemas.openxmlformats.org/drawingml/2006/main" w="0">
              <a:noFill/>
              <a:prstDash val="solid"/>
            </a:ln>
          </c:spPr>
          <c:invertIfNegative val="0"/>
          <c:dPt>
            <c:idx val="4"/>
            <c:invertIfNegative val="0"/>
            <c:spPr>
              <a:solidFill xmlns:a="http://schemas.openxmlformats.org/drawingml/2006/main">
                <a:srgbClr val="822433"/>
              </a:solidFill>
              <a:ln xmlns:a="http://schemas.openxmlformats.org/drawingml/2006/main" w="0">
                <a:noFill/>
                <a:prstDash val="solid"/>
              </a:ln>
            </c:spPr>
          </c:dPt>
          <c:cat>
            <c:strRef>
              <c:f>'Chart Data'!$A$2:$A$6</c:f>
              <c:strCache>
                <c:ptCount val="5"/>
                <c:pt idx="0">
                  <c:v>Random</c:v>
                </c:pt>
                <c:pt idx="1">
                  <c:v>Targeted</c:v>
                </c:pt>
                <c:pt idx="2">
                  <c:v>Drift</c:v>
                </c:pt>
                <c:pt idx="3">
                  <c:v>Noise</c:v>
                </c:pt>
                <c:pt idx="4">
                  <c:v>Replay</c:v>
                </c:pt>
              </c:strCache>
            </c:strRef>
          </c:cat>
          <c:val>
            <c:numRef>
              <c:f>'Chart Data'!$B$2:$B$6</c:f>
              <c:numCache>
                <c:formatCode>0.000</c:formatCode>
                <c:ptCount val="5"/>
                <c:pt idx="0">
                  <c:v>0.987254</c:v>
                </c:pt>
                <c:pt idx="1">
                  <c:v>0.994871</c:v>
                </c:pt>
                <c:pt idx="2">
                  <c:v>0.879678</c:v>
                </c:pt>
                <c:pt idx="3">
                  <c:v>0.859437</c:v>
                </c:pt>
                <c:pt idx="4">
                  <c:v>0.015079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202020"/>
                  </a:solidFil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0D0"/>
            </a:solidFill>
            <a:prstDash val="solid"/>
          </a:ln>
        </c:spPr>
        <c:txPr>
          <a:bodyPr xmlns:a="http://schemas.openxmlformats.org/drawingml/2006/main" anchorCtr="1"/>
          <a:lstStyle xmlns:a="http://schemas.openxmlformats.org/drawingml/2006/main"/>
          <a:p xmlns:a="http://schemas.openxmlformats.org/drawingml/2006/main">
            <a:pPr>
              <a:defRPr sz="1575">
                <a:solidFill>
                  <a:srgbClr val="202020"/>
                </a:solidFill>
              </a:defRPr>
            </a:pPr>
          </a:p>
        </c:txPr>
        <c:crossAx val="48672768"/>
      </c:catAx>
      <c:valAx>
        <c:axId val="48672768"/>
        <c:scaling>
          <c:orientation val="minMax"/>
          <c:max val="1.1"/>
          <c:min val="0"/>
        </c:scaling>
        <c:delete val="0"/>
        <c:axPos val="l"/>
        <c:majorGridlines>
          <c:spPr>
            <a:ln xmlns:a="http://schemas.openxmlformats.org/drawingml/2006/main" w="5715">
              <a:solidFill>
                <a:srgbClr val="E5E5E5"/>
              </a:solidFill>
              <a:prstDash val="solid"/>
            </a:ln>
          </c:spPr>
        </c:majorGridlines>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75">
                <a:solidFill>
                  <a:srgbClr val="555555"/>
                </a:solidFil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Normal reference</c:v>
          </c:tx>
          <c:spPr>
            <a:solidFill xmlns:a="http://schemas.openxmlformats.org/drawingml/2006/main">
              <a:srgbClr val="31556F"/>
            </a:solidFill>
            <a:ln xmlns:a="http://schemas.openxmlformats.org/drawingml/2006/main" w="14288">
              <a:solidFill>
                <a:srgbClr val="31556F"/>
              </a:solidFill>
              <a:prstDash val="solid"/>
            </a:ln>
          </c:spPr>
          <c:marker>
            <c:symbol val="diamond"/>
            <c:size val="6"/>
            <c:spPr>
              <a:solidFill xmlns:a="http://schemas.openxmlformats.org/drawingml/2006/main">
                <a:srgbClr val="31556F"/>
              </a:solidFill>
            </c:spPr>
          </c:marker>
          <c:xVal>
            <c:numRef>
              <c:f>'Chart Data'!$A$2:$A$16</c:f>
              <c:numCache>
                <c:formatCode>General</c:formatCode>
                <c:ptCount val="15"/>
                <c:pt idx="0">
                  <c:v>129</c:v>
                </c:pt>
                <c:pt idx="1">
                  <c:v>130</c:v>
                </c:pt>
                <c:pt idx="2">
                  <c:v>132</c:v>
                </c:pt>
                <c:pt idx="3">
                  <c:v>133</c:v>
                </c:pt>
                <c:pt idx="4">
                  <c:v>134</c:v>
                </c:pt>
                <c:pt idx="5">
                  <c:v>137</c:v>
                </c:pt>
                <c:pt idx="6">
                  <c:v>138</c:v>
                </c:pt>
                <c:pt idx="7">
                  <c:v>139</c:v>
                </c:pt>
                <c:pt idx="8">
                  <c:v>142</c:v>
                </c:pt>
                <c:pt idx="9">
                  <c:v>143</c:v>
                </c:pt>
                <c:pt idx="10">
                  <c:v>144</c:v>
                </c:pt>
                <c:pt idx="11">
                  <c:v>145</c:v>
                </c:pt>
                <c:pt idx="12">
                  <c:v>146</c:v>
                </c:pt>
                <c:pt idx="13">
                  <c:v>147</c:v>
                </c:pt>
                <c:pt idx="14">
                  <c:v>149</c:v>
                </c:pt>
              </c:numCache>
            </c:numRef>
          </c:xVal>
          <c:yVal>
            <c:numRef>
              <c:f>'Chart Data'!$B$2:$B$16</c:f>
              <c:numCache>
                <c:formatCode>0</c:formatCode>
                <c:ptCount val="15"/>
                <c:pt idx="0">
                  <c:v>33.123232</c:v>
                </c:pt>
                <c:pt idx="1">
                  <c:v>33.946346</c:v>
                </c:pt>
                <c:pt idx="2">
                  <c:v>33.873381</c:v>
                </c:pt>
                <c:pt idx="3">
                  <c:v>34.126508</c:v>
                </c:pt>
                <c:pt idx="4">
                  <c:v>34.330898</c:v>
                </c:pt>
                <c:pt idx="5">
                  <c:v>32.42013</c:v>
                </c:pt>
                <c:pt idx="6">
                  <c:v>31.520336</c:v>
                </c:pt>
                <c:pt idx="7">
                  <c:v>32.218292</c:v>
                </c:pt>
                <c:pt idx="8">
                  <c:v>35.250088</c:v>
                </c:pt>
                <c:pt idx="9">
                  <c:v>35.832496</c:v>
                </c:pt>
                <c:pt idx="10">
                  <c:v>36.203442</c:v>
                </c:pt>
                <c:pt idx="11">
                  <c:v>36.433382</c:v>
                </c:pt>
                <c:pt idx="12">
                  <c:v>36.541641</c:v>
                </c:pt>
                <c:pt idx="13">
                  <c:v>36.615399</c:v>
                </c:pt>
                <c:pt idx="14">
                  <c:v>35.433814</c:v>
                </c:pt>
              </c:numCache>
            </c:numRef>
          </c:yVal>
        </c:ser>
        <c:ser>
          <c:idx val="1"/>
          <c:order val="1"/>
          <c:tx>
            <c:v>Unmodified reading</c:v>
          </c:tx>
          <c:spPr>
            <a:solidFill xmlns:a="http://schemas.openxmlformats.org/drawingml/2006/main">
              <a:srgbClr val="888888"/>
            </a:solidFill>
            <a:ln xmlns:a="http://schemas.openxmlformats.org/drawingml/2006/main" w="0">
              <a:noFill/>
              <a:prstDash val="solid"/>
            </a:ln>
          </c:spPr>
          <c:marker>
            <c:symbol val="circle"/>
            <c:size val="7"/>
            <c:spPr>
              <a:solidFill xmlns:a="http://schemas.openxmlformats.org/drawingml/2006/main">
                <a:srgbClr val="888888"/>
              </a:solidFill>
            </c:spPr>
          </c:marker>
          <c:xVal>
            <c:numRef>
              <c:f>'Chart Data'!$C$2:$C$12</c:f>
              <c:numCache>
                <c:formatCode>General</c:formatCode>
                <c:ptCount val="11"/>
                <c:pt idx="0">
                  <c:v>129</c:v>
                </c:pt>
                <c:pt idx="1">
                  <c:v>130</c:v>
                </c:pt>
                <c:pt idx="2">
                  <c:v>132</c:v>
                </c:pt>
                <c:pt idx="3">
                  <c:v>134</c:v>
                </c:pt>
                <c:pt idx="4">
                  <c:v>138</c:v>
                </c:pt>
                <c:pt idx="5">
                  <c:v>139</c:v>
                </c:pt>
                <c:pt idx="6">
                  <c:v>143</c:v>
                </c:pt>
                <c:pt idx="7">
                  <c:v>144</c:v>
                </c:pt>
                <c:pt idx="8">
                  <c:v>146</c:v>
                </c:pt>
                <c:pt idx="9">
                  <c:v>147</c:v>
                </c:pt>
                <c:pt idx="10">
                  <c:v>149</c:v>
                </c:pt>
              </c:numCache>
            </c:numRef>
          </c:xVal>
          <c:yVal>
            <c:numRef>
              <c:f>'Chart Data'!$D$2:$D$12</c:f>
              <c:numCache>
                <c:formatCode>0</c:formatCode>
                <c:ptCount val="11"/>
                <c:pt idx="0">
                  <c:v>32.975586</c:v>
                </c:pt>
                <c:pt idx="1">
                  <c:v>33.921722</c:v>
                </c:pt>
                <c:pt idx="2">
                  <c:v>33.987305</c:v>
                </c:pt>
                <c:pt idx="3">
                  <c:v>34.256706</c:v>
                </c:pt>
                <c:pt idx="4">
                  <c:v>31.443239</c:v>
                </c:pt>
                <c:pt idx="5">
                  <c:v>32.213001</c:v>
                </c:pt>
                <c:pt idx="6">
                  <c:v>35.825386</c:v>
                </c:pt>
                <c:pt idx="7">
                  <c:v>36.186081</c:v>
                </c:pt>
                <c:pt idx="8">
                  <c:v>36.684582</c:v>
                </c:pt>
                <c:pt idx="9">
                  <c:v>36.692558</c:v>
                </c:pt>
                <c:pt idx="10">
                  <c:v>35.496342</c:v>
                </c:pt>
              </c:numCache>
            </c:numRef>
          </c:yVal>
        </c:ser>
        <c:ser>
          <c:idx val="2"/>
          <c:order val="2"/>
          <c:tx>
            <c:v>Replayed reading</c:v>
          </c:tx>
          <c:spPr>
            <a:solidFill xmlns:a="http://schemas.openxmlformats.org/drawingml/2006/main">
              <a:srgbClr val="822433"/>
            </a:solidFill>
            <a:ln xmlns:a="http://schemas.openxmlformats.org/drawingml/2006/main" w="0">
              <a:noFill/>
              <a:prstDash val="solid"/>
            </a:ln>
          </c:spPr>
          <c:marker>
            <c:symbol val="circle"/>
            <c:size val="7"/>
            <c:spPr>
              <a:solidFill xmlns:a="http://schemas.openxmlformats.org/drawingml/2006/main">
                <a:srgbClr val="822433"/>
              </a:solidFill>
            </c:spPr>
          </c:marker>
          <c:xVal>
            <c:numRef>
              <c:f>'Chart Data'!$E$2:$E$5</c:f>
              <c:numCache>
                <c:formatCode>General</c:formatCode>
                <c:ptCount val="4"/>
                <c:pt idx="0">
                  <c:v>133</c:v>
                </c:pt>
                <c:pt idx="1">
                  <c:v>137</c:v>
                </c:pt>
                <c:pt idx="2">
                  <c:v>142</c:v>
                </c:pt>
                <c:pt idx="3">
                  <c:v>145</c:v>
                </c:pt>
              </c:numCache>
            </c:numRef>
          </c:xVal>
          <c:yVal>
            <c:numRef>
              <c:f>'Chart Data'!$F$2:$F$5</c:f>
              <c:numCache>
                <c:formatCode>0</c:formatCode>
                <c:ptCount val="4"/>
                <c:pt idx="0">
                  <c:v>33.921722</c:v>
                </c:pt>
                <c:pt idx="1">
                  <c:v>34.256706</c:v>
                </c:pt>
                <c:pt idx="2">
                  <c:v>32.213001</c:v>
                </c:pt>
                <c:pt idx="3">
                  <c:v>35.548458</c:v>
                </c:pt>
              </c:numCache>
            </c:numRef>
          </c:yVal>
        </c:ser>
        <c:axId val="48650112"/>
        <c:axId val="48672768"/>
      </c:scatterChart>
      <c:valAx>
        <c:axId val="48672768"/>
        <c:scaling>
          <c:orientation val="minMax"/>
          <c:max val="38"/>
          <c:min val="30"/>
        </c:scaling>
        <c:delete val="0"/>
        <c:axPos val="l"/>
        <c:majorGridlines>
          <c:spPr>
            <a:ln xmlns:a="http://schemas.openxmlformats.org/drawingml/2006/main" w="4763">
              <a:solidFill>
                <a:srgbClr val="DDDDDD"/>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202020"/>
                </a:solidFill>
              </a:defRPr>
            </a:pPr>
          </a:p>
        </c:txPr>
        <c:crossAx val="48650112"/>
        <c:majorUnit val="2"/>
      </c:valAx>
      <c:valAx>
        <c:axId val="48650112"/>
        <c:scaling>
          <c:orientation val="minMax"/>
          <c:max val="149"/>
          <c:min val="129"/>
        </c:scaling>
        <c:delete val="0"/>
        <c:axPos val="b"/>
        <c:numFmt formatCode="0"/>
        <c:majorTickMark val="none"/>
        <c:minorTickMark val="none"/>
        <c:spPr>
          <a:ln xmlns:a="http://schemas.openxmlformats.org/drawingml/2006/main" w="9525">
            <a:solidFill>
              <a:srgbClr val="BBBBBB"/>
            </a:solidFill>
            <a:prstDash val="solid"/>
          </a:ln>
        </c:spPr>
        <c:txPr>
          <a:bodyPr xmlns:a="http://schemas.openxmlformats.org/drawingml/2006/main" anchorCtr="1"/>
          <a:lstStyle xmlns:a="http://schemas.openxmlformats.org/drawingml/2006/main"/>
          <a:p xmlns:a="http://schemas.openxmlformats.org/drawingml/2006/main">
            <a:pPr>
              <a:defRPr sz="1275">
                <a:solidFill>
                  <a:srgbClr val="202020"/>
                </a:solidFill>
              </a:defRPr>
            </a:pPr>
          </a:p>
        </c:txPr>
        <c:crossAx val="48672768"/>
        <c:majorUnit val="4"/>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Threshold</c:v>
          </c:tx>
          <c:spPr>
            <a:solidFill xmlns:a="http://schemas.openxmlformats.org/drawingml/2006/main">
              <a:srgbClr val="822433"/>
            </a:solidFill>
            <a:ln xmlns:a="http://schemas.openxmlformats.org/drawingml/2006/main" w="13335">
              <a:solidFill>
                <a:srgbClr val="822433"/>
              </a:solidFill>
              <a:prstDash val="solid"/>
            </a:ln>
          </c:spPr>
          <c:marker>
            <c:symbol val="circle"/>
            <c:size val="2"/>
            <c:spPr>
              <a:solidFill xmlns:a="http://schemas.openxmlformats.org/drawingml/2006/main">
                <a:srgbClr val="822433"/>
              </a:solidFill>
            </c:spPr>
          </c:marker>
          <c:xVal>
            <c:numRef>
              <c:f>'Chart Data'!$A$2:$A$22</c:f>
              <c:numCache>
                <c:formatCode>General</c:formatCode>
                <c:ptCount val="21"/>
                <c:pt idx="0">
                  <c:v>129</c:v>
                </c:pt>
                <c:pt idx="1">
                  <c:v>130</c:v>
                </c:pt>
                <c:pt idx="2">
                  <c:v>131</c:v>
                </c:pt>
                <c:pt idx="3">
                  <c:v>132</c:v>
                </c:pt>
                <c:pt idx="4">
                  <c:v>133</c:v>
                </c:pt>
                <c:pt idx="5">
                  <c:v>134</c:v>
                </c:pt>
                <c:pt idx="6">
                  <c:v>135</c:v>
                </c:pt>
                <c:pt idx="7">
                  <c:v>136</c:v>
                </c:pt>
                <c:pt idx="8">
                  <c:v>137</c:v>
                </c:pt>
                <c:pt idx="9">
                  <c:v>138</c:v>
                </c:pt>
                <c:pt idx="10">
                  <c:v>139</c:v>
                </c:pt>
                <c:pt idx="11">
                  <c:v>140</c:v>
                </c:pt>
                <c:pt idx="12">
                  <c:v>141</c:v>
                </c:pt>
                <c:pt idx="13">
                  <c:v>142</c:v>
                </c:pt>
                <c:pt idx="14">
                  <c:v>143</c:v>
                </c:pt>
                <c:pt idx="15">
                  <c:v>144</c:v>
                </c:pt>
                <c:pt idx="16">
                  <c:v>145</c:v>
                </c:pt>
                <c:pt idx="17">
                  <c:v>146</c:v>
                </c:pt>
                <c:pt idx="18">
                  <c:v>147</c:v>
                </c:pt>
                <c:pt idx="19">
                  <c:v>148</c:v>
                </c:pt>
                <c:pt idx="20">
                  <c:v>149</c:v>
                </c:pt>
              </c:numCache>
            </c:numRef>
          </c:xVal>
          <c:yVal>
            <c:numRef>
              <c:f>'Chart Data'!$B$2:$B$22</c:f>
              <c:numCache>
                <c:formatCode>0.0</c:formatCode>
                <c:ptCount val="21"/>
                <c:pt idx="0">
                  <c:v>0.985177646861955</c:v>
                </c:pt>
                <c:pt idx="1">
                  <c:v>0.985177646861955</c:v>
                </c:pt>
                <c:pt idx="2">
                  <c:v>0.985177646861955</c:v>
                </c:pt>
                <c:pt idx="3">
                  <c:v>0.985177646861955</c:v>
                </c:pt>
                <c:pt idx="4">
                  <c:v>0.985177646861955</c:v>
                </c:pt>
                <c:pt idx="5">
                  <c:v>0.985177646861955</c:v>
                </c:pt>
                <c:pt idx="6">
                  <c:v>0.985177646861955</c:v>
                </c:pt>
                <c:pt idx="7">
                  <c:v>0.985177646861955</c:v>
                </c:pt>
                <c:pt idx="8">
                  <c:v>0.985177646861955</c:v>
                </c:pt>
                <c:pt idx="9">
                  <c:v>0.985177646861955</c:v>
                </c:pt>
                <c:pt idx="10">
                  <c:v>0.985177646861955</c:v>
                </c:pt>
                <c:pt idx="11">
                  <c:v>0.985177646861955</c:v>
                </c:pt>
                <c:pt idx="12">
                  <c:v>0.985177646861955</c:v>
                </c:pt>
                <c:pt idx="13">
                  <c:v>0.985177646861955</c:v>
                </c:pt>
                <c:pt idx="14">
                  <c:v>0.985177646861955</c:v>
                </c:pt>
                <c:pt idx="15">
                  <c:v>0.985177646861955</c:v>
                </c:pt>
                <c:pt idx="16">
                  <c:v>0.985177646861955</c:v>
                </c:pt>
                <c:pt idx="17">
                  <c:v>0.985177646861955</c:v>
                </c:pt>
                <c:pt idx="18">
                  <c:v>0.985177646861955</c:v>
                </c:pt>
                <c:pt idx="19">
                  <c:v>0.985177646861955</c:v>
                </c:pt>
                <c:pt idx="20">
                  <c:v>0.985177646861955</c:v>
                </c:pt>
              </c:numCache>
            </c:numRef>
          </c:yVal>
        </c:ser>
        <c:ser>
          <c:idx val="1"/>
          <c:order val="1"/>
          <c:tx>
            <c:v>Unmodified observation</c:v>
          </c:tx>
          <c:spPr>
            <a:solidFill xmlns:a="http://schemas.openxmlformats.org/drawingml/2006/main">
              <a:srgbClr val="888888"/>
            </a:solidFill>
            <a:ln xmlns:a="http://schemas.openxmlformats.org/drawingml/2006/main" w="0">
              <a:noFill/>
              <a:prstDash val="solid"/>
            </a:ln>
          </c:spPr>
          <c:marker>
            <c:symbol val="circle"/>
            <c:size val="7"/>
            <c:spPr>
              <a:solidFill xmlns:a="http://schemas.openxmlformats.org/drawingml/2006/main">
                <a:srgbClr val="888888"/>
              </a:solidFill>
            </c:spPr>
          </c:marker>
          <c:xVal>
            <c:numRef>
              <c:f>'Chart Data'!$C$2:$C$12</c:f>
              <c:numCache>
                <c:formatCode>General</c:formatCode>
                <c:ptCount val="11"/>
                <c:pt idx="0">
                  <c:v>129</c:v>
                </c:pt>
                <c:pt idx="1">
                  <c:v>130</c:v>
                </c:pt>
                <c:pt idx="2">
                  <c:v>132</c:v>
                </c:pt>
                <c:pt idx="3">
                  <c:v>134</c:v>
                </c:pt>
                <c:pt idx="4">
                  <c:v>138</c:v>
                </c:pt>
                <c:pt idx="5">
                  <c:v>139</c:v>
                </c:pt>
                <c:pt idx="6">
                  <c:v>143</c:v>
                </c:pt>
                <c:pt idx="7">
                  <c:v>144</c:v>
                </c:pt>
                <c:pt idx="8">
                  <c:v>146</c:v>
                </c:pt>
                <c:pt idx="9">
                  <c:v>147</c:v>
                </c:pt>
                <c:pt idx="10">
                  <c:v>149</c:v>
                </c:pt>
              </c:numCache>
            </c:numRef>
          </c:xVal>
          <c:yVal>
            <c:numRef>
              <c:f>'Chart Data'!$D$2:$D$12</c:f>
              <c:numCache>
                <c:formatCode>0.0</c:formatCode>
                <c:ptCount val="11"/>
                <c:pt idx="0">
                  <c:v>0.060104</c:v>
                </c:pt>
                <c:pt idx="1">
                  <c:v>0.019221</c:v>
                </c:pt>
                <c:pt idx="2">
                  <c:v>0.022772</c:v>
                </c:pt>
                <c:pt idx="3">
                  <c:v>0.016602</c:v>
                </c:pt>
                <c:pt idx="4">
                  <c:v>0.921572</c:v>
                </c:pt>
                <c:pt idx="5">
                  <c:v>0.92076</c:v>
                </c:pt>
                <c:pt idx="6">
                  <c:v>0.982819</c:v>
                </c:pt>
                <c:pt idx="7">
                  <c:v>0.966444</c:v>
                </c:pt>
                <c:pt idx="8">
                  <c:v>0.983072</c:v>
                </c:pt>
                <c:pt idx="9">
                  <c:v>0.95853</c:v>
                </c:pt>
                <c:pt idx="10">
                  <c:v>0.925163</c:v>
                </c:pt>
              </c:numCache>
            </c:numRef>
          </c:yVal>
        </c:ser>
        <c:ser>
          <c:idx val="2"/>
          <c:order val="2"/>
          <c:tx>
            <c:v>Replayed observation</c:v>
          </c:tx>
          <c:spPr>
            <a:solidFill xmlns:a="http://schemas.openxmlformats.org/drawingml/2006/main">
              <a:srgbClr val="822433"/>
            </a:solidFill>
            <a:ln xmlns:a="http://schemas.openxmlformats.org/drawingml/2006/main" w="0">
              <a:noFill/>
              <a:prstDash val="solid"/>
            </a:ln>
          </c:spPr>
          <c:marker>
            <c:symbol val="circle"/>
            <c:size val="7"/>
            <c:spPr>
              <a:solidFill xmlns:a="http://schemas.openxmlformats.org/drawingml/2006/main">
                <a:srgbClr val="822433"/>
              </a:solidFill>
            </c:spPr>
          </c:marker>
          <c:xVal>
            <c:numRef>
              <c:f>'Chart Data'!$E$2:$E$5</c:f>
              <c:numCache>
                <c:formatCode>General</c:formatCode>
                <c:ptCount val="4"/>
                <c:pt idx="0">
                  <c:v>133</c:v>
                </c:pt>
                <c:pt idx="1">
                  <c:v>137</c:v>
                </c:pt>
                <c:pt idx="2">
                  <c:v>142</c:v>
                </c:pt>
                <c:pt idx="3">
                  <c:v>145</c:v>
                </c:pt>
              </c:numCache>
            </c:numRef>
          </c:xVal>
          <c:yVal>
            <c:numRef>
              <c:f>'Chart Data'!$F$2:$F$5</c:f>
              <c:numCache>
                <c:formatCode>0.0</c:formatCode>
                <c:ptCount val="4"/>
                <c:pt idx="0">
                  <c:v>0.045479</c:v>
                </c:pt>
                <c:pt idx="1">
                  <c:v>0.998638</c:v>
                </c:pt>
                <c:pt idx="2">
                  <c:v>0.999732</c:v>
                </c:pt>
                <c:pt idx="3">
                  <c:v>0.999349</c:v>
                </c:pt>
              </c:numCache>
            </c:numRef>
          </c:yVal>
        </c:ser>
        <c:axId val="48650112"/>
        <c:axId val="48672768"/>
      </c:scatterChart>
      <c:valAx>
        <c:axId val="48672768"/>
        <c:scaling>
          <c:orientation val="minMax"/>
          <c:max val="1.08"/>
          <c:min val="0"/>
        </c:scaling>
        <c:delete val="0"/>
        <c:axPos val="l"/>
        <c:majorGridlines>
          <c:spPr>
            <a:ln xmlns:a="http://schemas.openxmlformats.org/drawingml/2006/main" w="4763">
              <a:solidFill>
                <a:srgbClr val="DDDDDD"/>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202020"/>
                </a:solidFill>
              </a:defRPr>
            </a:pPr>
          </a:p>
        </c:txPr>
        <c:crossAx val="48650112"/>
        <c:majorUnit val="0.5"/>
      </c:valAx>
      <c:valAx>
        <c:axId val="48650112"/>
        <c:scaling>
          <c:orientation val="minMax"/>
          <c:max val="149"/>
          <c:min val="129"/>
        </c:scaling>
        <c:delete val="0"/>
        <c:axPos val="b"/>
        <c:numFmt formatCode="0"/>
        <c:majorTickMark val="none"/>
        <c:minorTickMark val="none"/>
        <c:spPr>
          <a:ln xmlns:a="http://schemas.openxmlformats.org/drawingml/2006/main" w="9525">
            <a:solidFill>
              <a:srgbClr val="BBBBBB"/>
            </a:solidFill>
            <a:prstDash val="solid"/>
          </a:ln>
        </c:spPr>
        <c:txPr>
          <a:bodyPr xmlns:a="http://schemas.openxmlformats.org/drawingml/2006/main" anchorCtr="1"/>
          <a:lstStyle xmlns:a="http://schemas.openxmlformats.org/drawingml/2006/main"/>
          <a:p xmlns:a="http://schemas.openxmlformats.org/drawingml/2006/main">
            <a:pPr>
              <a:defRPr sz="1275">
                <a:solidFill>
                  <a:srgbClr val="202020"/>
                </a:solidFill>
              </a:defRPr>
            </a:pPr>
          </a:p>
        </c:txPr>
        <c:crossAx val="48672768"/>
        <c:majorUnit val="4"/>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LightGBM</c:v>
          </c:tx>
          <c:spPr>
            <a:solidFill xmlns:a="http://schemas.openxmlformats.org/drawingml/2006/main">
              <a:srgbClr val="A6A6A6"/>
            </a:solidFill>
            <a:ln xmlns:a="http://schemas.openxmlformats.org/drawingml/2006/main" w="0">
              <a:noFill/>
              <a:prstDash val="solid"/>
            </a:ln>
          </c:spPr>
          <c:invertIfNegative val="0"/>
          <c:cat>
            <c:strRef>
              <c:f>'Chart Data'!$A$2:$A$6</c:f>
              <c:strCache>
                <c:ptCount val="5"/>
                <c:pt idx="0">
                  <c:v>Random</c:v>
                </c:pt>
                <c:pt idx="1">
                  <c:v>Replay</c:v>
                </c:pt>
                <c:pt idx="2">
                  <c:v>Drift</c:v>
                </c:pt>
                <c:pt idx="3">
                  <c:v>Noise</c:v>
                </c:pt>
                <c:pt idx="4">
                  <c:v>Targeted</c:v>
                </c:pt>
              </c:strCache>
            </c:strRef>
          </c:cat>
          <c:val>
            <c:numRef>
              <c:f>'Chart Data'!$B$2:$B$6</c:f>
              <c:numCache>
                <c:formatCode>0.0000</c:formatCode>
                <c:ptCount val="5"/>
                <c:pt idx="0">
                  <c:v>0.974</c:v>
                </c:pt>
                <c:pt idx="1">
                  <c:v>0.906</c:v>
                </c:pt>
                <c:pt idx="2">
                  <c:v>0.7627</c:v>
                </c:pt>
                <c:pt idx="3">
                  <c:v>0.6742</c:v>
                </c:pt>
                <c:pt idx="4">
                  <c:v>0.9795</c:v>
                </c:pt>
              </c:numCache>
            </c:numRef>
          </c:val>
        </c:ser>
        <c:ser>
          <c:idx val="1"/>
          <c:order val="1"/>
          <c:tx>
            <c:v>Hybrid</c:v>
          </c:tx>
          <c:spPr>
            <a:solidFill xmlns:a="http://schemas.openxmlformats.org/drawingml/2006/main">
              <a:srgbClr val="822433"/>
            </a:solidFill>
            <a:ln xmlns:a="http://schemas.openxmlformats.org/drawingml/2006/main" w="0">
              <a:noFill/>
              <a:prstDash val="solid"/>
            </a:ln>
          </c:spPr>
          <c:invertIfNegative val="0"/>
          <c:cat>
            <c:strRef>
              <c:f>'Chart Data'!$C$2:$C$6</c:f>
              <c:strCache>
                <c:ptCount val="5"/>
                <c:pt idx="0">
                  <c:v>Random</c:v>
                </c:pt>
                <c:pt idx="1">
                  <c:v>Replay</c:v>
                </c:pt>
                <c:pt idx="2">
                  <c:v>Drift</c:v>
                </c:pt>
                <c:pt idx="3">
                  <c:v>Noise</c:v>
                </c:pt>
                <c:pt idx="4">
                  <c:v>Targeted</c:v>
                </c:pt>
              </c:strCache>
            </c:strRef>
          </c:cat>
          <c:val>
            <c:numRef>
              <c:f>'Chart Data'!$D$2:$D$6</c:f>
              <c:numCache>
                <c:formatCode>0.0000</c:formatCode>
                <c:ptCount val="5"/>
                <c:pt idx="0">
                  <c:v>0.9549</c:v>
                </c:pt>
                <c:pt idx="1">
                  <c:v>0.9283</c:v>
                </c:pt>
                <c:pt idx="2">
                  <c:v>0.8274</c:v>
                </c:pt>
                <c:pt idx="3">
                  <c:v>0.8439</c:v>
                </c:pt>
                <c:pt idx="4">
                  <c:v>0.968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275">
                  <a:solidFill>
                    <a:srgbClr val="202020"/>
                  </a:solidFill>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202020"/>
                </a:solidFill>
              </a:defRPr>
            </a:pPr>
          </a:p>
        </c:txPr>
        <c:crossAx val="48672768"/>
      </c:catAx>
      <c:valAx>
        <c:axId val="48672768"/>
        <c:scaling>
          <c:orientation val="minMax"/>
          <c:max val="1.3"/>
          <c:min val="0"/>
        </c:scaling>
        <c:delete val="0"/>
        <c:axPos val="b"/>
        <c:numFmt formatCode="0.0"/>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55555"/>
                </a:solidFill>
              </a:defRPr>
            </a:pPr>
          </a:p>
        </c:txPr>
        <c:crossAx val="48650112"/>
        <c:crossBetween val="between"/>
        <c:majorUnit val="0.5"/>
      </c:valAx>
      <c:spPr>
        <a:noFill xmlns:a="http://schemas.openxmlformats.org/drawingml/2006/main"/>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350">
              <a:solidFill>
                <a:srgbClr val="202020"/>
              </a:solidFil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LightGBM</c:v>
          </c:tx>
          <c:spPr>
            <a:solidFill xmlns:a="http://schemas.openxmlformats.org/drawingml/2006/main">
              <a:srgbClr val="A6A6A6"/>
            </a:solidFill>
            <a:ln xmlns:a="http://schemas.openxmlformats.org/drawingml/2006/main" w="0">
              <a:noFill/>
              <a:prstDash val="solid"/>
            </a:ln>
          </c:spPr>
          <c:invertIfNegative val="0"/>
          <c:cat>
            <c:strRef>
              <c:f>'Chart Data'!$A$2:$A$6</c:f>
              <c:strCache>
                <c:ptCount val="5"/>
                <c:pt idx="0">
                  <c:v>Random</c:v>
                </c:pt>
                <c:pt idx="1">
                  <c:v>Replay</c:v>
                </c:pt>
                <c:pt idx="2">
                  <c:v>Drift</c:v>
                </c:pt>
                <c:pt idx="3">
                  <c:v>Noise</c:v>
                </c:pt>
                <c:pt idx="4">
                  <c:v>Targeted</c:v>
                </c:pt>
              </c:strCache>
            </c:strRef>
          </c:cat>
          <c:val>
            <c:numRef>
              <c:f>'Chart Data'!$B$2:$B$6</c:f>
              <c:numCache>
                <c:formatCode>0.0000</c:formatCode>
                <c:ptCount val="5"/>
                <c:pt idx="0">
                  <c:v>0.995</c:v>
                </c:pt>
                <c:pt idx="1">
                  <c:v>0.7084</c:v>
                </c:pt>
                <c:pt idx="2">
                  <c:v>0.8698</c:v>
                </c:pt>
                <c:pt idx="3">
                  <c:v>0.8422</c:v>
                </c:pt>
                <c:pt idx="4">
                  <c:v>0.9961</c:v>
                </c:pt>
              </c:numCache>
            </c:numRef>
          </c:val>
        </c:ser>
        <c:ser>
          <c:idx val="1"/>
          <c:order val="1"/>
          <c:tx>
            <c:v>Hybrid</c:v>
          </c:tx>
          <c:spPr>
            <a:solidFill xmlns:a="http://schemas.openxmlformats.org/drawingml/2006/main">
              <a:srgbClr val="822433"/>
            </a:solidFill>
            <a:ln xmlns:a="http://schemas.openxmlformats.org/drawingml/2006/main" w="0">
              <a:noFill/>
              <a:prstDash val="solid"/>
            </a:ln>
          </c:spPr>
          <c:invertIfNegative val="0"/>
          <c:cat>
            <c:strRef>
              <c:f>'Chart Data'!$C$2:$C$6</c:f>
              <c:strCache>
                <c:ptCount val="5"/>
                <c:pt idx="0">
                  <c:v>Random</c:v>
                </c:pt>
                <c:pt idx="1">
                  <c:v>Replay</c:v>
                </c:pt>
                <c:pt idx="2">
                  <c:v>Drift</c:v>
                </c:pt>
                <c:pt idx="3">
                  <c:v>Noise</c:v>
                </c:pt>
                <c:pt idx="4">
                  <c:v>Targeted</c:v>
                </c:pt>
              </c:strCache>
            </c:strRef>
          </c:cat>
          <c:val>
            <c:numRef>
              <c:f>'Chart Data'!$D$2:$D$6</c:f>
              <c:numCache>
                <c:formatCode>0.0000</c:formatCode>
                <c:ptCount val="5"/>
                <c:pt idx="0">
                  <c:v>0.992</c:v>
                </c:pt>
                <c:pt idx="1">
                  <c:v>0.7312</c:v>
                </c:pt>
                <c:pt idx="2">
                  <c:v>0.899</c:v>
                </c:pt>
                <c:pt idx="3">
                  <c:v>0.9279</c:v>
                </c:pt>
                <c:pt idx="4">
                  <c:v>0.9918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275">
                  <a:solidFill>
                    <a:srgbClr val="202020"/>
                  </a:solidFill>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202020"/>
                </a:solidFill>
              </a:defRPr>
            </a:pPr>
          </a:p>
        </c:txPr>
        <c:crossAx val="48672768"/>
      </c:catAx>
      <c:valAx>
        <c:axId val="48672768"/>
        <c:scaling>
          <c:orientation val="minMax"/>
          <c:max val="1.3"/>
          <c:min val="0"/>
        </c:scaling>
        <c:delete val="0"/>
        <c:axPos val="b"/>
        <c:numFmt formatCode="0.0"/>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55555"/>
                </a:solidFill>
              </a:defRPr>
            </a:pPr>
          </a:p>
        </c:txPr>
        <c:crossAx val="48650112"/>
        <c:crossBetween val="between"/>
        <c:majorUnit val="0.5"/>
      </c:valAx>
      <c:spPr>
        <a:noFill xmlns:a="http://schemas.openxmlformats.org/drawingml/2006/main"/>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350">
              <a:solidFill>
                <a:srgbClr val="202020"/>
              </a:solidFil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808B79-595D-440D-912E-E61CCC1E83AE}"/>
              </a:ext>
            </a:extLst>
          </p:cNvPr>
          <p:cNvSpPr>
            <a:spLocks xmlns:a="http://schemas.openxmlformats.org/drawingml/2006/main" noGrp="1"/>
          </p:cNvSpPr>
          <p:nvPr/>
        </p:nvSpPr>
        <p:spPr>
          <a:xfrm xmlns:a="http://schemas.openxmlformats.org/drawingml/2006/main">
            <a:off x="1905000" y="2200275"/>
            <a:ext cx="657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822433"/>
                </a:solidFill>
                <a:latin typeface="Arial"/>
                <a:ea typeface="Arial"/>
                <a:cs typeface="Arial"/>
              </a:defRPr>
            </a:pPr>
            <a:r>
              <a:rPr sz="2550" b="1">
                <a:solidFill>
                  <a:srgbClr val="822433"/>
                </a:solidFill>
                <a:latin typeface="Arial"/>
                <a:ea typeface="Arial"/>
                <a:cs typeface="Arial"/>
              </a:rPr>
              <a:t>A Hybrid Mixture-of-Experts</a:t>
            </a:r>
          </a:p>
          <a:p xmlns:a="http://schemas.openxmlformats.org/drawingml/2006/main">
            <a:pPr algn="l">
              <a:buNone/>
              <a:defRPr sz="2550" b="1">
                <a:solidFill>
                  <a:srgbClr val="822433"/>
                </a:solidFill>
                <a:latin typeface="Arial"/>
                <a:ea typeface="Arial"/>
                <a:cs typeface="Arial"/>
              </a:defRPr>
            </a:pPr>
            <a:r>
              <a:rPr sz="2550" b="1">
                <a:solidFill>
                  <a:srgbClr val="822433"/>
                </a:solidFill>
                <a:latin typeface="Arial"/>
                <a:ea typeface="Arial"/>
                <a:cs typeface="Arial"/>
              </a:rPr>
              <a:t>Architecture for Sensor-Attack</a:t>
            </a:r>
          </a:p>
          <a:p xmlns:a="http://schemas.openxmlformats.org/drawingml/2006/main">
            <a:pPr algn="l">
              <a:buNone/>
              <a:defRPr sz="2550" b="1">
                <a:solidFill>
                  <a:srgbClr val="822433"/>
                </a:solidFill>
                <a:latin typeface="Arial"/>
                <a:ea typeface="Arial"/>
                <a:cs typeface="Arial"/>
              </a:defRPr>
            </a:pPr>
            <a:r>
              <a:rPr sz="2550" b="1">
                <a:solidFill>
                  <a:srgbClr val="822433"/>
                </a:solidFill>
                <a:latin typeface="Arial"/>
                <a:ea typeface="Arial"/>
                <a:cs typeface="Arial"/>
              </a:rPr>
              <a:t>Detection in Water</a:t>
            </a:r>
          </a:p>
          <a:p xmlns:a="http://schemas.openxmlformats.org/drawingml/2006/main">
            <a:pPr algn="l">
              <a:buNone/>
              <a:defRPr sz="2550" b="1">
                <a:solidFill>
                  <a:srgbClr val="822433"/>
                </a:solidFill>
                <a:latin typeface="Arial"/>
                <a:ea typeface="Arial"/>
                <a:cs typeface="Arial"/>
              </a:defRPr>
            </a:pPr>
            <a:r>
              <a:rPr sz="2550" b="1">
                <a:solidFill>
                  <a:srgbClr val="822433"/>
                </a:solidFill>
                <a:latin typeface="Arial"/>
                <a:ea typeface="Arial"/>
                <a:cs typeface="Arial"/>
              </a:rPr>
              <a:t>Distribution Networks</a:t>
            </a:r>
          </a:p>
        </p:txBody>
      </p:sp>
      <p:sp>
        <p:nvSpPr>
          <p:cNvPr id="3" name="">
            <a:extLst xmlns:a="http://schemas.openxmlformats.org/drawingml/2006/main">
              <a:ext uri="{FF2B5EF4-FFF2-40B4-BE49-F238E27FC236}">
                <a16:creationId xmlns:a16="http://schemas.microsoft.com/office/drawing/2014/main" id="{B1F077FC-E8BA-484B-907B-BEA23B7E0DA3}"/>
              </a:ext>
            </a:extLst>
          </p:cNvPr>
          <p:cNvSpPr>
            <a:spLocks xmlns:a="http://schemas.openxmlformats.org/drawingml/2006/main" noGrp="1"/>
          </p:cNvSpPr>
          <p:nvPr/>
        </p:nvSpPr>
        <p:spPr>
          <a:xfrm xmlns:a="http://schemas.openxmlformats.org/drawingml/2006/main">
            <a:off x="1905000" y="43434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202020"/>
                </a:solidFill>
                <a:latin typeface="Arial"/>
                <a:ea typeface="Arial"/>
                <a:cs typeface="Arial"/>
              </a:defRPr>
            </a:pPr>
            <a:r>
              <a:rPr sz="2100" b="1">
                <a:solidFill>
                  <a:srgbClr val="202020"/>
                </a:solidFill>
                <a:latin typeface="Arial"/>
                <a:ea typeface="Arial"/>
                <a:cs typeface="Arial"/>
              </a:rPr>
              <a:t>Onur Ozan Sünger</a:t>
            </a:r>
          </a:p>
        </p:txBody>
      </p:sp>
      <p:sp>
        <p:nvSpPr>
          <p:cNvPr id="4" name="">
            <a:extLst xmlns:a="http://schemas.openxmlformats.org/drawingml/2006/main">
              <a:ext uri="{FF2B5EF4-FFF2-40B4-BE49-F238E27FC236}">
                <a16:creationId xmlns:a16="http://schemas.microsoft.com/office/drawing/2014/main" id="{4A36728F-D352-4A85-A273-B16C6C87E14F}"/>
              </a:ext>
            </a:extLst>
          </p:cNvPr>
          <p:cNvSpPr>
            <a:spLocks xmlns:a="http://schemas.openxmlformats.org/drawingml/2006/main" noGrp="1"/>
          </p:cNvSpPr>
          <p:nvPr/>
        </p:nvSpPr>
        <p:spPr>
          <a:xfrm xmlns:a="http://schemas.openxmlformats.org/drawingml/2006/main">
            <a:off x="1905000" y="476250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MSc in Data Science</a:t>
            </a:r>
          </a:p>
        </p:txBody>
      </p:sp>
      <p:sp>
        <p:nvSpPr>
          <p:cNvPr id="5" name="">
            <a:extLst xmlns:a="http://schemas.openxmlformats.org/drawingml/2006/main">
              <a:ext uri="{FF2B5EF4-FFF2-40B4-BE49-F238E27FC236}">
                <a16:creationId xmlns:a16="http://schemas.microsoft.com/office/drawing/2014/main" id="{DB49B206-20C3-4C21-A449-D792223DA2DC}"/>
              </a:ext>
            </a:extLst>
          </p:cNvPr>
          <p:cNvSpPr>
            <a:spLocks xmlns:a="http://schemas.openxmlformats.org/drawingml/2006/main" noGrp="1"/>
          </p:cNvSpPr>
          <p:nvPr/>
        </p:nvSpPr>
        <p:spPr>
          <a:xfrm xmlns:a="http://schemas.openxmlformats.org/drawingml/2006/main">
            <a:off x="1905000" y="533400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Supervisor: Prof. Francesca Cuomo</a:t>
            </a:r>
          </a:p>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Co-supervisor: Tiziana Cattai</a:t>
            </a:r>
          </a:p>
        </p:txBody>
      </p:sp>
      <p:sp>
        <p:nvSpPr>
          <p:cNvPr id="6" name="">
            <a:extLst xmlns:a="http://schemas.openxmlformats.org/drawingml/2006/main">
              <a:ext uri="{FF2B5EF4-FFF2-40B4-BE49-F238E27FC236}">
                <a16:creationId xmlns:a16="http://schemas.microsoft.com/office/drawing/2014/main" id="{C73EF0B6-7205-4251-922C-EE6644597EAE}"/>
              </a:ext>
            </a:extLst>
          </p:cNvPr>
          <p:cNvSpPr>
            <a:spLocks xmlns:a="http://schemas.openxmlformats.org/drawingml/2006/main" noGrp="1"/>
          </p:cNvSpPr>
          <p:nvPr/>
        </p:nvSpPr>
        <p:spPr>
          <a:xfrm xmlns:a="http://schemas.openxmlformats.org/drawingml/2006/main">
            <a:off x="1905000" y="6438900"/>
            <a:ext cx="590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55555"/>
                </a:solidFill>
                <a:latin typeface="Arial"/>
                <a:ea typeface="Arial"/>
                <a:cs typeface="Arial"/>
              </a:defRPr>
            </a:pPr>
            <a:r>
              <a:rPr sz="1350" b="0">
                <a:solidFill>
                  <a:srgbClr val="555555"/>
                </a:solidFill>
                <a:latin typeface="Arial"/>
                <a:ea typeface="Arial"/>
                <a:cs typeface="Arial"/>
              </a:rPr>
              <a:t>Academic year 2025–2026</a:t>
            </a:r>
          </a:p>
        </p:txBody>
      </p:sp>
      <p:pic>
        <p:nvPicPr>
          <p:cNvPr id="7" name="">
            <a:extLst xmlns:a="http://schemas.openxmlformats.org/drawingml/2006/main">
              <a:ext uri="{FF2B5EF4-FFF2-40B4-BE49-F238E27FC236}">
                <a16:creationId xmlns:a16="http://schemas.microsoft.com/office/drawing/2014/main" id="{BDA3AC01-A538-466C-8518-48AA2348FF27}"/>
              </a:ext>
            </a:extLst>
          </p:cNvPr>
          <p:cNvPicPr>
            <a:picLocks xmlns:a="http://schemas.openxmlformats.org/drawingml/2006/main" noChangeAspect="1"/>
          </p:cNvPicPr>
          <p:nvPr/>
        </p:nvPicPr>
        <p:blipFill>
          <a:blip xmlns:r="http://schemas.openxmlformats.org/officeDocument/2006/relationships" xmlns:a="http://schemas.openxmlformats.org/drawingml/2006/main" r:embed="Rcaa1ebc2e2a34e0b"/>
          <a:stretch xmlns:a="http://schemas.openxmlformats.org/drawingml/2006/main"/>
        </p:blipFill>
        <p:spPr>
          <a:xfrm xmlns:a="http://schemas.openxmlformats.org/drawingml/2006/main">
            <a:off x="247654" y="190500"/>
            <a:ext cx="4476742" cy="1859823"/>
          </a:xfrm>
          <a:prstGeom xmlns:a="http://schemas.openxmlformats.org/drawingml/2006/main" prst="rect">
            <a:avLst/>
          </a:prstGeom>
        </p:spPr>
      </p:pic>
    </p:spTree>
    <p:extLst>
      <p:ext uri="{BB962C8B-B14F-4D97-AF65-F5344CB8AC3E}">
        <p14:creationId xmlns:p14="http://schemas.microsoft.com/office/powerpoint/2010/main" val="3875158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Water distribution networks (WDNs)</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2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80B5C677-DDAD-41AA-9D5A-3F69F0277A63}"/>
              </a:ext>
            </a:extLst>
          </p:cNvPr>
          <p:cNvSpPr>
            <a:spLocks xmlns:a="http://schemas.openxmlformats.org/drawingml/2006/main" noGrp="1"/>
          </p:cNvSpPr>
          <p:nvPr/>
        </p:nvSpPr>
        <p:spPr>
          <a:xfrm xmlns:a="http://schemas.openxmlformats.org/drawingml/2006/main">
            <a:off x="1200150" y="1323975"/>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vl1pPr algn="l">
              <a:defRPr sz="1875" b="0">
                <a:solidFill>
                  <a:srgbClr val="202020"/>
                </a:solidFill>
                <a:latin typeface="Arial"/>
                <a:ea typeface="Arial"/>
                <a:cs typeface="Arial"/>
              </a:defRPr>
            </a:lvl1pPr>
            <a:lvl2pPr algn="l">
              <a:defRPr sz="1875" b="0">
                <a:solidFill>
                  <a:srgbClr val="202020"/>
                </a:solidFill>
                <a:latin typeface="Arial"/>
                <a:ea typeface="Arial"/>
                <a:cs typeface="Arial"/>
              </a:defRPr>
            </a:lvl2pPr>
            <a:lvl3pPr algn="l">
              <a:defRPr sz="1875" b="0">
                <a:solidFill>
                  <a:srgbClr val="202020"/>
                </a:solidFill>
                <a:latin typeface="Arial"/>
                <a:ea typeface="Arial"/>
                <a:cs typeface="Arial"/>
              </a:defRPr>
            </a:lvl3pPr>
            <a:lvl4pPr algn="l">
              <a:defRPr sz="1875" b="0">
                <a:solidFill>
                  <a:srgbClr val="202020"/>
                </a:solidFill>
                <a:latin typeface="Arial"/>
                <a:ea typeface="Arial"/>
                <a:cs typeface="Arial"/>
              </a:defRPr>
            </a:lvl4pPr>
            <a:lvl5pPr algn="l">
              <a:defRPr sz="1875" b="0">
                <a:solidFill>
                  <a:srgbClr val="202020"/>
                </a:solidFill>
                <a:latin typeface="Arial"/>
                <a:ea typeface="Arial"/>
                <a:cs typeface="Arial"/>
              </a:defRPr>
            </a:lvl5pPr>
            <a:lvl6pPr algn="l">
              <a:defRPr sz="1875" b="0">
                <a:solidFill>
                  <a:srgbClr val="202020"/>
                </a:solidFill>
                <a:latin typeface="Arial"/>
                <a:ea typeface="Arial"/>
                <a:cs typeface="Arial"/>
              </a:defRPr>
            </a:lvl6pPr>
            <a:lvl7pPr algn="l">
              <a:defRPr sz="1875" b="0">
                <a:solidFill>
                  <a:srgbClr val="202020"/>
                </a:solidFill>
                <a:latin typeface="Arial"/>
                <a:ea typeface="Arial"/>
                <a:cs typeface="Arial"/>
              </a:defRPr>
            </a:lvl7pPr>
            <a:lvl8pPr algn="l">
              <a:defRPr sz="1875" b="0">
                <a:solidFill>
                  <a:srgbClr val="202020"/>
                </a:solidFill>
                <a:latin typeface="Arial"/>
                <a:ea typeface="Arial"/>
                <a:cs typeface="Arial"/>
              </a:defRPr>
            </a:lvl8pPr>
            <a:lvl9pPr algn="l">
              <a:defRPr sz="1875" b="0">
                <a:solidFill>
                  <a:srgbClr val="202020"/>
                </a:solidFill>
                <a:latin typeface="Arial"/>
                <a:ea typeface="Arial"/>
                <a:cs typeface="Arial"/>
              </a:defRPr>
            </a:lvl9pPr>
          </a:lstStyle>
          <a:p xmlns:a="http://schemas.openxmlformats.org/drawingml/2006/main">
            <a:pPr algn="l">
              <a:defRPr sz="1875" b="0">
                <a:solidFill>
                  <a:srgbClr val="202020"/>
                </a:solidFill>
                <a:latin typeface="Arial"/>
                <a:ea typeface="Arial"/>
                <a:cs typeface="Arial"/>
              </a:defRPr>
            </a:pPr>
            <a:r>
              <a:rPr sz="1875" b="0">
                <a:solidFill>
                  <a:srgbClr val="202020"/>
                </a:solidFill>
                <a:latin typeface="Arial"/>
                <a:ea typeface="Arial"/>
                <a:cs typeface="Arial"/>
              </a:rPr>
              <a:t>Pipes connect water sources to consumers.</a:t>
            </a:r>
          </a:p>
          <a:p xmlns:a="http://schemas.openxmlformats.org/drawingml/2006/main">
            <a:pPr algn="l">
              <a:defRPr sz="1875" b="0">
                <a:solidFill>
                  <a:srgbClr val="202020"/>
                </a:solidFill>
                <a:latin typeface="Arial"/>
                <a:ea typeface="Arial"/>
                <a:cs typeface="Arial"/>
              </a:defRPr>
            </a:pPr>
            <a:r>
              <a:rPr sz="1875" b="0">
                <a:solidFill>
                  <a:srgbClr val="202020"/>
                </a:solidFill>
                <a:latin typeface="Arial"/>
                <a:ea typeface="Arial"/>
                <a:cs typeface="Arial"/>
              </a:rPr>
              <a:t>Pressure sensors monitor conditions in the network.</a:t>
            </a:r>
          </a:p>
        </p:txBody>
      </p:sp>
      <p:sp>
        <p:nvSpPr>
          <p:cNvPr id="12" name="">
            <a:extLst xmlns:a="http://schemas.openxmlformats.org/drawingml/2006/main">
              <a:ext uri="{FF2B5EF4-FFF2-40B4-BE49-F238E27FC236}">
                <a16:creationId xmlns:a16="http://schemas.microsoft.com/office/drawing/2014/main" id="{E68850C9-B615-496B-8C3C-E459C2B94C5B}"/>
              </a:ext>
            </a:extLst>
          </p:cNvPr>
          <p:cNvSpPr>
            <a:spLocks xmlns:a="http://schemas.openxmlformats.org/drawingml/2006/main" noGrp="1"/>
          </p:cNvSpPr>
          <p:nvPr/>
        </p:nvSpPr>
        <p:spPr>
          <a:xfrm xmlns:a="http://schemas.openxmlformats.org/drawingml/2006/main">
            <a:off x="1200150" y="21812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Modena</a:t>
            </a:r>
          </a:p>
        </p:txBody>
      </p:sp>
      <p:sp>
        <p:nvSpPr>
          <p:cNvPr id="13" name="">
            <a:extLst xmlns:a="http://schemas.openxmlformats.org/drawingml/2006/main">
              <a:ext uri="{FF2B5EF4-FFF2-40B4-BE49-F238E27FC236}">
                <a16:creationId xmlns:a16="http://schemas.microsoft.com/office/drawing/2014/main" id="{0AD243D5-D9C0-4F26-AFD3-EEFAAC89CBD5}"/>
              </a:ext>
            </a:extLst>
          </p:cNvPr>
          <p:cNvSpPr>
            <a:spLocks xmlns:a="http://schemas.openxmlformats.org/drawingml/2006/main" noGrp="1"/>
          </p:cNvSpPr>
          <p:nvPr/>
        </p:nvSpPr>
        <p:spPr>
          <a:xfrm xmlns:a="http://schemas.openxmlformats.org/drawingml/2006/main">
            <a:off x="5153025" y="21812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L-Town</a:t>
            </a:r>
          </a:p>
        </p:txBody>
      </p:sp>
      <p:cxnSp>
        <p:nvCxnSpPr>
          <p:cNvPr id="14" name="">
            <a:extLst xmlns:a="http://schemas.openxmlformats.org/drawingml/2006/main">
              <a:ext uri="{FF2B5EF4-FFF2-40B4-BE49-F238E27FC236}">
                <a16:creationId xmlns:a16="http://schemas.microsoft.com/office/drawing/2014/main" id="{D2CB7A8E-6F0E-41C5-AAB4-319B0C9C59D4}"/>
              </a:ext>
            </a:extLst>
          </p:cNvPr>
          <p:cNvCxnSpPr/>
          <p:nvPr/>
        </p:nvCxnSpPr>
        <p:spPr>
          <a:xfrm xmlns:a="http://schemas.openxmlformats.org/drawingml/2006/main" flipH="0" flipV="1">
            <a:off x="1831043" y="3982683"/>
            <a:ext cx="2265" cy="18741"/>
          </a:xfrm>
          <a:prstGeom xmlns:a="http://schemas.openxmlformats.org/drawingml/2006/main" prst="straightConnector1">
            <a:avLst/>
          </a:prstGeom>
          <a:ln xmlns:a="http://schemas.openxmlformats.org/drawingml/2006/main" w="6191">
            <a:solidFill>
              <a:srgbClr val="A9B8C2"/>
            </a:solidFill>
            <a:prstDash val="solid"/>
          </a:ln>
        </p:spPr>
      </p:cxnSp>
      <p:cxnSp>
        <p:nvCxnSpPr>
          <p:cNvPr id="15" name="">
            <a:extLst xmlns:a="http://schemas.openxmlformats.org/drawingml/2006/main">
              <a:ext uri="{FF2B5EF4-FFF2-40B4-BE49-F238E27FC236}">
                <a16:creationId xmlns:a16="http://schemas.microsoft.com/office/drawing/2014/main" id="{B217E419-6A68-4886-8890-0FC641492D9C}"/>
              </a:ext>
            </a:extLst>
          </p:cNvPr>
          <p:cNvCxnSpPr/>
          <p:nvPr/>
        </p:nvCxnSpPr>
        <p:spPr>
          <a:xfrm xmlns:a="http://schemas.openxmlformats.org/drawingml/2006/main" flipH="0" flipV="0">
            <a:off x="1833308" y="3982683"/>
            <a:ext cx="100205" cy="40504"/>
          </a:xfrm>
          <a:prstGeom xmlns:a="http://schemas.openxmlformats.org/drawingml/2006/main" prst="straightConnector1">
            <a:avLst/>
          </a:prstGeom>
          <a:ln xmlns:a="http://schemas.openxmlformats.org/drawingml/2006/main" w="6191">
            <a:solidFill>
              <a:srgbClr val="A9B8C2"/>
            </a:solidFill>
            <a:prstDash val="solid"/>
          </a:ln>
        </p:spPr>
      </p:cxnSp>
      <p:cxnSp>
        <p:nvCxnSpPr>
          <p:cNvPr id="16" name="">
            <a:extLst xmlns:a="http://schemas.openxmlformats.org/drawingml/2006/main">
              <a:ext uri="{FF2B5EF4-FFF2-40B4-BE49-F238E27FC236}">
                <a16:creationId xmlns:a16="http://schemas.microsoft.com/office/drawing/2014/main" id="{C88F4A04-A310-49B2-A7B7-86C775BAF2E0}"/>
              </a:ext>
            </a:extLst>
          </p:cNvPr>
          <p:cNvCxnSpPr/>
          <p:nvPr/>
        </p:nvCxnSpPr>
        <p:spPr>
          <a:xfrm xmlns:a="http://schemas.openxmlformats.org/drawingml/2006/main" flipH="0" flipV="1">
            <a:off x="1933512" y="3828525"/>
            <a:ext cx="98238" cy="194662"/>
          </a:xfrm>
          <a:prstGeom xmlns:a="http://schemas.openxmlformats.org/drawingml/2006/main" prst="straightConnector1">
            <a:avLst/>
          </a:prstGeom>
          <a:ln xmlns:a="http://schemas.openxmlformats.org/drawingml/2006/main" w="6191">
            <a:solidFill>
              <a:srgbClr val="A9B8C2"/>
            </a:solidFill>
            <a:prstDash val="solid"/>
          </a:ln>
        </p:spPr>
      </p:cxnSp>
      <p:cxnSp>
        <p:nvCxnSpPr>
          <p:cNvPr id="17" name="">
            <a:extLst xmlns:a="http://schemas.openxmlformats.org/drawingml/2006/main">
              <a:ext uri="{FF2B5EF4-FFF2-40B4-BE49-F238E27FC236}">
                <a16:creationId xmlns:a16="http://schemas.microsoft.com/office/drawing/2014/main" id="{88552800-DB44-4885-98FD-343C1ED4B772}"/>
              </a:ext>
            </a:extLst>
          </p:cNvPr>
          <p:cNvCxnSpPr/>
          <p:nvPr/>
        </p:nvCxnSpPr>
        <p:spPr>
          <a:xfrm xmlns:a="http://schemas.openxmlformats.org/drawingml/2006/main" flipH="0" flipV="1">
            <a:off x="2031750" y="3632654"/>
            <a:ext cx="95465" cy="195871"/>
          </a:xfrm>
          <a:prstGeom xmlns:a="http://schemas.openxmlformats.org/drawingml/2006/main" prst="straightConnector1">
            <a:avLst/>
          </a:prstGeom>
          <a:ln xmlns:a="http://schemas.openxmlformats.org/drawingml/2006/main" w="6191">
            <a:solidFill>
              <a:srgbClr val="A9B8C2"/>
            </a:solidFill>
            <a:prstDash val="solid"/>
          </a:ln>
        </p:spPr>
      </p:cxnSp>
      <p:cxnSp>
        <p:nvCxnSpPr>
          <p:cNvPr id="18" name="">
            <a:extLst xmlns:a="http://schemas.openxmlformats.org/drawingml/2006/main">
              <a:ext uri="{FF2B5EF4-FFF2-40B4-BE49-F238E27FC236}">
                <a16:creationId xmlns:a16="http://schemas.microsoft.com/office/drawing/2014/main" id="{F0C7C530-D3DA-4D64-B44E-74B15E8E469D}"/>
              </a:ext>
            </a:extLst>
          </p:cNvPr>
          <p:cNvCxnSpPr/>
          <p:nvPr/>
        </p:nvCxnSpPr>
        <p:spPr>
          <a:xfrm xmlns:a="http://schemas.openxmlformats.org/drawingml/2006/main" flipH="0" flipV="1">
            <a:off x="2127216" y="3490990"/>
            <a:ext cx="80759" cy="141664"/>
          </a:xfrm>
          <a:prstGeom xmlns:a="http://schemas.openxmlformats.org/drawingml/2006/main" prst="straightConnector1">
            <a:avLst/>
          </a:prstGeom>
          <a:ln xmlns:a="http://schemas.openxmlformats.org/drawingml/2006/main" w="6191">
            <a:solidFill>
              <a:srgbClr val="A9B8C2"/>
            </a:solidFill>
            <a:prstDash val="solid"/>
          </a:ln>
        </p:spPr>
      </p:cxnSp>
      <p:cxnSp>
        <p:nvCxnSpPr>
          <p:cNvPr id="19" name="">
            <a:extLst xmlns:a="http://schemas.openxmlformats.org/drawingml/2006/main">
              <a:ext uri="{FF2B5EF4-FFF2-40B4-BE49-F238E27FC236}">
                <a16:creationId xmlns:a16="http://schemas.microsoft.com/office/drawing/2014/main" id="{DC0FAAB5-4C69-4A64-A202-EDA06B89D325}"/>
              </a:ext>
            </a:extLst>
          </p:cNvPr>
          <p:cNvCxnSpPr/>
          <p:nvPr/>
        </p:nvCxnSpPr>
        <p:spPr>
          <a:xfrm xmlns:a="http://schemas.openxmlformats.org/drawingml/2006/main" flipH="0" flipV="1">
            <a:off x="2207974" y="3437186"/>
            <a:ext cx="29369" cy="53804"/>
          </a:xfrm>
          <a:prstGeom xmlns:a="http://schemas.openxmlformats.org/drawingml/2006/main" prst="straightConnector1">
            <a:avLst/>
          </a:prstGeom>
          <a:ln xmlns:a="http://schemas.openxmlformats.org/drawingml/2006/main" w="6191">
            <a:solidFill>
              <a:srgbClr val="A9B8C2"/>
            </a:solidFill>
            <a:prstDash val="solid"/>
          </a:ln>
        </p:spPr>
      </p:cxnSp>
      <p:cxnSp>
        <p:nvCxnSpPr>
          <p:cNvPr id="20" name="">
            <a:extLst xmlns:a="http://schemas.openxmlformats.org/drawingml/2006/main">
              <a:ext uri="{FF2B5EF4-FFF2-40B4-BE49-F238E27FC236}">
                <a16:creationId xmlns:a16="http://schemas.microsoft.com/office/drawing/2014/main" id="{0C203E95-FA0C-45A9-A788-10A65CE69252}"/>
              </a:ext>
            </a:extLst>
          </p:cNvPr>
          <p:cNvCxnSpPr/>
          <p:nvPr/>
        </p:nvCxnSpPr>
        <p:spPr>
          <a:xfrm xmlns:a="http://schemas.openxmlformats.org/drawingml/2006/main" flipH="0" flipV="1">
            <a:off x="2237343" y="3310030"/>
            <a:ext cx="52244" cy="127155"/>
          </a:xfrm>
          <a:prstGeom xmlns:a="http://schemas.openxmlformats.org/drawingml/2006/main" prst="straightConnector1">
            <a:avLst/>
          </a:prstGeom>
          <a:ln xmlns:a="http://schemas.openxmlformats.org/drawingml/2006/main" w="6191">
            <a:solidFill>
              <a:srgbClr val="A9B8C2"/>
            </a:solidFill>
            <a:prstDash val="solid"/>
          </a:ln>
        </p:spPr>
      </p:cxnSp>
      <p:cxnSp>
        <p:nvCxnSpPr>
          <p:cNvPr id="21" name="">
            <a:extLst xmlns:a="http://schemas.openxmlformats.org/drawingml/2006/main">
              <a:ext uri="{FF2B5EF4-FFF2-40B4-BE49-F238E27FC236}">
                <a16:creationId xmlns:a16="http://schemas.microsoft.com/office/drawing/2014/main" id="{E84C8CDA-E590-4DEF-8282-9DE7C83706E8}"/>
              </a:ext>
            </a:extLst>
          </p:cNvPr>
          <p:cNvCxnSpPr/>
          <p:nvPr/>
        </p:nvCxnSpPr>
        <p:spPr>
          <a:xfrm xmlns:a="http://schemas.openxmlformats.org/drawingml/2006/main" flipH="0" flipV="1">
            <a:off x="1831043" y="3986311"/>
            <a:ext cx="5239" cy="15114"/>
          </a:xfrm>
          <a:prstGeom xmlns:a="http://schemas.openxmlformats.org/drawingml/2006/main" prst="straightConnector1">
            <a:avLst/>
          </a:prstGeom>
          <a:ln xmlns:a="http://schemas.openxmlformats.org/drawingml/2006/main" w="6191">
            <a:solidFill>
              <a:srgbClr val="A9B8C2"/>
            </a:solidFill>
            <a:prstDash val="solid"/>
          </a:ln>
        </p:spPr>
      </p:cxnSp>
      <p:cxnSp>
        <p:nvCxnSpPr>
          <p:cNvPr id="22" name="">
            <a:extLst xmlns:a="http://schemas.openxmlformats.org/drawingml/2006/main">
              <a:ext uri="{FF2B5EF4-FFF2-40B4-BE49-F238E27FC236}">
                <a16:creationId xmlns:a16="http://schemas.microsoft.com/office/drawing/2014/main" id="{ED46A7D9-1959-4939-A8BC-83DBE59290BB}"/>
              </a:ext>
            </a:extLst>
          </p:cNvPr>
          <p:cNvCxnSpPr/>
          <p:nvPr/>
        </p:nvCxnSpPr>
        <p:spPr>
          <a:xfrm xmlns:a="http://schemas.openxmlformats.org/drawingml/2006/main" flipH="0" flipV="0">
            <a:off x="1836282" y="3986311"/>
            <a:ext cx="100858" cy="41109"/>
          </a:xfrm>
          <a:prstGeom xmlns:a="http://schemas.openxmlformats.org/drawingml/2006/main" prst="straightConnector1">
            <a:avLst/>
          </a:prstGeom>
          <a:ln xmlns:a="http://schemas.openxmlformats.org/drawingml/2006/main" w="6191">
            <a:solidFill>
              <a:srgbClr val="A9B8C2"/>
            </a:solidFill>
            <a:prstDash val="solid"/>
          </a:ln>
        </p:spPr>
      </p:cxnSp>
      <p:cxnSp>
        <p:nvCxnSpPr>
          <p:cNvPr id="23" name="">
            <a:extLst xmlns:a="http://schemas.openxmlformats.org/drawingml/2006/main">
              <a:ext uri="{FF2B5EF4-FFF2-40B4-BE49-F238E27FC236}">
                <a16:creationId xmlns:a16="http://schemas.microsoft.com/office/drawing/2014/main" id="{3328C404-24FE-4B37-9828-CF59F7BC8C04}"/>
              </a:ext>
            </a:extLst>
          </p:cNvPr>
          <p:cNvCxnSpPr/>
          <p:nvPr/>
        </p:nvCxnSpPr>
        <p:spPr>
          <a:xfrm xmlns:a="http://schemas.openxmlformats.org/drawingml/2006/main" flipH="0" flipV="1">
            <a:off x="1937140" y="4011500"/>
            <a:ext cx="9471" cy="15920"/>
          </a:xfrm>
          <a:prstGeom xmlns:a="http://schemas.openxmlformats.org/drawingml/2006/main" prst="straightConnector1">
            <a:avLst/>
          </a:prstGeom>
          <a:ln xmlns:a="http://schemas.openxmlformats.org/drawingml/2006/main" w="6191">
            <a:solidFill>
              <a:srgbClr val="A9B8C2"/>
            </a:solidFill>
            <a:prstDash val="solid"/>
          </a:ln>
        </p:spPr>
      </p:cxnSp>
      <p:cxnSp>
        <p:nvCxnSpPr>
          <p:cNvPr id="24" name="">
            <a:extLst xmlns:a="http://schemas.openxmlformats.org/drawingml/2006/main">
              <a:ext uri="{FF2B5EF4-FFF2-40B4-BE49-F238E27FC236}">
                <a16:creationId xmlns:a16="http://schemas.microsoft.com/office/drawing/2014/main" id="{D0B16054-25E6-435D-B48D-90D9A7530DB7}"/>
              </a:ext>
            </a:extLst>
          </p:cNvPr>
          <p:cNvCxnSpPr/>
          <p:nvPr/>
        </p:nvCxnSpPr>
        <p:spPr>
          <a:xfrm xmlns:a="http://schemas.openxmlformats.org/drawingml/2006/main" flipH="0" flipV="0">
            <a:off x="1946611" y="4011500"/>
            <a:ext cx="350533" cy="80404"/>
          </a:xfrm>
          <a:prstGeom xmlns:a="http://schemas.openxmlformats.org/drawingml/2006/main" prst="straightConnector1">
            <a:avLst/>
          </a:prstGeom>
          <a:ln xmlns:a="http://schemas.openxmlformats.org/drawingml/2006/main" w="6191">
            <a:solidFill>
              <a:srgbClr val="A9B8C2"/>
            </a:solidFill>
            <a:prstDash val="solid"/>
          </a:ln>
        </p:spPr>
      </p:cxnSp>
      <p:cxnSp>
        <p:nvCxnSpPr>
          <p:cNvPr id="25" name="">
            <a:extLst xmlns:a="http://schemas.openxmlformats.org/drawingml/2006/main">
              <a:ext uri="{FF2B5EF4-FFF2-40B4-BE49-F238E27FC236}">
                <a16:creationId xmlns:a16="http://schemas.microsoft.com/office/drawing/2014/main" id="{8634C8CA-5848-48AD-B270-38C91EA8C30F}"/>
              </a:ext>
            </a:extLst>
          </p:cNvPr>
          <p:cNvCxnSpPr/>
          <p:nvPr/>
        </p:nvCxnSpPr>
        <p:spPr>
          <a:xfrm xmlns:a="http://schemas.openxmlformats.org/drawingml/2006/main" flipH="1" flipV="0">
            <a:off x="2291550" y="4091904"/>
            <a:ext cx="5594" cy="12292"/>
          </a:xfrm>
          <a:prstGeom xmlns:a="http://schemas.openxmlformats.org/drawingml/2006/main" prst="straightConnector1">
            <a:avLst/>
          </a:prstGeom>
          <a:ln xmlns:a="http://schemas.openxmlformats.org/drawingml/2006/main" w="6191">
            <a:solidFill>
              <a:srgbClr val="A9B8C2"/>
            </a:solidFill>
            <a:prstDash val="solid"/>
          </a:ln>
        </p:spPr>
      </p:cxnSp>
      <p:cxnSp>
        <p:nvCxnSpPr>
          <p:cNvPr id="26" name="">
            <a:extLst xmlns:a="http://schemas.openxmlformats.org/drawingml/2006/main">
              <a:ext uri="{FF2B5EF4-FFF2-40B4-BE49-F238E27FC236}">
                <a16:creationId xmlns:a16="http://schemas.microsoft.com/office/drawing/2014/main" id="{E61C7243-C311-4AD1-8020-4F9836F85949}"/>
              </a:ext>
            </a:extLst>
          </p:cNvPr>
          <p:cNvCxnSpPr/>
          <p:nvPr/>
        </p:nvCxnSpPr>
        <p:spPr>
          <a:xfrm xmlns:a="http://schemas.openxmlformats.org/drawingml/2006/main" flipH="0" flipV="0">
            <a:off x="2291550" y="4104196"/>
            <a:ext cx="2068" cy="1411"/>
          </a:xfrm>
          <a:prstGeom xmlns:a="http://schemas.openxmlformats.org/drawingml/2006/main" prst="straightConnector1">
            <a:avLst/>
          </a:prstGeom>
          <a:ln xmlns:a="http://schemas.openxmlformats.org/drawingml/2006/main" w="6191">
            <a:solidFill>
              <a:srgbClr val="A9B8C2"/>
            </a:solidFill>
            <a:prstDash val="solid"/>
          </a:ln>
        </p:spPr>
      </p:cxnSp>
      <p:cxnSp>
        <p:nvCxnSpPr>
          <p:cNvPr id="27" name="">
            <a:extLst xmlns:a="http://schemas.openxmlformats.org/drawingml/2006/main">
              <a:ext uri="{FF2B5EF4-FFF2-40B4-BE49-F238E27FC236}">
                <a16:creationId xmlns:a16="http://schemas.microsoft.com/office/drawing/2014/main" id="{377D0839-CDD6-431E-BBD3-AE1BB0529F48}"/>
              </a:ext>
            </a:extLst>
          </p:cNvPr>
          <p:cNvCxnSpPr/>
          <p:nvPr/>
        </p:nvCxnSpPr>
        <p:spPr>
          <a:xfrm xmlns:a="http://schemas.openxmlformats.org/drawingml/2006/main" flipH="0" flipV="0">
            <a:off x="2293618" y="4105607"/>
            <a:ext cx="135667" cy="60454"/>
          </a:xfrm>
          <a:prstGeom xmlns:a="http://schemas.openxmlformats.org/drawingml/2006/main" prst="straightConnector1">
            <a:avLst/>
          </a:prstGeom>
          <a:ln xmlns:a="http://schemas.openxmlformats.org/drawingml/2006/main" w="6191">
            <a:solidFill>
              <a:srgbClr val="A9B8C2"/>
            </a:solidFill>
            <a:prstDash val="solid"/>
          </a:ln>
        </p:spPr>
      </p:cxnSp>
      <p:cxnSp>
        <p:nvCxnSpPr>
          <p:cNvPr id="28" name="">
            <a:extLst xmlns:a="http://schemas.openxmlformats.org/drawingml/2006/main">
              <a:ext uri="{FF2B5EF4-FFF2-40B4-BE49-F238E27FC236}">
                <a16:creationId xmlns:a16="http://schemas.microsoft.com/office/drawing/2014/main" id="{753E4B9D-B9EF-476E-A88B-2246BACCB828}"/>
              </a:ext>
            </a:extLst>
          </p:cNvPr>
          <p:cNvCxnSpPr/>
          <p:nvPr/>
        </p:nvCxnSpPr>
        <p:spPr>
          <a:xfrm xmlns:a="http://schemas.openxmlformats.org/drawingml/2006/main" flipH="0" flipV="1">
            <a:off x="2429285" y="4137244"/>
            <a:ext cx="26753" cy="28816"/>
          </a:xfrm>
          <a:prstGeom xmlns:a="http://schemas.openxmlformats.org/drawingml/2006/main" prst="straightConnector1">
            <a:avLst/>
          </a:prstGeom>
          <a:ln xmlns:a="http://schemas.openxmlformats.org/drawingml/2006/main" w="6191">
            <a:solidFill>
              <a:srgbClr val="A9B8C2"/>
            </a:solidFill>
            <a:prstDash val="solid"/>
          </a:ln>
        </p:spPr>
      </p:cxnSp>
      <p:cxnSp>
        <p:nvCxnSpPr>
          <p:cNvPr id="29" name="">
            <a:extLst xmlns:a="http://schemas.openxmlformats.org/drawingml/2006/main">
              <a:ext uri="{FF2B5EF4-FFF2-40B4-BE49-F238E27FC236}">
                <a16:creationId xmlns:a16="http://schemas.microsoft.com/office/drawing/2014/main" id="{5761D1F6-71CD-4F33-BE8D-10E391146344}"/>
              </a:ext>
            </a:extLst>
          </p:cNvPr>
          <p:cNvCxnSpPr/>
          <p:nvPr/>
        </p:nvCxnSpPr>
        <p:spPr>
          <a:xfrm xmlns:a="http://schemas.openxmlformats.org/drawingml/2006/main" flipH="0" flipV="1">
            <a:off x="2456038" y="4082836"/>
            <a:ext cx="118289" cy="54409"/>
          </a:xfrm>
          <a:prstGeom xmlns:a="http://schemas.openxmlformats.org/drawingml/2006/main" prst="straightConnector1">
            <a:avLst/>
          </a:prstGeom>
          <a:ln xmlns:a="http://schemas.openxmlformats.org/drawingml/2006/main" w="6191">
            <a:solidFill>
              <a:srgbClr val="A9B8C2"/>
            </a:solidFill>
            <a:prstDash val="solid"/>
          </a:ln>
        </p:spPr>
      </p:cxnSp>
      <p:cxnSp>
        <p:nvCxnSpPr>
          <p:cNvPr id="30" name="">
            <a:extLst xmlns:a="http://schemas.openxmlformats.org/drawingml/2006/main">
              <a:ext uri="{FF2B5EF4-FFF2-40B4-BE49-F238E27FC236}">
                <a16:creationId xmlns:a16="http://schemas.microsoft.com/office/drawing/2014/main" id="{BAE38352-5A12-4404-AA08-1A3508148C3D}"/>
              </a:ext>
            </a:extLst>
          </p:cNvPr>
          <p:cNvCxnSpPr/>
          <p:nvPr/>
        </p:nvCxnSpPr>
        <p:spPr>
          <a:xfrm xmlns:a="http://schemas.openxmlformats.org/drawingml/2006/main" flipH="0" flipV="1">
            <a:off x="2574326" y="3997595"/>
            <a:ext cx="117430" cy="85240"/>
          </a:xfrm>
          <a:prstGeom xmlns:a="http://schemas.openxmlformats.org/drawingml/2006/main" prst="straightConnector1">
            <a:avLst/>
          </a:prstGeom>
          <a:ln xmlns:a="http://schemas.openxmlformats.org/drawingml/2006/main" w="6191">
            <a:solidFill>
              <a:srgbClr val="A9B8C2"/>
            </a:solidFill>
            <a:prstDash val="solid"/>
          </a:ln>
        </p:spPr>
      </p:cxnSp>
      <p:cxnSp>
        <p:nvCxnSpPr>
          <p:cNvPr id="31" name="">
            <a:extLst xmlns:a="http://schemas.openxmlformats.org/drawingml/2006/main">
              <a:ext uri="{FF2B5EF4-FFF2-40B4-BE49-F238E27FC236}">
                <a16:creationId xmlns:a16="http://schemas.microsoft.com/office/drawing/2014/main" id="{A16260D4-AE3D-450B-A611-C590EA40E80D}"/>
              </a:ext>
            </a:extLst>
          </p:cNvPr>
          <p:cNvCxnSpPr/>
          <p:nvPr/>
        </p:nvCxnSpPr>
        <p:spPr>
          <a:xfrm xmlns:a="http://schemas.openxmlformats.org/drawingml/2006/main" flipH="0" flipV="0">
            <a:off x="2691756" y="3997595"/>
            <a:ext cx="71336" cy="37482"/>
          </a:xfrm>
          <a:prstGeom xmlns:a="http://schemas.openxmlformats.org/drawingml/2006/main" prst="straightConnector1">
            <a:avLst/>
          </a:prstGeom>
          <a:ln xmlns:a="http://schemas.openxmlformats.org/drawingml/2006/main" w="6191">
            <a:solidFill>
              <a:srgbClr val="A9B8C2"/>
            </a:solidFill>
            <a:prstDash val="solid"/>
          </a:ln>
        </p:spPr>
      </p:cxnSp>
      <p:cxnSp>
        <p:nvCxnSpPr>
          <p:cNvPr id="32" name="">
            <a:extLst xmlns:a="http://schemas.openxmlformats.org/drawingml/2006/main">
              <a:ext uri="{FF2B5EF4-FFF2-40B4-BE49-F238E27FC236}">
                <a16:creationId xmlns:a16="http://schemas.microsoft.com/office/drawing/2014/main" id="{D396D42A-3B01-4FE7-BDF5-27B26534596D}"/>
              </a:ext>
            </a:extLst>
          </p:cNvPr>
          <p:cNvCxnSpPr/>
          <p:nvPr/>
        </p:nvCxnSpPr>
        <p:spPr>
          <a:xfrm xmlns:a="http://schemas.openxmlformats.org/drawingml/2006/main" flipH="0" flipV="1">
            <a:off x="1831043" y="3990945"/>
            <a:ext cx="20554" cy="10479"/>
          </a:xfrm>
          <a:prstGeom xmlns:a="http://schemas.openxmlformats.org/drawingml/2006/main" prst="straightConnector1">
            <a:avLst/>
          </a:prstGeom>
          <a:ln xmlns:a="http://schemas.openxmlformats.org/drawingml/2006/main" w="6191">
            <a:solidFill>
              <a:srgbClr val="A9B8C2"/>
            </a:solidFill>
            <a:prstDash val="solid"/>
          </a:ln>
        </p:spPr>
      </p:cxnSp>
      <p:cxnSp>
        <p:nvCxnSpPr>
          <p:cNvPr id="33" name="">
            <a:extLst xmlns:a="http://schemas.openxmlformats.org/drawingml/2006/main">
              <a:ext uri="{FF2B5EF4-FFF2-40B4-BE49-F238E27FC236}">
                <a16:creationId xmlns:a16="http://schemas.microsoft.com/office/drawing/2014/main" id="{8AFC402D-1DDF-460F-9B6E-EF99112C4C0B}"/>
              </a:ext>
            </a:extLst>
          </p:cNvPr>
          <p:cNvCxnSpPr/>
          <p:nvPr/>
        </p:nvCxnSpPr>
        <p:spPr>
          <a:xfrm xmlns:a="http://schemas.openxmlformats.org/drawingml/2006/main" flipH="0" flipV="0">
            <a:off x="1851597" y="3990945"/>
            <a:ext cx="83374" cy="34459"/>
          </a:xfrm>
          <a:prstGeom xmlns:a="http://schemas.openxmlformats.org/drawingml/2006/main" prst="straightConnector1">
            <a:avLst/>
          </a:prstGeom>
          <a:ln xmlns:a="http://schemas.openxmlformats.org/drawingml/2006/main" w="6191">
            <a:solidFill>
              <a:srgbClr val="A9B8C2"/>
            </a:solidFill>
            <a:prstDash val="solid"/>
          </a:ln>
        </p:spPr>
      </p:cxnSp>
      <p:cxnSp>
        <p:nvCxnSpPr>
          <p:cNvPr id="34" name="">
            <a:extLst xmlns:a="http://schemas.openxmlformats.org/drawingml/2006/main">
              <a:ext uri="{FF2B5EF4-FFF2-40B4-BE49-F238E27FC236}">
                <a16:creationId xmlns:a16="http://schemas.microsoft.com/office/drawing/2014/main" id="{74C23EA6-0E93-4FBA-AE84-838C12CB2EF1}"/>
              </a:ext>
            </a:extLst>
          </p:cNvPr>
          <p:cNvCxnSpPr/>
          <p:nvPr/>
        </p:nvCxnSpPr>
        <p:spPr>
          <a:xfrm xmlns:a="http://schemas.openxmlformats.org/drawingml/2006/main" flipH="0" flipV="1">
            <a:off x="1934971" y="4008880"/>
            <a:ext cx="9572" cy="16524"/>
          </a:xfrm>
          <a:prstGeom xmlns:a="http://schemas.openxmlformats.org/drawingml/2006/main" prst="straightConnector1">
            <a:avLst/>
          </a:prstGeom>
          <a:ln xmlns:a="http://schemas.openxmlformats.org/drawingml/2006/main" w="6191">
            <a:solidFill>
              <a:srgbClr val="A9B8C2"/>
            </a:solidFill>
            <a:prstDash val="solid"/>
          </a:ln>
        </p:spPr>
      </p:cxnSp>
      <p:cxnSp>
        <p:nvCxnSpPr>
          <p:cNvPr id="35" name="">
            <a:extLst xmlns:a="http://schemas.openxmlformats.org/drawingml/2006/main">
              <a:ext uri="{FF2B5EF4-FFF2-40B4-BE49-F238E27FC236}">
                <a16:creationId xmlns:a16="http://schemas.microsoft.com/office/drawing/2014/main" id="{E5A32AE9-93A2-437A-A33E-117DE9A23559}"/>
              </a:ext>
            </a:extLst>
          </p:cNvPr>
          <p:cNvCxnSpPr/>
          <p:nvPr/>
        </p:nvCxnSpPr>
        <p:spPr>
          <a:xfrm xmlns:a="http://schemas.openxmlformats.org/drawingml/2006/main" flipH="0" flipV="0">
            <a:off x="1944543" y="4008880"/>
            <a:ext cx="308268" cy="70731"/>
          </a:xfrm>
          <a:prstGeom xmlns:a="http://schemas.openxmlformats.org/drawingml/2006/main" prst="straightConnector1">
            <a:avLst/>
          </a:prstGeom>
          <a:ln xmlns:a="http://schemas.openxmlformats.org/drawingml/2006/main" w="6191">
            <a:solidFill>
              <a:srgbClr val="A9B8C2"/>
            </a:solidFill>
            <a:prstDash val="solid"/>
          </a:ln>
        </p:spPr>
      </p:cxnSp>
      <p:cxnSp>
        <p:nvCxnSpPr>
          <p:cNvPr id="36" name="">
            <a:extLst xmlns:a="http://schemas.openxmlformats.org/drawingml/2006/main">
              <a:ext uri="{FF2B5EF4-FFF2-40B4-BE49-F238E27FC236}">
                <a16:creationId xmlns:a16="http://schemas.microsoft.com/office/drawing/2014/main" id="{51211CCE-2AF4-47E2-A03B-7A3731ADD656}"/>
              </a:ext>
            </a:extLst>
          </p:cNvPr>
          <p:cNvCxnSpPr/>
          <p:nvPr/>
        </p:nvCxnSpPr>
        <p:spPr>
          <a:xfrm xmlns:a="http://schemas.openxmlformats.org/drawingml/2006/main" flipH="0" flipV="1">
            <a:off x="2252811" y="3996991"/>
            <a:ext cx="43829" cy="82621"/>
          </a:xfrm>
          <a:prstGeom xmlns:a="http://schemas.openxmlformats.org/drawingml/2006/main" prst="straightConnector1">
            <a:avLst/>
          </a:prstGeom>
          <a:ln xmlns:a="http://schemas.openxmlformats.org/drawingml/2006/main" w="6191">
            <a:solidFill>
              <a:srgbClr val="A9B8C2"/>
            </a:solidFill>
            <a:prstDash val="solid"/>
          </a:ln>
        </p:spPr>
      </p:cxnSp>
      <p:cxnSp>
        <p:nvCxnSpPr>
          <p:cNvPr id="37" name="">
            <a:extLst xmlns:a="http://schemas.openxmlformats.org/drawingml/2006/main">
              <a:ext uri="{FF2B5EF4-FFF2-40B4-BE49-F238E27FC236}">
                <a16:creationId xmlns:a16="http://schemas.microsoft.com/office/drawing/2014/main" id="{65B0A039-7FD7-4A04-99AD-30DA8F0E48F5}"/>
              </a:ext>
            </a:extLst>
          </p:cNvPr>
          <p:cNvCxnSpPr/>
          <p:nvPr/>
        </p:nvCxnSpPr>
        <p:spPr>
          <a:xfrm xmlns:a="http://schemas.openxmlformats.org/drawingml/2006/main" flipH="0" flipV="1">
            <a:off x="2296640" y="3943993"/>
            <a:ext cx="99850" cy="52998"/>
          </a:xfrm>
          <a:prstGeom xmlns:a="http://schemas.openxmlformats.org/drawingml/2006/main" prst="straightConnector1">
            <a:avLst/>
          </a:prstGeom>
          <a:ln xmlns:a="http://schemas.openxmlformats.org/drawingml/2006/main" w="6191">
            <a:solidFill>
              <a:srgbClr val="A9B8C2"/>
            </a:solidFill>
            <a:prstDash val="solid"/>
          </a:ln>
        </p:spPr>
      </p:cxnSp>
      <p:cxnSp>
        <p:nvCxnSpPr>
          <p:cNvPr id="38" name="">
            <a:extLst xmlns:a="http://schemas.openxmlformats.org/drawingml/2006/main">
              <a:ext uri="{FF2B5EF4-FFF2-40B4-BE49-F238E27FC236}">
                <a16:creationId xmlns:a16="http://schemas.microsoft.com/office/drawing/2014/main" id="{62C7851A-2B50-46F5-9D73-5713460709AD}"/>
              </a:ext>
            </a:extLst>
          </p:cNvPr>
          <p:cNvCxnSpPr/>
          <p:nvPr/>
        </p:nvCxnSpPr>
        <p:spPr>
          <a:xfrm xmlns:a="http://schemas.openxmlformats.org/drawingml/2006/main" flipH="0" flipV="1">
            <a:off x="2396490" y="3920819"/>
            <a:ext cx="54054" cy="23174"/>
          </a:xfrm>
          <a:prstGeom xmlns:a="http://schemas.openxmlformats.org/drawingml/2006/main" prst="straightConnector1">
            <a:avLst/>
          </a:prstGeom>
          <a:ln xmlns:a="http://schemas.openxmlformats.org/drawingml/2006/main" w="6191">
            <a:solidFill>
              <a:srgbClr val="A9B8C2"/>
            </a:solidFill>
            <a:prstDash val="solid"/>
          </a:ln>
        </p:spPr>
      </p:cxnSp>
      <p:cxnSp>
        <p:nvCxnSpPr>
          <p:cNvPr id="39" name="">
            <a:extLst xmlns:a="http://schemas.openxmlformats.org/drawingml/2006/main">
              <a:ext uri="{FF2B5EF4-FFF2-40B4-BE49-F238E27FC236}">
                <a16:creationId xmlns:a16="http://schemas.microsoft.com/office/drawing/2014/main" id="{D587C9A1-C883-4F69-A369-2C31E90C7D0C}"/>
              </a:ext>
            </a:extLst>
          </p:cNvPr>
          <p:cNvCxnSpPr/>
          <p:nvPr/>
        </p:nvCxnSpPr>
        <p:spPr>
          <a:xfrm xmlns:a="http://schemas.openxmlformats.org/drawingml/2006/main" flipH="0" flipV="1">
            <a:off x="2450544" y="3907519"/>
            <a:ext cx="29977" cy="13300"/>
          </a:xfrm>
          <a:prstGeom xmlns:a="http://schemas.openxmlformats.org/drawingml/2006/main" prst="straightConnector1">
            <a:avLst/>
          </a:prstGeom>
          <a:ln xmlns:a="http://schemas.openxmlformats.org/drawingml/2006/main" w="6191">
            <a:solidFill>
              <a:srgbClr val="A9B8C2"/>
            </a:solidFill>
            <a:prstDash val="solid"/>
          </a:ln>
        </p:spPr>
      </p:cxnSp>
      <p:cxnSp>
        <p:nvCxnSpPr>
          <p:cNvPr id="40" name="">
            <a:extLst xmlns:a="http://schemas.openxmlformats.org/drawingml/2006/main">
              <a:ext uri="{FF2B5EF4-FFF2-40B4-BE49-F238E27FC236}">
                <a16:creationId xmlns:a16="http://schemas.microsoft.com/office/drawing/2014/main" id="{2AD3E375-DD35-403B-95E4-AD236DB273F9}"/>
              </a:ext>
            </a:extLst>
          </p:cNvPr>
          <p:cNvCxnSpPr/>
          <p:nvPr/>
        </p:nvCxnSpPr>
        <p:spPr>
          <a:xfrm xmlns:a="http://schemas.openxmlformats.org/drawingml/2006/main" flipH="0" flipV="1">
            <a:off x="2480522" y="3817241"/>
            <a:ext cx="202973" cy="90278"/>
          </a:xfrm>
          <a:prstGeom xmlns:a="http://schemas.openxmlformats.org/drawingml/2006/main" prst="straightConnector1">
            <a:avLst/>
          </a:prstGeom>
          <a:ln xmlns:a="http://schemas.openxmlformats.org/drawingml/2006/main" w="6191">
            <a:solidFill>
              <a:srgbClr val="A9B8C2"/>
            </a:solidFill>
            <a:prstDash val="solid"/>
          </a:ln>
        </p:spPr>
      </p:cxnSp>
      <p:cxnSp>
        <p:nvCxnSpPr>
          <p:cNvPr id="41" name="">
            <a:extLst xmlns:a="http://schemas.openxmlformats.org/drawingml/2006/main">
              <a:ext uri="{FF2B5EF4-FFF2-40B4-BE49-F238E27FC236}">
                <a16:creationId xmlns:a16="http://schemas.microsoft.com/office/drawing/2014/main" id="{577C48D2-F566-4323-AEC2-0A5BB2A931EB}"/>
              </a:ext>
            </a:extLst>
          </p:cNvPr>
          <p:cNvCxnSpPr/>
          <p:nvPr/>
        </p:nvCxnSpPr>
        <p:spPr>
          <a:xfrm xmlns:a="http://schemas.openxmlformats.org/drawingml/2006/main" flipH="1" flipV="1">
            <a:off x="2249534" y="3955479"/>
            <a:ext cx="47106" cy="41512"/>
          </a:xfrm>
          <a:prstGeom xmlns:a="http://schemas.openxmlformats.org/drawingml/2006/main" prst="straightConnector1">
            <a:avLst/>
          </a:prstGeom>
          <a:ln xmlns:a="http://schemas.openxmlformats.org/drawingml/2006/main" w="6191">
            <a:solidFill>
              <a:srgbClr val="A9B8C2"/>
            </a:solidFill>
            <a:prstDash val="solid"/>
          </a:ln>
        </p:spPr>
      </p:cxnSp>
      <p:cxnSp>
        <p:nvCxnSpPr>
          <p:cNvPr id="42" name="">
            <a:extLst xmlns:a="http://schemas.openxmlformats.org/drawingml/2006/main">
              <a:ext uri="{FF2B5EF4-FFF2-40B4-BE49-F238E27FC236}">
                <a16:creationId xmlns:a16="http://schemas.microsoft.com/office/drawing/2014/main" id="{9B27B464-4FAE-4195-8F85-D3907EF1CDBB}"/>
              </a:ext>
            </a:extLst>
          </p:cNvPr>
          <p:cNvCxnSpPr/>
          <p:nvPr/>
        </p:nvCxnSpPr>
        <p:spPr>
          <a:xfrm xmlns:a="http://schemas.openxmlformats.org/drawingml/2006/main" flipH="1" flipV="1">
            <a:off x="2126160" y="3880314"/>
            <a:ext cx="123375" cy="75165"/>
          </a:xfrm>
          <a:prstGeom xmlns:a="http://schemas.openxmlformats.org/drawingml/2006/main" prst="straightConnector1">
            <a:avLst/>
          </a:prstGeom>
          <a:ln xmlns:a="http://schemas.openxmlformats.org/drawingml/2006/main" w="6191">
            <a:solidFill>
              <a:srgbClr val="A9B8C2"/>
            </a:solidFill>
            <a:prstDash val="solid"/>
          </a:ln>
        </p:spPr>
      </p:cxnSp>
      <p:cxnSp>
        <p:nvCxnSpPr>
          <p:cNvPr id="43" name="">
            <a:extLst xmlns:a="http://schemas.openxmlformats.org/drawingml/2006/main">
              <a:ext uri="{FF2B5EF4-FFF2-40B4-BE49-F238E27FC236}">
                <a16:creationId xmlns:a16="http://schemas.microsoft.com/office/drawing/2014/main" id="{D59D4E8C-F3DF-4156-933D-B4F692F6D051}"/>
              </a:ext>
            </a:extLst>
          </p:cNvPr>
          <p:cNvCxnSpPr/>
          <p:nvPr/>
        </p:nvCxnSpPr>
        <p:spPr>
          <a:xfrm xmlns:a="http://schemas.openxmlformats.org/drawingml/2006/main" flipH="1" flipV="1">
            <a:off x="2031750" y="3828525"/>
            <a:ext cx="94409" cy="51789"/>
          </a:xfrm>
          <a:prstGeom xmlns:a="http://schemas.openxmlformats.org/drawingml/2006/main" prst="straightConnector1">
            <a:avLst/>
          </a:prstGeom>
          <a:ln xmlns:a="http://schemas.openxmlformats.org/drawingml/2006/main" w="6191">
            <a:solidFill>
              <a:srgbClr val="A9B8C2"/>
            </a:solidFill>
            <a:prstDash val="solid"/>
          </a:ln>
        </p:spPr>
      </p:cxnSp>
      <p:cxnSp>
        <p:nvCxnSpPr>
          <p:cNvPr id="44" name="">
            <a:extLst xmlns:a="http://schemas.openxmlformats.org/drawingml/2006/main">
              <a:ext uri="{FF2B5EF4-FFF2-40B4-BE49-F238E27FC236}">
                <a16:creationId xmlns:a16="http://schemas.microsoft.com/office/drawing/2014/main" id="{36C2B87D-B31A-40BD-BE6B-2D55F5605269}"/>
              </a:ext>
            </a:extLst>
          </p:cNvPr>
          <p:cNvCxnSpPr/>
          <p:nvPr/>
        </p:nvCxnSpPr>
        <p:spPr>
          <a:xfrm xmlns:a="http://schemas.openxmlformats.org/drawingml/2006/main" flipH="1" flipV="1">
            <a:off x="1804693" y="3729582"/>
            <a:ext cx="227058" cy="98943"/>
          </a:xfrm>
          <a:prstGeom xmlns:a="http://schemas.openxmlformats.org/drawingml/2006/main" prst="straightConnector1">
            <a:avLst/>
          </a:prstGeom>
          <a:ln xmlns:a="http://schemas.openxmlformats.org/drawingml/2006/main" w="6191">
            <a:solidFill>
              <a:srgbClr val="A9B8C2"/>
            </a:solidFill>
            <a:prstDash val="solid"/>
          </a:ln>
        </p:spPr>
      </p:cxnSp>
      <p:cxnSp>
        <p:nvCxnSpPr>
          <p:cNvPr id="45" name="">
            <a:extLst xmlns:a="http://schemas.openxmlformats.org/drawingml/2006/main">
              <a:ext uri="{FF2B5EF4-FFF2-40B4-BE49-F238E27FC236}">
                <a16:creationId xmlns:a16="http://schemas.microsoft.com/office/drawing/2014/main" id="{491C4C28-361E-461E-A58C-8404FB6F435A}"/>
              </a:ext>
            </a:extLst>
          </p:cNvPr>
          <p:cNvCxnSpPr/>
          <p:nvPr/>
        </p:nvCxnSpPr>
        <p:spPr>
          <a:xfrm xmlns:a="http://schemas.openxmlformats.org/drawingml/2006/main" flipH="1" flipV="1">
            <a:off x="1744996" y="3704393"/>
            <a:ext cx="59696" cy="25189"/>
          </a:xfrm>
          <a:prstGeom xmlns:a="http://schemas.openxmlformats.org/drawingml/2006/main" prst="straightConnector1">
            <a:avLst/>
          </a:prstGeom>
          <a:ln xmlns:a="http://schemas.openxmlformats.org/drawingml/2006/main" w="6191">
            <a:solidFill>
              <a:srgbClr val="A9B8C2"/>
            </a:solidFill>
            <a:prstDash val="solid"/>
          </a:ln>
        </p:spPr>
      </p:cxnSp>
      <p:cxnSp>
        <p:nvCxnSpPr>
          <p:cNvPr id="46" name="">
            <a:extLst xmlns:a="http://schemas.openxmlformats.org/drawingml/2006/main">
              <a:ext uri="{FF2B5EF4-FFF2-40B4-BE49-F238E27FC236}">
                <a16:creationId xmlns:a16="http://schemas.microsoft.com/office/drawing/2014/main" id="{739CCA42-523B-43BA-9928-303AC54DB89C}"/>
              </a:ext>
            </a:extLst>
          </p:cNvPr>
          <p:cNvCxnSpPr/>
          <p:nvPr/>
        </p:nvCxnSpPr>
        <p:spPr>
          <a:xfrm xmlns:a="http://schemas.openxmlformats.org/drawingml/2006/main" flipH="0" flipV="1">
            <a:off x="1744996" y="3503282"/>
            <a:ext cx="73903" cy="201111"/>
          </a:xfrm>
          <a:prstGeom xmlns:a="http://schemas.openxmlformats.org/drawingml/2006/main" prst="straightConnector1">
            <a:avLst/>
          </a:prstGeom>
          <a:ln xmlns:a="http://schemas.openxmlformats.org/drawingml/2006/main" w="6191">
            <a:solidFill>
              <a:srgbClr val="A9B8C2"/>
            </a:solidFill>
            <a:prstDash val="solid"/>
          </a:ln>
        </p:spPr>
      </p:cxnSp>
      <p:cxnSp>
        <p:nvCxnSpPr>
          <p:cNvPr id="47" name="">
            <a:extLst xmlns:a="http://schemas.openxmlformats.org/drawingml/2006/main">
              <a:ext uri="{FF2B5EF4-FFF2-40B4-BE49-F238E27FC236}">
                <a16:creationId xmlns:a16="http://schemas.microsoft.com/office/drawing/2014/main" id="{03BAB0F6-358B-428A-AC22-7245A574A7F5}"/>
              </a:ext>
            </a:extLst>
          </p:cNvPr>
          <p:cNvCxnSpPr/>
          <p:nvPr/>
        </p:nvCxnSpPr>
        <p:spPr>
          <a:xfrm xmlns:a="http://schemas.openxmlformats.org/drawingml/2006/main" flipH="1" flipV="0">
            <a:off x="1814116" y="4001424"/>
            <a:ext cx="16927" cy="403"/>
          </a:xfrm>
          <a:prstGeom xmlns:a="http://schemas.openxmlformats.org/drawingml/2006/main" prst="straightConnector1">
            <a:avLst/>
          </a:prstGeom>
          <a:ln xmlns:a="http://schemas.openxmlformats.org/drawingml/2006/main" w="6191">
            <a:solidFill>
              <a:srgbClr val="A9B8C2"/>
            </a:solidFill>
            <a:prstDash val="solid"/>
          </a:ln>
        </p:spPr>
      </p:cxnSp>
      <p:cxnSp>
        <p:nvCxnSpPr>
          <p:cNvPr id="48" name="">
            <a:extLst xmlns:a="http://schemas.openxmlformats.org/drawingml/2006/main">
              <a:ext uri="{FF2B5EF4-FFF2-40B4-BE49-F238E27FC236}">
                <a16:creationId xmlns:a16="http://schemas.microsoft.com/office/drawing/2014/main" id="{7EF5272A-6FD3-4781-9C7F-7F1C85236D3C}"/>
              </a:ext>
            </a:extLst>
          </p:cNvPr>
          <p:cNvCxnSpPr/>
          <p:nvPr/>
        </p:nvCxnSpPr>
        <p:spPr>
          <a:xfrm xmlns:a="http://schemas.openxmlformats.org/drawingml/2006/main" flipH="1" flipV="0">
            <a:off x="1797994" y="4001827"/>
            <a:ext cx="16121" cy="34862"/>
          </a:xfrm>
          <a:prstGeom xmlns:a="http://schemas.openxmlformats.org/drawingml/2006/main" prst="straightConnector1">
            <a:avLst/>
          </a:prstGeom>
          <a:ln xmlns:a="http://schemas.openxmlformats.org/drawingml/2006/main" w="6191">
            <a:solidFill>
              <a:srgbClr val="A9B8C2"/>
            </a:solidFill>
            <a:prstDash val="solid"/>
          </a:ln>
        </p:spPr>
      </p:cxnSp>
      <p:cxnSp>
        <p:nvCxnSpPr>
          <p:cNvPr id="49" name="">
            <a:extLst xmlns:a="http://schemas.openxmlformats.org/drawingml/2006/main">
              <a:ext uri="{FF2B5EF4-FFF2-40B4-BE49-F238E27FC236}">
                <a16:creationId xmlns:a16="http://schemas.microsoft.com/office/drawing/2014/main" id="{E0ABE631-1B54-43B5-B005-4A3A49F1A94D}"/>
              </a:ext>
            </a:extLst>
          </p:cNvPr>
          <p:cNvCxnSpPr/>
          <p:nvPr/>
        </p:nvCxnSpPr>
        <p:spPr>
          <a:xfrm xmlns:a="http://schemas.openxmlformats.org/drawingml/2006/main" flipH="1" flipV="0">
            <a:off x="1788725" y="4036689"/>
            <a:ext cx="9270" cy="4030"/>
          </a:xfrm>
          <a:prstGeom xmlns:a="http://schemas.openxmlformats.org/drawingml/2006/main" prst="straightConnector1">
            <a:avLst/>
          </a:prstGeom>
          <a:ln xmlns:a="http://schemas.openxmlformats.org/drawingml/2006/main" w="6191">
            <a:solidFill>
              <a:srgbClr val="A9B8C2"/>
            </a:solidFill>
            <a:prstDash val="solid"/>
          </a:ln>
        </p:spPr>
      </p:cxnSp>
      <p:cxnSp>
        <p:nvCxnSpPr>
          <p:cNvPr id="50" name="">
            <a:extLst xmlns:a="http://schemas.openxmlformats.org/drawingml/2006/main">
              <a:ext uri="{FF2B5EF4-FFF2-40B4-BE49-F238E27FC236}">
                <a16:creationId xmlns:a16="http://schemas.microsoft.com/office/drawing/2014/main" id="{E5ADB22D-0FFE-479F-B433-A825F33F436E}"/>
              </a:ext>
            </a:extLst>
          </p:cNvPr>
          <p:cNvCxnSpPr/>
          <p:nvPr/>
        </p:nvCxnSpPr>
        <p:spPr>
          <a:xfrm xmlns:a="http://schemas.openxmlformats.org/drawingml/2006/main" flipH="1" flipV="0">
            <a:off x="1764543" y="4040719"/>
            <a:ext cx="24182" cy="59044"/>
          </a:xfrm>
          <a:prstGeom xmlns:a="http://schemas.openxmlformats.org/drawingml/2006/main" prst="straightConnector1">
            <a:avLst/>
          </a:prstGeom>
          <a:ln xmlns:a="http://schemas.openxmlformats.org/drawingml/2006/main" w="6191">
            <a:solidFill>
              <a:srgbClr val="A9B8C2"/>
            </a:solidFill>
            <a:prstDash val="solid"/>
          </a:ln>
        </p:spPr>
      </p:cxnSp>
      <p:cxnSp>
        <p:nvCxnSpPr>
          <p:cNvPr id="51" name="">
            <a:extLst xmlns:a="http://schemas.openxmlformats.org/drawingml/2006/main">
              <a:ext uri="{FF2B5EF4-FFF2-40B4-BE49-F238E27FC236}">
                <a16:creationId xmlns:a16="http://schemas.microsoft.com/office/drawing/2014/main" id="{837C2C13-AB3D-4F5B-ABFD-03EBEE03612F}"/>
              </a:ext>
            </a:extLst>
          </p:cNvPr>
          <p:cNvCxnSpPr/>
          <p:nvPr/>
        </p:nvCxnSpPr>
        <p:spPr>
          <a:xfrm xmlns:a="http://schemas.openxmlformats.org/drawingml/2006/main" flipH="0" flipV="0">
            <a:off x="1764543" y="4099763"/>
            <a:ext cx="36575" cy="12091"/>
          </a:xfrm>
          <a:prstGeom xmlns:a="http://schemas.openxmlformats.org/drawingml/2006/main" prst="straightConnector1">
            <a:avLst/>
          </a:prstGeom>
          <a:ln xmlns:a="http://schemas.openxmlformats.org/drawingml/2006/main" w="6191">
            <a:solidFill>
              <a:srgbClr val="A9B8C2"/>
            </a:solidFill>
            <a:prstDash val="solid"/>
          </a:ln>
        </p:spPr>
      </p:cxnSp>
      <p:cxnSp>
        <p:nvCxnSpPr>
          <p:cNvPr id="52" name="">
            <a:extLst xmlns:a="http://schemas.openxmlformats.org/drawingml/2006/main">
              <a:ext uri="{FF2B5EF4-FFF2-40B4-BE49-F238E27FC236}">
                <a16:creationId xmlns:a16="http://schemas.microsoft.com/office/drawing/2014/main" id="{2C0E0710-6872-4E71-8AF6-F2CDA5A7468A}"/>
              </a:ext>
            </a:extLst>
          </p:cNvPr>
          <p:cNvCxnSpPr/>
          <p:nvPr/>
        </p:nvCxnSpPr>
        <p:spPr>
          <a:xfrm xmlns:a="http://schemas.openxmlformats.org/drawingml/2006/main" flipH="0" flipV="0">
            <a:off x="1801118" y="4111854"/>
            <a:ext cx="16927" cy="13098"/>
          </a:xfrm>
          <a:prstGeom xmlns:a="http://schemas.openxmlformats.org/drawingml/2006/main" prst="straightConnector1">
            <a:avLst/>
          </a:prstGeom>
          <a:ln xmlns:a="http://schemas.openxmlformats.org/drawingml/2006/main" w="6191">
            <a:solidFill>
              <a:srgbClr val="A9B8C2"/>
            </a:solidFill>
            <a:prstDash val="solid"/>
          </a:ln>
        </p:spPr>
      </p:cxnSp>
      <p:cxnSp>
        <p:nvCxnSpPr>
          <p:cNvPr id="53" name="">
            <a:extLst xmlns:a="http://schemas.openxmlformats.org/drawingml/2006/main">
              <a:ext uri="{FF2B5EF4-FFF2-40B4-BE49-F238E27FC236}">
                <a16:creationId xmlns:a16="http://schemas.microsoft.com/office/drawing/2014/main" id="{6AC133BE-DA64-49FA-83A0-8253022C9933}"/>
              </a:ext>
            </a:extLst>
          </p:cNvPr>
          <p:cNvCxnSpPr/>
          <p:nvPr/>
        </p:nvCxnSpPr>
        <p:spPr>
          <a:xfrm xmlns:a="http://schemas.openxmlformats.org/drawingml/2006/main" flipH="0" flipV="0">
            <a:off x="1818045" y="4124952"/>
            <a:ext cx="17935" cy="2821"/>
          </a:xfrm>
          <a:prstGeom xmlns:a="http://schemas.openxmlformats.org/drawingml/2006/main" prst="straightConnector1">
            <a:avLst/>
          </a:prstGeom>
          <a:ln xmlns:a="http://schemas.openxmlformats.org/drawingml/2006/main" w="6191">
            <a:solidFill>
              <a:srgbClr val="A9B8C2"/>
            </a:solidFill>
            <a:prstDash val="solid"/>
          </a:ln>
        </p:spPr>
      </p:cxnSp>
      <p:cxnSp>
        <p:nvCxnSpPr>
          <p:cNvPr id="54" name="">
            <a:extLst xmlns:a="http://schemas.openxmlformats.org/drawingml/2006/main">
              <a:ext uri="{FF2B5EF4-FFF2-40B4-BE49-F238E27FC236}">
                <a16:creationId xmlns:a16="http://schemas.microsoft.com/office/drawing/2014/main" id="{177D8260-C992-4BAD-B236-9927B22C9A90}"/>
              </a:ext>
            </a:extLst>
          </p:cNvPr>
          <p:cNvCxnSpPr/>
          <p:nvPr/>
        </p:nvCxnSpPr>
        <p:spPr>
          <a:xfrm xmlns:a="http://schemas.openxmlformats.org/drawingml/2006/main" flipH="0" flipV="0">
            <a:off x="1835980" y="4127773"/>
            <a:ext cx="41915" cy="29623"/>
          </a:xfrm>
          <a:prstGeom xmlns:a="http://schemas.openxmlformats.org/drawingml/2006/main" prst="straightConnector1">
            <a:avLst/>
          </a:prstGeom>
          <a:ln xmlns:a="http://schemas.openxmlformats.org/drawingml/2006/main" w="6191">
            <a:solidFill>
              <a:srgbClr val="A9B8C2"/>
            </a:solidFill>
            <a:prstDash val="solid"/>
          </a:ln>
        </p:spPr>
      </p:cxnSp>
      <p:cxnSp>
        <p:nvCxnSpPr>
          <p:cNvPr id="55" name="">
            <a:extLst xmlns:a="http://schemas.openxmlformats.org/drawingml/2006/main">
              <a:ext uri="{FF2B5EF4-FFF2-40B4-BE49-F238E27FC236}">
                <a16:creationId xmlns:a16="http://schemas.microsoft.com/office/drawing/2014/main" id="{07944DE7-A4DB-40FC-8B68-3933B59F6885}"/>
              </a:ext>
            </a:extLst>
          </p:cNvPr>
          <p:cNvCxnSpPr/>
          <p:nvPr/>
        </p:nvCxnSpPr>
        <p:spPr>
          <a:xfrm xmlns:a="http://schemas.openxmlformats.org/drawingml/2006/main" flipH="1" flipV="0">
            <a:off x="1877439" y="4157396"/>
            <a:ext cx="455" cy="22771"/>
          </a:xfrm>
          <a:prstGeom xmlns:a="http://schemas.openxmlformats.org/drawingml/2006/main" prst="straightConnector1">
            <a:avLst/>
          </a:prstGeom>
          <a:ln xmlns:a="http://schemas.openxmlformats.org/drawingml/2006/main" w="6191">
            <a:solidFill>
              <a:srgbClr val="A9B8C2"/>
            </a:solidFill>
            <a:prstDash val="solid"/>
          </a:ln>
        </p:spPr>
      </p:cxnSp>
      <p:cxnSp>
        <p:nvCxnSpPr>
          <p:cNvPr id="56" name="">
            <a:extLst xmlns:a="http://schemas.openxmlformats.org/drawingml/2006/main">
              <a:ext uri="{FF2B5EF4-FFF2-40B4-BE49-F238E27FC236}">
                <a16:creationId xmlns:a16="http://schemas.microsoft.com/office/drawing/2014/main" id="{156A14C3-9089-4820-B9BB-FD7D9B665C59}"/>
              </a:ext>
            </a:extLst>
          </p:cNvPr>
          <p:cNvCxnSpPr/>
          <p:nvPr/>
        </p:nvCxnSpPr>
        <p:spPr>
          <a:xfrm xmlns:a="http://schemas.openxmlformats.org/drawingml/2006/main" flipH="1" flipV="0">
            <a:off x="1845096" y="4180167"/>
            <a:ext cx="32343" cy="65492"/>
          </a:xfrm>
          <a:prstGeom xmlns:a="http://schemas.openxmlformats.org/drawingml/2006/main" prst="straightConnector1">
            <a:avLst/>
          </a:prstGeom>
          <a:ln xmlns:a="http://schemas.openxmlformats.org/drawingml/2006/main" w="6191">
            <a:solidFill>
              <a:srgbClr val="A9B8C2"/>
            </a:solidFill>
            <a:prstDash val="solid"/>
          </a:ln>
        </p:spPr>
      </p:cxnSp>
      <p:cxnSp>
        <p:nvCxnSpPr>
          <p:cNvPr id="57" name="">
            <a:extLst xmlns:a="http://schemas.openxmlformats.org/drawingml/2006/main">
              <a:ext uri="{FF2B5EF4-FFF2-40B4-BE49-F238E27FC236}">
                <a16:creationId xmlns:a16="http://schemas.microsoft.com/office/drawing/2014/main" id="{00E72C7E-3843-4D6A-83FA-E7616DC885A4}"/>
              </a:ext>
            </a:extLst>
          </p:cNvPr>
          <p:cNvCxnSpPr/>
          <p:nvPr/>
        </p:nvCxnSpPr>
        <p:spPr>
          <a:xfrm xmlns:a="http://schemas.openxmlformats.org/drawingml/2006/main" flipH="0" flipV="0">
            <a:off x="1845096" y="4245659"/>
            <a:ext cx="79094" cy="41310"/>
          </a:xfrm>
          <a:prstGeom xmlns:a="http://schemas.openxmlformats.org/drawingml/2006/main" prst="straightConnector1">
            <a:avLst/>
          </a:prstGeom>
          <a:ln xmlns:a="http://schemas.openxmlformats.org/drawingml/2006/main" w="6191">
            <a:solidFill>
              <a:srgbClr val="A9B8C2"/>
            </a:solidFill>
            <a:prstDash val="solid"/>
          </a:ln>
        </p:spPr>
      </p:cxnSp>
      <p:cxnSp>
        <p:nvCxnSpPr>
          <p:cNvPr id="58" name="">
            <a:extLst xmlns:a="http://schemas.openxmlformats.org/drawingml/2006/main">
              <a:ext uri="{FF2B5EF4-FFF2-40B4-BE49-F238E27FC236}">
                <a16:creationId xmlns:a16="http://schemas.microsoft.com/office/drawing/2014/main" id="{54F18484-6ACE-4238-9C37-3CAA42DFBC09}"/>
              </a:ext>
            </a:extLst>
          </p:cNvPr>
          <p:cNvCxnSpPr/>
          <p:nvPr/>
        </p:nvCxnSpPr>
        <p:spPr>
          <a:xfrm xmlns:a="http://schemas.openxmlformats.org/drawingml/2006/main" flipH="1" flipV="0">
            <a:off x="1918649" y="4286969"/>
            <a:ext cx="5542" cy="26801"/>
          </a:xfrm>
          <a:prstGeom xmlns:a="http://schemas.openxmlformats.org/drawingml/2006/main" prst="straightConnector1">
            <a:avLst/>
          </a:prstGeom>
          <a:ln xmlns:a="http://schemas.openxmlformats.org/drawingml/2006/main" w="6191">
            <a:solidFill>
              <a:srgbClr val="A9B8C2"/>
            </a:solidFill>
            <a:prstDash val="solid"/>
          </a:ln>
        </p:spPr>
      </p:cxnSp>
      <p:cxnSp>
        <p:nvCxnSpPr>
          <p:cNvPr id="59" name="">
            <a:extLst xmlns:a="http://schemas.openxmlformats.org/drawingml/2006/main">
              <a:ext uri="{FF2B5EF4-FFF2-40B4-BE49-F238E27FC236}">
                <a16:creationId xmlns:a16="http://schemas.microsoft.com/office/drawing/2014/main" id="{2BD70D03-C673-4FC5-A228-5DCA1679187B}"/>
              </a:ext>
            </a:extLst>
          </p:cNvPr>
          <p:cNvCxnSpPr/>
          <p:nvPr/>
        </p:nvCxnSpPr>
        <p:spPr>
          <a:xfrm xmlns:a="http://schemas.openxmlformats.org/drawingml/2006/main" flipH="1" flipV="0">
            <a:off x="1913510" y="4313771"/>
            <a:ext cx="5139" cy="13501"/>
          </a:xfrm>
          <a:prstGeom xmlns:a="http://schemas.openxmlformats.org/drawingml/2006/main" prst="straightConnector1">
            <a:avLst/>
          </a:prstGeom>
          <a:ln xmlns:a="http://schemas.openxmlformats.org/drawingml/2006/main" w="6191">
            <a:solidFill>
              <a:srgbClr val="A9B8C2"/>
            </a:solidFill>
            <a:prstDash val="solid"/>
          </a:ln>
        </p:spPr>
      </p:cxnSp>
      <p:cxnSp>
        <p:nvCxnSpPr>
          <p:cNvPr id="60" name="">
            <a:extLst xmlns:a="http://schemas.openxmlformats.org/drawingml/2006/main">
              <a:ext uri="{FF2B5EF4-FFF2-40B4-BE49-F238E27FC236}">
                <a16:creationId xmlns:a16="http://schemas.microsoft.com/office/drawing/2014/main" id="{682379AF-1199-41C0-AD78-BB00BD1DAC56}"/>
              </a:ext>
            </a:extLst>
          </p:cNvPr>
          <p:cNvCxnSpPr/>
          <p:nvPr/>
        </p:nvCxnSpPr>
        <p:spPr>
          <a:xfrm xmlns:a="http://schemas.openxmlformats.org/drawingml/2006/main" flipH="0" flipV="0">
            <a:off x="1913510" y="4327272"/>
            <a:ext cx="89323" cy="40101"/>
          </a:xfrm>
          <a:prstGeom xmlns:a="http://schemas.openxmlformats.org/drawingml/2006/main" prst="straightConnector1">
            <a:avLst/>
          </a:prstGeom>
          <a:ln xmlns:a="http://schemas.openxmlformats.org/drawingml/2006/main" w="6191">
            <a:solidFill>
              <a:srgbClr val="A9B8C2"/>
            </a:solidFill>
            <a:prstDash val="solid"/>
          </a:ln>
        </p:spPr>
      </p:cxnSp>
      <p:cxnSp>
        <p:nvCxnSpPr>
          <p:cNvPr id="61" name="">
            <a:extLst xmlns:a="http://schemas.openxmlformats.org/drawingml/2006/main">
              <a:ext uri="{FF2B5EF4-FFF2-40B4-BE49-F238E27FC236}">
                <a16:creationId xmlns:a16="http://schemas.microsoft.com/office/drawing/2014/main" id="{9A5CFE83-363C-40F7-B5AF-96D1C7EEABC2}"/>
              </a:ext>
            </a:extLst>
          </p:cNvPr>
          <p:cNvCxnSpPr/>
          <p:nvPr/>
        </p:nvCxnSpPr>
        <p:spPr>
          <a:xfrm xmlns:a="http://schemas.openxmlformats.org/drawingml/2006/main" flipH="0" flipV="1">
            <a:off x="2002833" y="4340572"/>
            <a:ext cx="9773" cy="26801"/>
          </a:xfrm>
          <a:prstGeom xmlns:a="http://schemas.openxmlformats.org/drawingml/2006/main" prst="straightConnector1">
            <a:avLst/>
          </a:prstGeom>
          <a:ln xmlns:a="http://schemas.openxmlformats.org/drawingml/2006/main" w="6191">
            <a:solidFill>
              <a:srgbClr val="A9B8C2"/>
            </a:solidFill>
            <a:prstDash val="solid"/>
          </a:ln>
        </p:spPr>
      </p:cxnSp>
      <p:cxnSp>
        <p:nvCxnSpPr>
          <p:cNvPr id="62" name="">
            <a:extLst xmlns:a="http://schemas.openxmlformats.org/drawingml/2006/main">
              <a:ext uri="{FF2B5EF4-FFF2-40B4-BE49-F238E27FC236}">
                <a16:creationId xmlns:a16="http://schemas.microsoft.com/office/drawing/2014/main" id="{AFA9AC55-8674-4378-90C6-5325808E8DDB}"/>
              </a:ext>
            </a:extLst>
          </p:cNvPr>
          <p:cNvCxnSpPr/>
          <p:nvPr/>
        </p:nvCxnSpPr>
        <p:spPr>
          <a:xfrm xmlns:a="http://schemas.openxmlformats.org/drawingml/2006/main" flipH="0" flipV="0">
            <a:off x="2012607" y="4340572"/>
            <a:ext cx="39646" cy="22570"/>
          </a:xfrm>
          <a:prstGeom xmlns:a="http://schemas.openxmlformats.org/drawingml/2006/main" prst="straightConnector1">
            <a:avLst/>
          </a:prstGeom>
          <a:ln xmlns:a="http://schemas.openxmlformats.org/drawingml/2006/main" w="6191">
            <a:solidFill>
              <a:srgbClr val="A9B8C2"/>
            </a:solidFill>
            <a:prstDash val="solid"/>
          </a:ln>
        </p:spPr>
      </p:cxnSp>
      <p:cxnSp>
        <p:nvCxnSpPr>
          <p:cNvPr id="63" name="">
            <a:extLst xmlns:a="http://schemas.openxmlformats.org/drawingml/2006/main">
              <a:ext uri="{FF2B5EF4-FFF2-40B4-BE49-F238E27FC236}">
                <a16:creationId xmlns:a16="http://schemas.microsoft.com/office/drawing/2014/main" id="{B735FBE4-8156-4B47-80BD-CDF9B2CAB9D8}"/>
              </a:ext>
            </a:extLst>
          </p:cNvPr>
          <p:cNvCxnSpPr/>
          <p:nvPr/>
        </p:nvCxnSpPr>
        <p:spPr>
          <a:xfrm xmlns:a="http://schemas.openxmlformats.org/drawingml/2006/main" flipH="0" flipV="1">
            <a:off x="2052252" y="4327070"/>
            <a:ext cx="22570" cy="36071"/>
          </a:xfrm>
          <a:prstGeom xmlns:a="http://schemas.openxmlformats.org/drawingml/2006/main" prst="straightConnector1">
            <a:avLst/>
          </a:prstGeom>
          <a:ln xmlns:a="http://schemas.openxmlformats.org/drawingml/2006/main" w="6191">
            <a:solidFill>
              <a:srgbClr val="A9B8C2"/>
            </a:solidFill>
            <a:prstDash val="solid"/>
          </a:ln>
        </p:spPr>
      </p:cxnSp>
      <p:cxnSp>
        <p:nvCxnSpPr>
          <p:cNvPr id="64" name="">
            <a:extLst xmlns:a="http://schemas.openxmlformats.org/drawingml/2006/main">
              <a:ext uri="{FF2B5EF4-FFF2-40B4-BE49-F238E27FC236}">
                <a16:creationId xmlns:a16="http://schemas.microsoft.com/office/drawing/2014/main" id="{51418F4C-6A0E-47D4-B0F1-4BED6F1FB4B9}"/>
              </a:ext>
            </a:extLst>
          </p:cNvPr>
          <p:cNvCxnSpPr/>
          <p:nvPr/>
        </p:nvCxnSpPr>
        <p:spPr>
          <a:xfrm xmlns:a="http://schemas.openxmlformats.org/drawingml/2006/main" flipH="0" flipV="0">
            <a:off x="2074822" y="4327070"/>
            <a:ext cx="69373" cy="40706"/>
          </a:xfrm>
          <a:prstGeom xmlns:a="http://schemas.openxmlformats.org/drawingml/2006/main" prst="straightConnector1">
            <a:avLst/>
          </a:prstGeom>
          <a:ln xmlns:a="http://schemas.openxmlformats.org/drawingml/2006/main" w="6191">
            <a:solidFill>
              <a:srgbClr val="A9B8C2"/>
            </a:solidFill>
            <a:prstDash val="solid"/>
          </a:ln>
        </p:spPr>
      </p:cxnSp>
      <p:cxnSp>
        <p:nvCxnSpPr>
          <p:cNvPr id="65" name="">
            <a:extLst xmlns:a="http://schemas.openxmlformats.org/drawingml/2006/main">
              <a:ext uri="{FF2B5EF4-FFF2-40B4-BE49-F238E27FC236}">
                <a16:creationId xmlns:a16="http://schemas.microsoft.com/office/drawing/2014/main" id="{71F2DC13-2CF8-42B3-AB5B-03DF6B26F56B}"/>
              </a:ext>
            </a:extLst>
          </p:cNvPr>
          <p:cNvCxnSpPr/>
          <p:nvPr/>
        </p:nvCxnSpPr>
        <p:spPr>
          <a:xfrm xmlns:a="http://schemas.openxmlformats.org/drawingml/2006/main" flipH="0" flipV="0">
            <a:off x="2144195" y="4367776"/>
            <a:ext cx="71034" cy="16726"/>
          </a:xfrm>
          <a:prstGeom xmlns:a="http://schemas.openxmlformats.org/drawingml/2006/main" prst="straightConnector1">
            <a:avLst/>
          </a:prstGeom>
          <a:ln xmlns:a="http://schemas.openxmlformats.org/drawingml/2006/main" w="6191">
            <a:solidFill>
              <a:srgbClr val="A9B8C2"/>
            </a:solidFill>
            <a:prstDash val="solid"/>
          </a:ln>
        </p:spPr>
      </p:cxnSp>
      <p:cxnSp>
        <p:nvCxnSpPr>
          <p:cNvPr id="66" name="">
            <a:extLst xmlns:a="http://schemas.openxmlformats.org/drawingml/2006/main">
              <a:ext uri="{FF2B5EF4-FFF2-40B4-BE49-F238E27FC236}">
                <a16:creationId xmlns:a16="http://schemas.microsoft.com/office/drawing/2014/main" id="{C14396E3-097B-4EBF-8503-FC33FCD95747}"/>
              </a:ext>
            </a:extLst>
          </p:cNvPr>
          <p:cNvCxnSpPr/>
          <p:nvPr/>
        </p:nvCxnSpPr>
        <p:spPr>
          <a:xfrm xmlns:a="http://schemas.openxmlformats.org/drawingml/2006/main" flipH="0" flipV="0">
            <a:off x="2215229" y="4384502"/>
            <a:ext cx="113198" cy="28212"/>
          </a:xfrm>
          <a:prstGeom xmlns:a="http://schemas.openxmlformats.org/drawingml/2006/main" prst="straightConnector1">
            <a:avLst/>
          </a:prstGeom>
          <a:ln xmlns:a="http://schemas.openxmlformats.org/drawingml/2006/main" w="6191">
            <a:solidFill>
              <a:srgbClr val="A9B8C2"/>
            </a:solidFill>
            <a:prstDash val="solid"/>
          </a:ln>
        </p:spPr>
      </p:cxnSp>
      <p:cxnSp>
        <p:nvCxnSpPr>
          <p:cNvPr id="67" name="">
            <a:extLst xmlns:a="http://schemas.openxmlformats.org/drawingml/2006/main">
              <a:ext uri="{FF2B5EF4-FFF2-40B4-BE49-F238E27FC236}">
                <a16:creationId xmlns:a16="http://schemas.microsoft.com/office/drawing/2014/main" id="{E297C9EC-E62A-4FEB-BDBC-A90E7C0BEF3B}"/>
              </a:ext>
            </a:extLst>
          </p:cNvPr>
          <p:cNvCxnSpPr/>
          <p:nvPr/>
        </p:nvCxnSpPr>
        <p:spPr>
          <a:xfrm xmlns:a="http://schemas.openxmlformats.org/drawingml/2006/main" flipH="0" flipV="1">
            <a:off x="2328427" y="4384905"/>
            <a:ext cx="302" cy="27809"/>
          </a:xfrm>
          <a:prstGeom xmlns:a="http://schemas.openxmlformats.org/drawingml/2006/main" prst="straightConnector1">
            <a:avLst/>
          </a:prstGeom>
          <a:ln xmlns:a="http://schemas.openxmlformats.org/drawingml/2006/main" w="6191">
            <a:solidFill>
              <a:srgbClr val="A9B8C2"/>
            </a:solidFill>
            <a:prstDash val="solid"/>
          </a:ln>
        </p:spPr>
      </p:cxnSp>
      <p:cxnSp>
        <p:nvCxnSpPr>
          <p:cNvPr id="68" name="">
            <a:extLst xmlns:a="http://schemas.openxmlformats.org/drawingml/2006/main">
              <a:ext uri="{FF2B5EF4-FFF2-40B4-BE49-F238E27FC236}">
                <a16:creationId xmlns:a16="http://schemas.microsoft.com/office/drawing/2014/main" id="{A552F022-5844-4FF0-8C0F-026B439EE480}"/>
              </a:ext>
            </a:extLst>
          </p:cNvPr>
          <p:cNvCxnSpPr/>
          <p:nvPr/>
        </p:nvCxnSpPr>
        <p:spPr>
          <a:xfrm xmlns:a="http://schemas.openxmlformats.org/drawingml/2006/main" flipH="0" flipV="0">
            <a:off x="2328729" y="4384905"/>
            <a:ext cx="284388" cy="58237"/>
          </a:xfrm>
          <a:prstGeom xmlns:a="http://schemas.openxmlformats.org/drawingml/2006/main" prst="straightConnector1">
            <a:avLst/>
          </a:prstGeom>
          <a:ln xmlns:a="http://schemas.openxmlformats.org/drawingml/2006/main" w="6191">
            <a:solidFill>
              <a:srgbClr val="A9B8C2"/>
            </a:solidFill>
            <a:prstDash val="solid"/>
          </a:ln>
        </p:spPr>
      </p:cxnSp>
      <p:cxnSp>
        <p:nvCxnSpPr>
          <p:cNvPr id="69" name="">
            <a:extLst xmlns:a="http://schemas.openxmlformats.org/drawingml/2006/main">
              <a:ext uri="{FF2B5EF4-FFF2-40B4-BE49-F238E27FC236}">
                <a16:creationId xmlns:a16="http://schemas.microsoft.com/office/drawing/2014/main" id="{D4042395-8C96-4A11-978F-8EF8193E5C59}"/>
              </a:ext>
            </a:extLst>
          </p:cNvPr>
          <p:cNvCxnSpPr/>
          <p:nvPr/>
        </p:nvCxnSpPr>
        <p:spPr>
          <a:xfrm xmlns:a="http://schemas.openxmlformats.org/drawingml/2006/main" flipH="0" flipV="0">
            <a:off x="2613118" y="4443142"/>
            <a:ext cx="144082" cy="64283"/>
          </a:xfrm>
          <a:prstGeom xmlns:a="http://schemas.openxmlformats.org/drawingml/2006/main" prst="straightConnector1">
            <a:avLst/>
          </a:prstGeom>
          <a:ln xmlns:a="http://schemas.openxmlformats.org/drawingml/2006/main" w="6191">
            <a:solidFill>
              <a:srgbClr val="A9B8C2"/>
            </a:solidFill>
            <a:prstDash val="solid"/>
          </a:ln>
        </p:spPr>
      </p:cxnSp>
      <p:cxnSp>
        <p:nvCxnSpPr>
          <p:cNvPr id="70" name="">
            <a:extLst xmlns:a="http://schemas.openxmlformats.org/drawingml/2006/main">
              <a:ext uri="{FF2B5EF4-FFF2-40B4-BE49-F238E27FC236}">
                <a16:creationId xmlns:a16="http://schemas.microsoft.com/office/drawing/2014/main" id="{FE758A42-4796-4E5B-8DBB-C8C7DD6B8B1E}"/>
              </a:ext>
            </a:extLst>
          </p:cNvPr>
          <p:cNvCxnSpPr/>
          <p:nvPr/>
        </p:nvCxnSpPr>
        <p:spPr>
          <a:xfrm xmlns:a="http://schemas.openxmlformats.org/drawingml/2006/main" flipH="0" flipV="0">
            <a:off x="2757200" y="4507425"/>
            <a:ext cx="302" cy="9673"/>
          </a:xfrm>
          <a:prstGeom xmlns:a="http://schemas.openxmlformats.org/drawingml/2006/main" prst="straightConnector1">
            <a:avLst/>
          </a:prstGeom>
          <a:ln xmlns:a="http://schemas.openxmlformats.org/drawingml/2006/main" w="6191">
            <a:solidFill>
              <a:srgbClr val="A9B8C2"/>
            </a:solidFill>
            <a:prstDash val="solid"/>
          </a:ln>
        </p:spPr>
      </p:cxnSp>
      <p:cxnSp>
        <p:nvCxnSpPr>
          <p:cNvPr id="71" name="">
            <a:extLst xmlns:a="http://schemas.openxmlformats.org/drawingml/2006/main">
              <a:ext uri="{FF2B5EF4-FFF2-40B4-BE49-F238E27FC236}">
                <a16:creationId xmlns:a16="http://schemas.microsoft.com/office/drawing/2014/main" id="{9B6F03E3-C696-435D-8CA0-16C0F5A0CF11}"/>
              </a:ext>
            </a:extLst>
          </p:cNvPr>
          <p:cNvCxnSpPr/>
          <p:nvPr/>
        </p:nvCxnSpPr>
        <p:spPr>
          <a:xfrm xmlns:a="http://schemas.openxmlformats.org/drawingml/2006/main" flipH="0" flipV="0">
            <a:off x="2757502" y="4517098"/>
            <a:ext cx="203678" cy="8665"/>
          </a:xfrm>
          <a:prstGeom xmlns:a="http://schemas.openxmlformats.org/drawingml/2006/main" prst="straightConnector1">
            <a:avLst/>
          </a:prstGeom>
          <a:ln xmlns:a="http://schemas.openxmlformats.org/drawingml/2006/main" w="6191">
            <a:solidFill>
              <a:srgbClr val="A9B8C2"/>
            </a:solidFill>
            <a:prstDash val="solid"/>
          </a:ln>
        </p:spPr>
      </p:cxnSp>
      <p:cxnSp>
        <p:nvCxnSpPr>
          <p:cNvPr id="72" name="">
            <a:extLst xmlns:a="http://schemas.openxmlformats.org/drawingml/2006/main">
              <a:ext uri="{FF2B5EF4-FFF2-40B4-BE49-F238E27FC236}">
                <a16:creationId xmlns:a16="http://schemas.microsoft.com/office/drawing/2014/main" id="{830D99E9-0EF6-47BF-BEF4-65F6FC3C557C}"/>
              </a:ext>
            </a:extLst>
          </p:cNvPr>
          <p:cNvCxnSpPr/>
          <p:nvPr/>
        </p:nvCxnSpPr>
        <p:spPr>
          <a:xfrm xmlns:a="http://schemas.openxmlformats.org/drawingml/2006/main" flipH="0" flipV="0">
            <a:off x="2961180" y="4525763"/>
            <a:ext cx="1511" cy="16927"/>
          </a:xfrm>
          <a:prstGeom xmlns:a="http://schemas.openxmlformats.org/drawingml/2006/main" prst="straightConnector1">
            <a:avLst/>
          </a:prstGeom>
          <a:ln xmlns:a="http://schemas.openxmlformats.org/drawingml/2006/main" w="6191">
            <a:solidFill>
              <a:srgbClr val="A9B8C2"/>
            </a:solidFill>
            <a:prstDash val="solid"/>
          </a:ln>
        </p:spPr>
      </p:cxnSp>
      <p:cxnSp>
        <p:nvCxnSpPr>
          <p:cNvPr id="73" name="">
            <a:extLst xmlns:a="http://schemas.openxmlformats.org/drawingml/2006/main">
              <a:ext uri="{FF2B5EF4-FFF2-40B4-BE49-F238E27FC236}">
                <a16:creationId xmlns:a16="http://schemas.microsoft.com/office/drawing/2014/main" id="{1779C53C-8B86-4D74-9C93-AB37419013CE}"/>
              </a:ext>
            </a:extLst>
          </p:cNvPr>
          <p:cNvCxnSpPr/>
          <p:nvPr/>
        </p:nvCxnSpPr>
        <p:spPr>
          <a:xfrm xmlns:a="http://schemas.openxmlformats.org/drawingml/2006/main" flipH="0" flipV="0">
            <a:off x="2962692" y="4542690"/>
            <a:ext cx="131488" cy="68918"/>
          </a:xfrm>
          <a:prstGeom xmlns:a="http://schemas.openxmlformats.org/drawingml/2006/main" prst="straightConnector1">
            <a:avLst/>
          </a:prstGeom>
          <a:ln xmlns:a="http://schemas.openxmlformats.org/drawingml/2006/main" w="6191">
            <a:solidFill>
              <a:srgbClr val="A9B8C2"/>
            </a:solidFill>
            <a:prstDash val="solid"/>
          </a:ln>
        </p:spPr>
      </p:cxnSp>
      <p:cxnSp>
        <p:nvCxnSpPr>
          <p:cNvPr id="74" name="">
            <a:extLst xmlns:a="http://schemas.openxmlformats.org/drawingml/2006/main">
              <a:ext uri="{FF2B5EF4-FFF2-40B4-BE49-F238E27FC236}">
                <a16:creationId xmlns:a16="http://schemas.microsoft.com/office/drawing/2014/main" id="{21153F5B-242F-46AF-AC03-ADFB97391AC6}"/>
              </a:ext>
            </a:extLst>
          </p:cNvPr>
          <p:cNvCxnSpPr/>
          <p:nvPr/>
        </p:nvCxnSpPr>
        <p:spPr>
          <a:xfrm xmlns:a="http://schemas.openxmlformats.org/drawingml/2006/main" flipH="1" flipV="0">
            <a:off x="3076245" y="4611608"/>
            <a:ext cx="17935" cy="37079"/>
          </a:xfrm>
          <a:prstGeom xmlns:a="http://schemas.openxmlformats.org/drawingml/2006/main" prst="straightConnector1">
            <a:avLst/>
          </a:prstGeom>
          <a:ln xmlns:a="http://schemas.openxmlformats.org/drawingml/2006/main" w="6191">
            <a:solidFill>
              <a:srgbClr val="A9B8C2"/>
            </a:solidFill>
            <a:prstDash val="solid"/>
          </a:ln>
        </p:spPr>
      </p:cxnSp>
      <p:cxnSp>
        <p:nvCxnSpPr>
          <p:cNvPr id="75" name="">
            <a:extLst xmlns:a="http://schemas.openxmlformats.org/drawingml/2006/main">
              <a:ext uri="{FF2B5EF4-FFF2-40B4-BE49-F238E27FC236}">
                <a16:creationId xmlns:a16="http://schemas.microsoft.com/office/drawing/2014/main" id="{599FA081-2502-40FF-99BF-3902C4892F93}"/>
              </a:ext>
            </a:extLst>
          </p:cNvPr>
          <p:cNvCxnSpPr/>
          <p:nvPr/>
        </p:nvCxnSpPr>
        <p:spPr>
          <a:xfrm xmlns:a="http://schemas.openxmlformats.org/drawingml/2006/main" flipH="0" flipV="0">
            <a:off x="3076245" y="4648686"/>
            <a:ext cx="50479" cy="4433"/>
          </a:xfrm>
          <a:prstGeom xmlns:a="http://schemas.openxmlformats.org/drawingml/2006/main" prst="straightConnector1">
            <a:avLst/>
          </a:prstGeom>
          <a:ln xmlns:a="http://schemas.openxmlformats.org/drawingml/2006/main" w="6191">
            <a:solidFill>
              <a:srgbClr val="A9B8C2"/>
            </a:solidFill>
            <a:prstDash val="solid"/>
          </a:ln>
        </p:spPr>
      </p:cxnSp>
      <p:cxnSp>
        <p:nvCxnSpPr>
          <p:cNvPr id="76" name="">
            <a:extLst xmlns:a="http://schemas.openxmlformats.org/drawingml/2006/main">
              <a:ext uri="{FF2B5EF4-FFF2-40B4-BE49-F238E27FC236}">
                <a16:creationId xmlns:a16="http://schemas.microsoft.com/office/drawing/2014/main" id="{C8BF099F-EC5F-408A-B460-0A959E594C41}"/>
              </a:ext>
            </a:extLst>
          </p:cNvPr>
          <p:cNvCxnSpPr/>
          <p:nvPr/>
        </p:nvCxnSpPr>
        <p:spPr>
          <a:xfrm xmlns:a="http://schemas.openxmlformats.org/drawingml/2006/main" flipH="0" flipV="0">
            <a:off x="3126724" y="4653120"/>
            <a:ext cx="282522" cy="11688"/>
          </a:xfrm>
          <a:prstGeom xmlns:a="http://schemas.openxmlformats.org/drawingml/2006/main" prst="straightConnector1">
            <a:avLst/>
          </a:prstGeom>
          <a:ln xmlns:a="http://schemas.openxmlformats.org/drawingml/2006/main" w="6191">
            <a:solidFill>
              <a:srgbClr val="A9B8C2"/>
            </a:solidFill>
            <a:prstDash val="solid"/>
          </a:ln>
        </p:spPr>
      </p:cxnSp>
      <p:cxnSp>
        <p:nvCxnSpPr>
          <p:cNvPr id="77" name="">
            <a:extLst xmlns:a="http://schemas.openxmlformats.org/drawingml/2006/main">
              <a:ext uri="{FF2B5EF4-FFF2-40B4-BE49-F238E27FC236}">
                <a16:creationId xmlns:a16="http://schemas.microsoft.com/office/drawing/2014/main" id="{03A53DF9-0EB4-44E2-86BF-B53A32D3D04E}"/>
              </a:ext>
            </a:extLst>
          </p:cNvPr>
          <p:cNvCxnSpPr/>
          <p:nvPr/>
        </p:nvCxnSpPr>
        <p:spPr>
          <a:xfrm xmlns:a="http://schemas.openxmlformats.org/drawingml/2006/main" flipH="0" flipV="0">
            <a:off x="3409246" y="4664808"/>
            <a:ext cx="153654" cy="95518"/>
          </a:xfrm>
          <a:prstGeom xmlns:a="http://schemas.openxmlformats.org/drawingml/2006/main" prst="straightConnector1">
            <a:avLst/>
          </a:prstGeom>
          <a:ln xmlns:a="http://schemas.openxmlformats.org/drawingml/2006/main" w="6191">
            <a:solidFill>
              <a:srgbClr val="A9B8C2"/>
            </a:solidFill>
            <a:prstDash val="solid"/>
          </a:ln>
        </p:spPr>
      </p:cxnSp>
      <p:cxnSp>
        <p:nvCxnSpPr>
          <p:cNvPr id="78" name="">
            <a:extLst xmlns:a="http://schemas.openxmlformats.org/drawingml/2006/main">
              <a:ext uri="{FF2B5EF4-FFF2-40B4-BE49-F238E27FC236}">
                <a16:creationId xmlns:a16="http://schemas.microsoft.com/office/drawing/2014/main" id="{83E3B27C-A842-497D-A1AA-F178508EF130}"/>
              </a:ext>
            </a:extLst>
          </p:cNvPr>
          <p:cNvCxnSpPr/>
          <p:nvPr/>
        </p:nvCxnSpPr>
        <p:spPr>
          <a:xfrm xmlns:a="http://schemas.openxmlformats.org/drawingml/2006/main" flipH="0" flipV="1">
            <a:off x="3562900" y="4722037"/>
            <a:ext cx="25745" cy="38288"/>
          </a:xfrm>
          <a:prstGeom xmlns:a="http://schemas.openxmlformats.org/drawingml/2006/main" prst="straightConnector1">
            <a:avLst/>
          </a:prstGeom>
          <a:ln xmlns:a="http://schemas.openxmlformats.org/drawingml/2006/main" w="6191">
            <a:solidFill>
              <a:srgbClr val="A9B8C2"/>
            </a:solidFill>
            <a:prstDash val="solid"/>
          </a:ln>
        </p:spPr>
      </p:cxnSp>
      <p:cxnSp>
        <p:nvCxnSpPr>
          <p:cNvPr id="79" name="">
            <a:extLst xmlns:a="http://schemas.openxmlformats.org/drawingml/2006/main">
              <a:ext uri="{FF2B5EF4-FFF2-40B4-BE49-F238E27FC236}">
                <a16:creationId xmlns:a16="http://schemas.microsoft.com/office/drawing/2014/main" id="{9C7D2B6F-3B70-48FC-BFAC-2A41FBBDA9F0}"/>
              </a:ext>
            </a:extLst>
          </p:cNvPr>
          <p:cNvCxnSpPr/>
          <p:nvPr/>
        </p:nvCxnSpPr>
        <p:spPr>
          <a:xfrm xmlns:a="http://schemas.openxmlformats.org/drawingml/2006/main" flipH="0" flipV="1">
            <a:off x="3588646" y="4681936"/>
            <a:ext cx="68817" cy="40101"/>
          </a:xfrm>
          <a:prstGeom xmlns:a="http://schemas.openxmlformats.org/drawingml/2006/main" prst="straightConnector1">
            <a:avLst/>
          </a:prstGeom>
          <a:ln xmlns:a="http://schemas.openxmlformats.org/drawingml/2006/main" w="6191">
            <a:solidFill>
              <a:srgbClr val="A9B8C2"/>
            </a:solidFill>
            <a:prstDash val="solid"/>
          </a:ln>
        </p:spPr>
      </p:cxnSp>
      <p:cxnSp>
        <p:nvCxnSpPr>
          <p:cNvPr id="80" name="">
            <a:extLst xmlns:a="http://schemas.openxmlformats.org/drawingml/2006/main">
              <a:ext uri="{FF2B5EF4-FFF2-40B4-BE49-F238E27FC236}">
                <a16:creationId xmlns:a16="http://schemas.microsoft.com/office/drawing/2014/main" id="{F74DE45C-6079-4AD9-AC32-68480A46DA05}"/>
              </a:ext>
            </a:extLst>
          </p:cNvPr>
          <p:cNvCxnSpPr/>
          <p:nvPr/>
        </p:nvCxnSpPr>
        <p:spPr>
          <a:xfrm xmlns:a="http://schemas.openxmlformats.org/drawingml/2006/main" flipH="0" flipV="1">
            <a:off x="3657463" y="4612414"/>
            <a:ext cx="64887" cy="69522"/>
          </a:xfrm>
          <a:prstGeom xmlns:a="http://schemas.openxmlformats.org/drawingml/2006/main" prst="straightConnector1">
            <a:avLst/>
          </a:prstGeom>
          <a:ln xmlns:a="http://schemas.openxmlformats.org/drawingml/2006/main" w="6191">
            <a:solidFill>
              <a:srgbClr val="A9B8C2"/>
            </a:solidFill>
            <a:prstDash val="solid"/>
          </a:ln>
        </p:spPr>
      </p:cxnSp>
      <p:cxnSp>
        <p:nvCxnSpPr>
          <p:cNvPr id="81" name="">
            <a:extLst xmlns:a="http://schemas.openxmlformats.org/drawingml/2006/main">
              <a:ext uri="{FF2B5EF4-FFF2-40B4-BE49-F238E27FC236}">
                <a16:creationId xmlns:a16="http://schemas.microsoft.com/office/drawing/2014/main" id="{CC854B6E-438B-49BC-9A99-3489357CEF09}"/>
              </a:ext>
            </a:extLst>
          </p:cNvPr>
          <p:cNvCxnSpPr/>
          <p:nvPr/>
        </p:nvCxnSpPr>
        <p:spPr>
          <a:xfrm xmlns:a="http://schemas.openxmlformats.org/drawingml/2006/main" flipH="1" flipV="1">
            <a:off x="3658974" y="4547527"/>
            <a:ext cx="63376" cy="64887"/>
          </a:xfrm>
          <a:prstGeom xmlns:a="http://schemas.openxmlformats.org/drawingml/2006/main" prst="straightConnector1">
            <a:avLst/>
          </a:prstGeom>
          <a:ln xmlns:a="http://schemas.openxmlformats.org/drawingml/2006/main" w="6191">
            <a:solidFill>
              <a:srgbClr val="A9B8C2"/>
            </a:solidFill>
            <a:prstDash val="solid"/>
          </a:ln>
        </p:spPr>
      </p:cxnSp>
      <p:cxnSp>
        <p:nvCxnSpPr>
          <p:cNvPr id="82" name="">
            <a:extLst xmlns:a="http://schemas.openxmlformats.org/drawingml/2006/main">
              <a:ext uri="{FF2B5EF4-FFF2-40B4-BE49-F238E27FC236}">
                <a16:creationId xmlns:a16="http://schemas.microsoft.com/office/drawing/2014/main" id="{53E7A7F3-0FE5-483B-8A71-EFF7D48C51A1}"/>
              </a:ext>
            </a:extLst>
          </p:cNvPr>
          <p:cNvCxnSpPr/>
          <p:nvPr/>
        </p:nvCxnSpPr>
        <p:spPr>
          <a:xfrm xmlns:a="http://schemas.openxmlformats.org/drawingml/2006/main" flipH="0" flipV="1">
            <a:off x="3658974" y="4497753"/>
            <a:ext cx="51132" cy="49774"/>
          </a:xfrm>
          <a:prstGeom xmlns:a="http://schemas.openxmlformats.org/drawingml/2006/main" prst="straightConnector1">
            <a:avLst/>
          </a:prstGeom>
          <a:ln xmlns:a="http://schemas.openxmlformats.org/drawingml/2006/main" w="6191">
            <a:solidFill>
              <a:srgbClr val="A9B8C2"/>
            </a:solidFill>
            <a:prstDash val="solid"/>
          </a:ln>
        </p:spPr>
      </p:cxnSp>
      <p:cxnSp>
        <p:nvCxnSpPr>
          <p:cNvPr id="83" name="">
            <a:extLst xmlns:a="http://schemas.openxmlformats.org/drawingml/2006/main">
              <a:ext uri="{FF2B5EF4-FFF2-40B4-BE49-F238E27FC236}">
                <a16:creationId xmlns:a16="http://schemas.microsoft.com/office/drawing/2014/main" id="{EF4CC1D2-25D6-49D2-BA47-0682C142BC9B}"/>
              </a:ext>
            </a:extLst>
          </p:cNvPr>
          <p:cNvCxnSpPr/>
          <p:nvPr/>
        </p:nvCxnSpPr>
        <p:spPr>
          <a:xfrm xmlns:a="http://schemas.openxmlformats.org/drawingml/2006/main" flipH="0" flipV="1">
            <a:off x="3710106" y="4485460"/>
            <a:ext cx="28313" cy="12292"/>
          </a:xfrm>
          <a:prstGeom xmlns:a="http://schemas.openxmlformats.org/drawingml/2006/main" prst="straightConnector1">
            <a:avLst/>
          </a:prstGeom>
          <a:ln xmlns:a="http://schemas.openxmlformats.org/drawingml/2006/main" w="6191">
            <a:solidFill>
              <a:srgbClr val="A9B8C2"/>
            </a:solidFill>
            <a:prstDash val="solid"/>
          </a:ln>
        </p:spPr>
      </p:cxnSp>
      <p:cxnSp>
        <p:nvCxnSpPr>
          <p:cNvPr id="84" name="">
            <a:extLst xmlns:a="http://schemas.openxmlformats.org/drawingml/2006/main">
              <a:ext uri="{FF2B5EF4-FFF2-40B4-BE49-F238E27FC236}">
                <a16:creationId xmlns:a16="http://schemas.microsoft.com/office/drawing/2014/main" id="{941C3969-79E4-4747-93EA-2CAEC0B71829}"/>
              </a:ext>
            </a:extLst>
          </p:cNvPr>
          <p:cNvCxnSpPr/>
          <p:nvPr/>
        </p:nvCxnSpPr>
        <p:spPr>
          <a:xfrm xmlns:a="http://schemas.openxmlformats.org/drawingml/2006/main" flipH="0" flipV="1">
            <a:off x="3738419" y="4359716"/>
            <a:ext cx="69978" cy="125745"/>
          </a:xfrm>
          <a:prstGeom xmlns:a="http://schemas.openxmlformats.org/drawingml/2006/main" prst="straightConnector1">
            <a:avLst/>
          </a:prstGeom>
          <a:ln xmlns:a="http://schemas.openxmlformats.org/drawingml/2006/main" w="6191">
            <a:solidFill>
              <a:srgbClr val="A9B8C2"/>
            </a:solidFill>
            <a:prstDash val="solid"/>
          </a:ln>
        </p:spPr>
      </p:cxnSp>
      <p:cxnSp>
        <p:nvCxnSpPr>
          <p:cNvPr id="85" name="">
            <a:extLst xmlns:a="http://schemas.openxmlformats.org/drawingml/2006/main">
              <a:ext uri="{FF2B5EF4-FFF2-40B4-BE49-F238E27FC236}">
                <a16:creationId xmlns:a16="http://schemas.microsoft.com/office/drawing/2014/main" id="{48F9F9F5-93D5-4196-9A6A-CFE514763353}"/>
              </a:ext>
            </a:extLst>
          </p:cNvPr>
          <p:cNvCxnSpPr/>
          <p:nvPr/>
        </p:nvCxnSpPr>
        <p:spPr>
          <a:xfrm xmlns:a="http://schemas.openxmlformats.org/drawingml/2006/main" flipH="0" flipV="1">
            <a:off x="3808397" y="4193265"/>
            <a:ext cx="65238" cy="166450"/>
          </a:xfrm>
          <a:prstGeom xmlns:a="http://schemas.openxmlformats.org/drawingml/2006/main" prst="straightConnector1">
            <a:avLst/>
          </a:prstGeom>
          <a:ln xmlns:a="http://schemas.openxmlformats.org/drawingml/2006/main" w="6191">
            <a:solidFill>
              <a:srgbClr val="A9B8C2"/>
            </a:solidFill>
            <a:prstDash val="solid"/>
          </a:ln>
        </p:spPr>
      </p:cxnSp>
      <p:cxnSp>
        <p:nvCxnSpPr>
          <p:cNvPr id="86" name="">
            <a:extLst xmlns:a="http://schemas.openxmlformats.org/drawingml/2006/main">
              <a:ext uri="{FF2B5EF4-FFF2-40B4-BE49-F238E27FC236}">
                <a16:creationId xmlns:a16="http://schemas.microsoft.com/office/drawing/2014/main" id="{AC7E0402-903D-4600-8B33-2A91E1069F1B}"/>
              </a:ext>
            </a:extLst>
          </p:cNvPr>
          <p:cNvCxnSpPr/>
          <p:nvPr/>
        </p:nvCxnSpPr>
        <p:spPr>
          <a:xfrm xmlns:a="http://schemas.openxmlformats.org/drawingml/2006/main" flipH="0" flipV="0">
            <a:off x="3873635" y="4193265"/>
            <a:ext cx="7758" cy="2821"/>
          </a:xfrm>
          <a:prstGeom xmlns:a="http://schemas.openxmlformats.org/drawingml/2006/main" prst="straightConnector1">
            <a:avLst/>
          </a:prstGeom>
          <a:ln xmlns:a="http://schemas.openxmlformats.org/drawingml/2006/main" w="6191">
            <a:solidFill>
              <a:srgbClr val="A9B8C2"/>
            </a:solidFill>
            <a:prstDash val="solid"/>
          </a:ln>
        </p:spPr>
      </p:cxnSp>
      <p:cxnSp>
        <p:nvCxnSpPr>
          <p:cNvPr id="87" name="">
            <a:extLst xmlns:a="http://schemas.openxmlformats.org/drawingml/2006/main">
              <a:ext uri="{FF2B5EF4-FFF2-40B4-BE49-F238E27FC236}">
                <a16:creationId xmlns:a16="http://schemas.microsoft.com/office/drawing/2014/main" id="{03893904-A365-4D3B-879D-D1048BB60953}"/>
              </a:ext>
            </a:extLst>
          </p:cNvPr>
          <p:cNvCxnSpPr/>
          <p:nvPr/>
        </p:nvCxnSpPr>
        <p:spPr>
          <a:xfrm xmlns:a="http://schemas.openxmlformats.org/drawingml/2006/main" flipH="0" flipV="1">
            <a:off x="3881393" y="4154978"/>
            <a:ext cx="19700" cy="41109"/>
          </a:xfrm>
          <a:prstGeom xmlns:a="http://schemas.openxmlformats.org/drawingml/2006/main" prst="straightConnector1">
            <a:avLst/>
          </a:prstGeom>
          <a:ln xmlns:a="http://schemas.openxmlformats.org/drawingml/2006/main" w="6191">
            <a:solidFill>
              <a:srgbClr val="A9B8C2"/>
            </a:solidFill>
            <a:prstDash val="solid"/>
          </a:ln>
        </p:spPr>
      </p:cxnSp>
      <p:cxnSp>
        <p:nvCxnSpPr>
          <p:cNvPr id="88" name="">
            <a:extLst xmlns:a="http://schemas.openxmlformats.org/drawingml/2006/main">
              <a:ext uri="{FF2B5EF4-FFF2-40B4-BE49-F238E27FC236}">
                <a16:creationId xmlns:a16="http://schemas.microsoft.com/office/drawing/2014/main" id="{AA088670-7264-479A-9B6B-3E2B76B9BC24}"/>
              </a:ext>
            </a:extLst>
          </p:cNvPr>
          <p:cNvCxnSpPr/>
          <p:nvPr/>
        </p:nvCxnSpPr>
        <p:spPr>
          <a:xfrm xmlns:a="http://schemas.openxmlformats.org/drawingml/2006/main" flipH="1" flipV="1">
            <a:off x="3897264" y="4145305"/>
            <a:ext cx="3829" cy="9673"/>
          </a:xfrm>
          <a:prstGeom xmlns:a="http://schemas.openxmlformats.org/drawingml/2006/main" prst="straightConnector1">
            <a:avLst/>
          </a:prstGeom>
          <a:ln xmlns:a="http://schemas.openxmlformats.org/drawingml/2006/main" w="6191">
            <a:solidFill>
              <a:srgbClr val="A9B8C2"/>
            </a:solidFill>
            <a:prstDash val="solid"/>
          </a:ln>
        </p:spPr>
      </p:cxnSp>
      <p:cxnSp>
        <p:nvCxnSpPr>
          <p:cNvPr id="89" name="">
            <a:extLst xmlns:a="http://schemas.openxmlformats.org/drawingml/2006/main">
              <a:ext uri="{FF2B5EF4-FFF2-40B4-BE49-F238E27FC236}">
                <a16:creationId xmlns:a16="http://schemas.microsoft.com/office/drawing/2014/main" id="{3F0F41A4-B322-4C16-871D-8058D62D63FE}"/>
              </a:ext>
            </a:extLst>
          </p:cNvPr>
          <p:cNvCxnSpPr/>
          <p:nvPr/>
        </p:nvCxnSpPr>
        <p:spPr>
          <a:xfrm xmlns:a="http://schemas.openxmlformats.org/drawingml/2006/main" flipH="0" flipV="1">
            <a:off x="3897264" y="4093717"/>
            <a:ext cx="27857" cy="51588"/>
          </a:xfrm>
          <a:prstGeom xmlns:a="http://schemas.openxmlformats.org/drawingml/2006/main" prst="straightConnector1">
            <a:avLst/>
          </a:prstGeom>
          <a:ln xmlns:a="http://schemas.openxmlformats.org/drawingml/2006/main" w="6191">
            <a:solidFill>
              <a:srgbClr val="A9B8C2"/>
            </a:solidFill>
            <a:prstDash val="solid"/>
          </a:ln>
        </p:spPr>
      </p:cxnSp>
      <p:cxnSp>
        <p:nvCxnSpPr>
          <p:cNvPr id="90" name="">
            <a:extLst xmlns:a="http://schemas.openxmlformats.org/drawingml/2006/main">
              <a:ext uri="{FF2B5EF4-FFF2-40B4-BE49-F238E27FC236}">
                <a16:creationId xmlns:a16="http://schemas.microsoft.com/office/drawing/2014/main" id="{B2A11168-37F5-4386-8B36-A870DCC98FEA}"/>
              </a:ext>
            </a:extLst>
          </p:cNvPr>
          <p:cNvCxnSpPr/>
          <p:nvPr/>
        </p:nvCxnSpPr>
        <p:spPr>
          <a:xfrm xmlns:a="http://schemas.openxmlformats.org/drawingml/2006/main" flipH="0" flipV="1">
            <a:off x="3925121" y="4086060"/>
            <a:ext cx="20957" cy="7658"/>
          </a:xfrm>
          <a:prstGeom xmlns:a="http://schemas.openxmlformats.org/drawingml/2006/main" prst="straightConnector1">
            <a:avLst/>
          </a:prstGeom>
          <a:ln xmlns:a="http://schemas.openxmlformats.org/drawingml/2006/main" w="6191">
            <a:solidFill>
              <a:srgbClr val="A9B8C2"/>
            </a:solidFill>
            <a:prstDash val="solid"/>
          </a:ln>
        </p:spPr>
      </p:cxnSp>
      <p:cxnSp>
        <p:nvCxnSpPr>
          <p:cNvPr id="91" name="">
            <a:extLst xmlns:a="http://schemas.openxmlformats.org/drawingml/2006/main">
              <a:ext uri="{FF2B5EF4-FFF2-40B4-BE49-F238E27FC236}">
                <a16:creationId xmlns:a16="http://schemas.microsoft.com/office/drawing/2014/main" id="{010FF85D-B531-4ED2-A5CF-C30AB4AF6967}"/>
              </a:ext>
            </a:extLst>
          </p:cNvPr>
          <p:cNvCxnSpPr/>
          <p:nvPr/>
        </p:nvCxnSpPr>
        <p:spPr>
          <a:xfrm xmlns:a="http://schemas.openxmlformats.org/drawingml/2006/main" flipH="0" flipV="1">
            <a:off x="3946079" y="4007067"/>
            <a:ext cx="28212" cy="78993"/>
          </a:xfrm>
          <a:prstGeom xmlns:a="http://schemas.openxmlformats.org/drawingml/2006/main" prst="straightConnector1">
            <a:avLst/>
          </a:prstGeom>
          <a:ln xmlns:a="http://schemas.openxmlformats.org/drawingml/2006/main" w="6191">
            <a:solidFill>
              <a:srgbClr val="A9B8C2"/>
            </a:solidFill>
            <a:prstDash val="solid"/>
          </a:ln>
        </p:spPr>
      </p:cxnSp>
      <p:cxnSp>
        <p:nvCxnSpPr>
          <p:cNvPr id="92" name="">
            <a:extLst xmlns:a="http://schemas.openxmlformats.org/drawingml/2006/main">
              <a:ext uri="{FF2B5EF4-FFF2-40B4-BE49-F238E27FC236}">
                <a16:creationId xmlns:a16="http://schemas.microsoft.com/office/drawing/2014/main" id="{A9C63A65-D43B-4759-A7A0-CD36F9A1F555}"/>
              </a:ext>
            </a:extLst>
          </p:cNvPr>
          <p:cNvCxnSpPr/>
          <p:nvPr/>
        </p:nvCxnSpPr>
        <p:spPr>
          <a:xfrm xmlns:a="http://schemas.openxmlformats.org/drawingml/2006/main" flipH="0" flipV="1">
            <a:off x="3974291" y="3934723"/>
            <a:ext cx="25443" cy="72343"/>
          </a:xfrm>
          <a:prstGeom xmlns:a="http://schemas.openxmlformats.org/drawingml/2006/main" prst="straightConnector1">
            <a:avLst/>
          </a:prstGeom>
          <a:ln xmlns:a="http://schemas.openxmlformats.org/drawingml/2006/main" w="6191">
            <a:solidFill>
              <a:srgbClr val="A9B8C2"/>
            </a:solidFill>
            <a:prstDash val="solid"/>
          </a:ln>
        </p:spPr>
      </p:cxnSp>
      <p:cxnSp>
        <p:nvCxnSpPr>
          <p:cNvPr id="93" name="">
            <a:extLst xmlns:a="http://schemas.openxmlformats.org/drawingml/2006/main">
              <a:ext uri="{FF2B5EF4-FFF2-40B4-BE49-F238E27FC236}">
                <a16:creationId xmlns:a16="http://schemas.microsoft.com/office/drawing/2014/main" id="{041DAD54-C1D9-4D9B-A7E0-205D62AF2B36}"/>
              </a:ext>
            </a:extLst>
          </p:cNvPr>
          <p:cNvCxnSpPr/>
          <p:nvPr/>
        </p:nvCxnSpPr>
        <p:spPr>
          <a:xfrm xmlns:a="http://schemas.openxmlformats.org/drawingml/2006/main" flipH="0" flipV="1">
            <a:off x="3999734" y="3907116"/>
            <a:ext cx="7758" cy="27607"/>
          </a:xfrm>
          <a:prstGeom xmlns:a="http://schemas.openxmlformats.org/drawingml/2006/main" prst="straightConnector1">
            <a:avLst/>
          </a:prstGeom>
          <a:ln xmlns:a="http://schemas.openxmlformats.org/drawingml/2006/main" w="6191">
            <a:solidFill>
              <a:srgbClr val="A9B8C2"/>
            </a:solidFill>
            <a:prstDash val="solid"/>
          </a:ln>
        </p:spPr>
      </p:cxnSp>
      <p:cxnSp>
        <p:nvCxnSpPr>
          <p:cNvPr id="94" name="">
            <a:extLst xmlns:a="http://schemas.openxmlformats.org/drawingml/2006/main">
              <a:ext uri="{FF2B5EF4-FFF2-40B4-BE49-F238E27FC236}">
                <a16:creationId xmlns:a16="http://schemas.microsoft.com/office/drawing/2014/main" id="{501C5998-408B-4781-BC62-D6AB5857DBC5}"/>
              </a:ext>
            </a:extLst>
          </p:cNvPr>
          <p:cNvCxnSpPr/>
          <p:nvPr/>
        </p:nvCxnSpPr>
        <p:spPr>
          <a:xfrm xmlns:a="http://schemas.openxmlformats.org/drawingml/2006/main" flipH="1" flipV="1">
            <a:off x="4001092" y="3887166"/>
            <a:ext cx="6400" cy="19950"/>
          </a:xfrm>
          <a:prstGeom xmlns:a="http://schemas.openxmlformats.org/drawingml/2006/main" prst="straightConnector1">
            <a:avLst/>
          </a:prstGeom>
          <a:ln xmlns:a="http://schemas.openxmlformats.org/drawingml/2006/main" w="6191">
            <a:solidFill>
              <a:srgbClr val="A9B8C2"/>
            </a:solidFill>
            <a:prstDash val="solid"/>
          </a:ln>
        </p:spPr>
      </p:cxnSp>
      <p:cxnSp>
        <p:nvCxnSpPr>
          <p:cNvPr id="95" name="">
            <a:extLst xmlns:a="http://schemas.openxmlformats.org/drawingml/2006/main">
              <a:ext uri="{FF2B5EF4-FFF2-40B4-BE49-F238E27FC236}">
                <a16:creationId xmlns:a16="http://schemas.microsoft.com/office/drawing/2014/main" id="{0746E2C7-36FF-495A-B5F6-5789E0D7881B}"/>
              </a:ext>
            </a:extLst>
          </p:cNvPr>
          <p:cNvCxnSpPr/>
          <p:nvPr/>
        </p:nvCxnSpPr>
        <p:spPr>
          <a:xfrm xmlns:a="http://schemas.openxmlformats.org/drawingml/2006/main" flipH="0" flipV="1">
            <a:off x="4001092" y="3875075"/>
            <a:ext cx="6299" cy="12091"/>
          </a:xfrm>
          <a:prstGeom xmlns:a="http://schemas.openxmlformats.org/drawingml/2006/main" prst="straightConnector1">
            <a:avLst/>
          </a:prstGeom>
          <a:ln xmlns:a="http://schemas.openxmlformats.org/drawingml/2006/main" w="6191">
            <a:solidFill>
              <a:srgbClr val="A9B8C2"/>
            </a:solidFill>
            <a:prstDash val="solid"/>
          </a:ln>
        </p:spPr>
      </p:cxnSp>
      <p:cxnSp>
        <p:nvCxnSpPr>
          <p:cNvPr id="96" name="">
            <a:extLst xmlns:a="http://schemas.openxmlformats.org/drawingml/2006/main">
              <a:ext uri="{FF2B5EF4-FFF2-40B4-BE49-F238E27FC236}">
                <a16:creationId xmlns:a16="http://schemas.microsoft.com/office/drawing/2014/main" id="{0333DED5-8910-4FBF-9B94-05DF397ED55B}"/>
              </a:ext>
            </a:extLst>
          </p:cNvPr>
          <p:cNvCxnSpPr/>
          <p:nvPr/>
        </p:nvCxnSpPr>
        <p:spPr>
          <a:xfrm xmlns:a="http://schemas.openxmlformats.org/drawingml/2006/main" flipH="0" flipV="1">
            <a:off x="4007391" y="3844848"/>
            <a:ext cx="10426" cy="30227"/>
          </a:xfrm>
          <a:prstGeom xmlns:a="http://schemas.openxmlformats.org/drawingml/2006/main" prst="straightConnector1">
            <a:avLst/>
          </a:prstGeom>
          <a:ln xmlns:a="http://schemas.openxmlformats.org/drawingml/2006/main" w="6191">
            <a:solidFill>
              <a:srgbClr val="A9B8C2"/>
            </a:solidFill>
            <a:prstDash val="solid"/>
          </a:ln>
        </p:spPr>
      </p:cxnSp>
      <p:cxnSp>
        <p:nvCxnSpPr>
          <p:cNvPr id="97" name="">
            <a:extLst xmlns:a="http://schemas.openxmlformats.org/drawingml/2006/main">
              <a:ext uri="{FF2B5EF4-FFF2-40B4-BE49-F238E27FC236}">
                <a16:creationId xmlns:a16="http://schemas.microsoft.com/office/drawing/2014/main" id="{446F57A0-2F74-417E-B8FD-C95F3219906D}"/>
              </a:ext>
            </a:extLst>
          </p:cNvPr>
          <p:cNvCxnSpPr/>
          <p:nvPr/>
        </p:nvCxnSpPr>
        <p:spPr>
          <a:xfrm xmlns:a="http://schemas.openxmlformats.org/drawingml/2006/main" flipH="1" flipV="1">
            <a:off x="4013840" y="3732806"/>
            <a:ext cx="3978" cy="112042"/>
          </a:xfrm>
          <a:prstGeom xmlns:a="http://schemas.openxmlformats.org/drawingml/2006/main" prst="straightConnector1">
            <a:avLst/>
          </a:prstGeom>
          <a:ln xmlns:a="http://schemas.openxmlformats.org/drawingml/2006/main" w="6191">
            <a:solidFill>
              <a:srgbClr val="A9B8C2"/>
            </a:solidFill>
            <a:prstDash val="solid"/>
          </a:ln>
        </p:spPr>
      </p:cxnSp>
      <p:cxnSp>
        <p:nvCxnSpPr>
          <p:cNvPr id="98" name="">
            <a:extLst xmlns:a="http://schemas.openxmlformats.org/drawingml/2006/main">
              <a:ext uri="{FF2B5EF4-FFF2-40B4-BE49-F238E27FC236}">
                <a16:creationId xmlns:a16="http://schemas.microsoft.com/office/drawing/2014/main" id="{FCEF3499-05BD-4B18-82E7-C69BF8937798}"/>
              </a:ext>
            </a:extLst>
          </p:cNvPr>
          <p:cNvCxnSpPr/>
          <p:nvPr/>
        </p:nvCxnSpPr>
        <p:spPr>
          <a:xfrm xmlns:a="http://schemas.openxmlformats.org/drawingml/2006/main" flipH="0" flipV="1">
            <a:off x="4015250" y="3662478"/>
            <a:ext cx="13098" cy="32041"/>
          </a:xfrm>
          <a:prstGeom xmlns:a="http://schemas.openxmlformats.org/drawingml/2006/main" prst="straightConnector1">
            <a:avLst/>
          </a:prstGeom>
          <a:ln xmlns:a="http://schemas.openxmlformats.org/drawingml/2006/main" w="6191">
            <a:solidFill>
              <a:srgbClr val="A9B8C2"/>
            </a:solidFill>
            <a:prstDash val="solid"/>
          </a:ln>
        </p:spPr>
      </p:cxnSp>
      <p:cxnSp>
        <p:nvCxnSpPr>
          <p:cNvPr id="99" name="">
            <a:extLst xmlns:a="http://schemas.openxmlformats.org/drawingml/2006/main">
              <a:ext uri="{FF2B5EF4-FFF2-40B4-BE49-F238E27FC236}">
                <a16:creationId xmlns:a16="http://schemas.microsoft.com/office/drawing/2014/main" id="{CD439AAB-CF61-43EE-BF23-BC4F1CD6552E}"/>
              </a:ext>
            </a:extLst>
          </p:cNvPr>
          <p:cNvCxnSpPr/>
          <p:nvPr/>
        </p:nvCxnSpPr>
        <p:spPr>
          <a:xfrm xmlns:a="http://schemas.openxmlformats.org/drawingml/2006/main" flipH="0" flipV="1">
            <a:off x="4028349" y="3560915"/>
            <a:ext cx="62772" cy="101563"/>
          </a:xfrm>
          <a:prstGeom xmlns:a="http://schemas.openxmlformats.org/drawingml/2006/main" prst="straightConnector1">
            <a:avLst/>
          </a:prstGeom>
          <a:ln xmlns:a="http://schemas.openxmlformats.org/drawingml/2006/main" w="6191">
            <a:solidFill>
              <a:srgbClr val="A9B8C2"/>
            </a:solidFill>
            <a:prstDash val="solid"/>
          </a:ln>
        </p:spPr>
      </p:cxnSp>
      <p:cxnSp>
        <p:nvCxnSpPr>
          <p:cNvPr id="100" name="">
            <a:extLst xmlns:a="http://schemas.openxmlformats.org/drawingml/2006/main">
              <a:ext uri="{FF2B5EF4-FFF2-40B4-BE49-F238E27FC236}">
                <a16:creationId xmlns:a16="http://schemas.microsoft.com/office/drawing/2014/main" id="{CBA059AF-B424-4C90-9FCC-F02A467FB634}"/>
              </a:ext>
            </a:extLst>
          </p:cNvPr>
          <p:cNvCxnSpPr/>
          <p:nvPr/>
        </p:nvCxnSpPr>
        <p:spPr>
          <a:xfrm xmlns:a="http://schemas.openxmlformats.org/drawingml/2006/main" flipH="1" flipV="1">
            <a:off x="4090967" y="3515978"/>
            <a:ext cx="153" cy="44938"/>
          </a:xfrm>
          <a:prstGeom xmlns:a="http://schemas.openxmlformats.org/drawingml/2006/main" prst="straightConnector1">
            <a:avLst/>
          </a:prstGeom>
          <a:ln xmlns:a="http://schemas.openxmlformats.org/drawingml/2006/main" w="6191">
            <a:solidFill>
              <a:srgbClr val="A9B8C2"/>
            </a:solidFill>
            <a:prstDash val="solid"/>
          </a:ln>
        </p:spPr>
      </p:cxnSp>
      <p:cxnSp>
        <p:nvCxnSpPr>
          <p:cNvPr id="101" name="">
            <a:extLst xmlns:a="http://schemas.openxmlformats.org/drawingml/2006/main">
              <a:ext uri="{FF2B5EF4-FFF2-40B4-BE49-F238E27FC236}">
                <a16:creationId xmlns:a16="http://schemas.microsoft.com/office/drawing/2014/main" id="{1E1C572F-B03B-4207-9EE8-813917934937}"/>
              </a:ext>
            </a:extLst>
          </p:cNvPr>
          <p:cNvCxnSpPr/>
          <p:nvPr/>
        </p:nvCxnSpPr>
        <p:spPr>
          <a:xfrm xmlns:a="http://schemas.openxmlformats.org/drawingml/2006/main" flipH="1" flipV="1">
            <a:off x="4064468" y="3474063"/>
            <a:ext cx="26499" cy="41915"/>
          </a:xfrm>
          <a:prstGeom xmlns:a="http://schemas.openxmlformats.org/drawingml/2006/main" prst="straightConnector1">
            <a:avLst/>
          </a:prstGeom>
          <a:ln xmlns:a="http://schemas.openxmlformats.org/drawingml/2006/main" w="6191">
            <a:solidFill>
              <a:srgbClr val="A9B8C2"/>
            </a:solidFill>
            <a:prstDash val="solid"/>
          </a:ln>
        </p:spPr>
      </p:cxnSp>
      <p:cxnSp>
        <p:nvCxnSpPr>
          <p:cNvPr id="102" name="">
            <a:extLst xmlns:a="http://schemas.openxmlformats.org/drawingml/2006/main">
              <a:ext uri="{FF2B5EF4-FFF2-40B4-BE49-F238E27FC236}">
                <a16:creationId xmlns:a16="http://schemas.microsoft.com/office/drawing/2014/main" id="{CD7FE715-B2F3-4FAF-A7BC-874A374759AD}"/>
              </a:ext>
            </a:extLst>
          </p:cNvPr>
          <p:cNvCxnSpPr/>
          <p:nvPr/>
        </p:nvCxnSpPr>
        <p:spPr>
          <a:xfrm xmlns:a="http://schemas.openxmlformats.org/drawingml/2006/main" flipH="1" flipV="1">
            <a:off x="3998827" y="3429528"/>
            <a:ext cx="65641" cy="44535"/>
          </a:xfrm>
          <a:prstGeom xmlns:a="http://schemas.openxmlformats.org/drawingml/2006/main" prst="straightConnector1">
            <a:avLst/>
          </a:prstGeom>
          <a:ln xmlns:a="http://schemas.openxmlformats.org/drawingml/2006/main" w="6191">
            <a:solidFill>
              <a:srgbClr val="A9B8C2"/>
            </a:solidFill>
            <a:prstDash val="solid"/>
          </a:ln>
        </p:spPr>
      </p:cxnSp>
      <p:cxnSp>
        <p:nvCxnSpPr>
          <p:cNvPr id="103" name="">
            <a:extLst xmlns:a="http://schemas.openxmlformats.org/drawingml/2006/main">
              <a:ext uri="{FF2B5EF4-FFF2-40B4-BE49-F238E27FC236}">
                <a16:creationId xmlns:a16="http://schemas.microsoft.com/office/drawing/2014/main" id="{FA9E3529-3C5D-4095-9666-D89373E77D04}"/>
              </a:ext>
            </a:extLst>
          </p:cNvPr>
          <p:cNvCxnSpPr/>
          <p:nvPr/>
        </p:nvCxnSpPr>
        <p:spPr>
          <a:xfrm xmlns:a="http://schemas.openxmlformats.org/drawingml/2006/main" flipH="1" flipV="1">
            <a:off x="3935451" y="3380762"/>
            <a:ext cx="63376" cy="48766"/>
          </a:xfrm>
          <a:prstGeom xmlns:a="http://schemas.openxmlformats.org/drawingml/2006/main" prst="straightConnector1">
            <a:avLst/>
          </a:prstGeom>
          <a:ln xmlns:a="http://schemas.openxmlformats.org/drawingml/2006/main" w="6191">
            <a:solidFill>
              <a:srgbClr val="A9B8C2"/>
            </a:solidFill>
            <a:prstDash val="solid"/>
          </a:ln>
        </p:spPr>
      </p:cxnSp>
      <p:cxnSp>
        <p:nvCxnSpPr>
          <p:cNvPr id="104" name="">
            <a:extLst xmlns:a="http://schemas.openxmlformats.org/drawingml/2006/main">
              <a:ext uri="{FF2B5EF4-FFF2-40B4-BE49-F238E27FC236}">
                <a16:creationId xmlns:a16="http://schemas.microsoft.com/office/drawing/2014/main" id="{1994002E-E6D0-4AD9-B1F3-7576D72FFE10}"/>
              </a:ext>
            </a:extLst>
          </p:cNvPr>
          <p:cNvCxnSpPr/>
          <p:nvPr/>
        </p:nvCxnSpPr>
        <p:spPr>
          <a:xfrm xmlns:a="http://schemas.openxmlformats.org/drawingml/2006/main" flipH="1" flipV="1">
            <a:off x="3920990" y="3353960"/>
            <a:ext cx="14461" cy="26801"/>
          </a:xfrm>
          <a:prstGeom xmlns:a="http://schemas.openxmlformats.org/drawingml/2006/main" prst="straightConnector1">
            <a:avLst/>
          </a:prstGeom>
          <a:ln xmlns:a="http://schemas.openxmlformats.org/drawingml/2006/main" w="6191">
            <a:solidFill>
              <a:srgbClr val="A9B8C2"/>
            </a:solidFill>
            <a:prstDash val="solid"/>
          </a:ln>
        </p:spPr>
      </p:cxnSp>
      <p:cxnSp>
        <p:nvCxnSpPr>
          <p:cNvPr id="105" name="">
            <a:extLst xmlns:a="http://schemas.openxmlformats.org/drawingml/2006/main">
              <a:ext uri="{FF2B5EF4-FFF2-40B4-BE49-F238E27FC236}">
                <a16:creationId xmlns:a16="http://schemas.microsoft.com/office/drawing/2014/main" id="{0AFD4A00-C572-4C74-972D-ADC86F5E4B47}"/>
              </a:ext>
            </a:extLst>
          </p:cNvPr>
          <p:cNvCxnSpPr/>
          <p:nvPr/>
        </p:nvCxnSpPr>
        <p:spPr>
          <a:xfrm xmlns:a="http://schemas.openxmlformats.org/drawingml/2006/main" flipH="1" flipV="1">
            <a:off x="3891017" y="3321114"/>
            <a:ext cx="29973" cy="32847"/>
          </a:xfrm>
          <a:prstGeom xmlns:a="http://schemas.openxmlformats.org/drawingml/2006/main" prst="straightConnector1">
            <a:avLst/>
          </a:prstGeom>
          <a:ln xmlns:a="http://schemas.openxmlformats.org/drawingml/2006/main" w="6191">
            <a:solidFill>
              <a:srgbClr val="A9B8C2"/>
            </a:solidFill>
            <a:prstDash val="solid"/>
          </a:ln>
        </p:spPr>
      </p:cxnSp>
      <p:cxnSp>
        <p:nvCxnSpPr>
          <p:cNvPr id="106" name="">
            <a:extLst xmlns:a="http://schemas.openxmlformats.org/drawingml/2006/main">
              <a:ext uri="{FF2B5EF4-FFF2-40B4-BE49-F238E27FC236}">
                <a16:creationId xmlns:a16="http://schemas.microsoft.com/office/drawing/2014/main" id="{83B11DC2-EBA0-4E61-B420-1E0B21511C79}"/>
              </a:ext>
            </a:extLst>
          </p:cNvPr>
          <p:cNvCxnSpPr/>
          <p:nvPr/>
        </p:nvCxnSpPr>
        <p:spPr>
          <a:xfrm xmlns:a="http://schemas.openxmlformats.org/drawingml/2006/main" flipH="1" flipV="1">
            <a:off x="3800739" y="3176225"/>
            <a:ext cx="90278" cy="144888"/>
          </a:xfrm>
          <a:prstGeom xmlns:a="http://schemas.openxmlformats.org/drawingml/2006/main" prst="straightConnector1">
            <a:avLst/>
          </a:prstGeom>
          <a:ln xmlns:a="http://schemas.openxmlformats.org/drawingml/2006/main" w="6191">
            <a:solidFill>
              <a:srgbClr val="A9B8C2"/>
            </a:solidFill>
            <a:prstDash val="solid"/>
          </a:ln>
        </p:spPr>
      </p:cxnSp>
      <p:cxnSp>
        <p:nvCxnSpPr>
          <p:cNvPr id="107" name="">
            <a:extLst xmlns:a="http://schemas.openxmlformats.org/drawingml/2006/main">
              <a:ext uri="{FF2B5EF4-FFF2-40B4-BE49-F238E27FC236}">
                <a16:creationId xmlns:a16="http://schemas.microsoft.com/office/drawing/2014/main" id="{219D2E89-DCC0-4F5B-BEC7-B378F17F5E4E}"/>
              </a:ext>
            </a:extLst>
          </p:cNvPr>
          <p:cNvCxnSpPr/>
          <p:nvPr/>
        </p:nvCxnSpPr>
        <p:spPr>
          <a:xfrm xmlns:a="http://schemas.openxmlformats.org/drawingml/2006/main" flipH="0" flipV="1">
            <a:off x="3800739" y="3139147"/>
            <a:ext cx="29119" cy="37079"/>
          </a:xfrm>
          <a:prstGeom xmlns:a="http://schemas.openxmlformats.org/drawingml/2006/main" prst="straightConnector1">
            <a:avLst/>
          </a:prstGeom>
          <a:ln xmlns:a="http://schemas.openxmlformats.org/drawingml/2006/main" w="6191">
            <a:solidFill>
              <a:srgbClr val="A9B8C2"/>
            </a:solidFill>
            <a:prstDash val="solid"/>
          </a:ln>
        </p:spPr>
      </p:cxnSp>
      <p:cxnSp>
        <p:nvCxnSpPr>
          <p:cNvPr id="108" name="">
            <a:extLst xmlns:a="http://schemas.openxmlformats.org/drawingml/2006/main">
              <a:ext uri="{FF2B5EF4-FFF2-40B4-BE49-F238E27FC236}">
                <a16:creationId xmlns:a16="http://schemas.microsoft.com/office/drawing/2014/main" id="{5B36F79E-F9B4-4A90-B6BD-F34FA6C4A05B}"/>
              </a:ext>
            </a:extLst>
          </p:cNvPr>
          <p:cNvCxnSpPr/>
          <p:nvPr/>
        </p:nvCxnSpPr>
        <p:spPr>
          <a:xfrm xmlns:a="http://schemas.openxmlformats.org/drawingml/2006/main" flipH="1" flipV="1">
            <a:off x="3810009" y="3103882"/>
            <a:ext cx="19849" cy="35265"/>
          </a:xfrm>
          <a:prstGeom xmlns:a="http://schemas.openxmlformats.org/drawingml/2006/main" prst="straightConnector1">
            <a:avLst/>
          </a:prstGeom>
          <a:ln xmlns:a="http://schemas.openxmlformats.org/drawingml/2006/main" w="6191">
            <a:solidFill>
              <a:srgbClr val="A9B8C2"/>
            </a:solidFill>
            <a:prstDash val="solid"/>
          </a:ln>
        </p:spPr>
      </p:cxnSp>
      <p:cxnSp>
        <p:nvCxnSpPr>
          <p:cNvPr id="109" name="">
            <a:extLst xmlns:a="http://schemas.openxmlformats.org/drawingml/2006/main">
              <a:ext uri="{FF2B5EF4-FFF2-40B4-BE49-F238E27FC236}">
                <a16:creationId xmlns:a16="http://schemas.microsoft.com/office/drawing/2014/main" id="{47547B92-B56A-4C07-8EC5-A6877D61E94F}"/>
              </a:ext>
            </a:extLst>
          </p:cNvPr>
          <p:cNvCxnSpPr/>
          <p:nvPr/>
        </p:nvCxnSpPr>
        <p:spPr>
          <a:xfrm xmlns:a="http://schemas.openxmlformats.org/drawingml/2006/main" flipH="1" flipV="1">
            <a:off x="3747036" y="3082118"/>
            <a:ext cx="62973" cy="21763"/>
          </a:xfrm>
          <a:prstGeom xmlns:a="http://schemas.openxmlformats.org/drawingml/2006/main" prst="straightConnector1">
            <a:avLst/>
          </a:prstGeom>
          <a:ln xmlns:a="http://schemas.openxmlformats.org/drawingml/2006/main" w="6191">
            <a:solidFill>
              <a:srgbClr val="A9B8C2"/>
            </a:solidFill>
            <a:prstDash val="solid"/>
          </a:ln>
        </p:spPr>
      </p:cxnSp>
      <p:cxnSp>
        <p:nvCxnSpPr>
          <p:cNvPr id="110" name="">
            <a:extLst xmlns:a="http://schemas.openxmlformats.org/drawingml/2006/main">
              <a:ext uri="{FF2B5EF4-FFF2-40B4-BE49-F238E27FC236}">
                <a16:creationId xmlns:a16="http://schemas.microsoft.com/office/drawing/2014/main" id="{C76B5833-1202-4A5E-96BE-69326ABEC8CC}"/>
              </a:ext>
            </a:extLst>
          </p:cNvPr>
          <p:cNvCxnSpPr/>
          <p:nvPr/>
        </p:nvCxnSpPr>
        <p:spPr>
          <a:xfrm xmlns:a="http://schemas.openxmlformats.org/drawingml/2006/main" flipH="1" flipV="0">
            <a:off x="3733381" y="3082118"/>
            <a:ext cx="13655" cy="13501"/>
          </a:xfrm>
          <a:prstGeom xmlns:a="http://schemas.openxmlformats.org/drawingml/2006/main" prst="straightConnector1">
            <a:avLst/>
          </a:prstGeom>
          <a:ln xmlns:a="http://schemas.openxmlformats.org/drawingml/2006/main" w="6191">
            <a:solidFill>
              <a:srgbClr val="A9B8C2"/>
            </a:solidFill>
            <a:prstDash val="solid"/>
          </a:ln>
        </p:spPr>
      </p:cxnSp>
      <p:cxnSp>
        <p:nvCxnSpPr>
          <p:cNvPr id="111" name="">
            <a:extLst xmlns:a="http://schemas.openxmlformats.org/drawingml/2006/main">
              <a:ext uri="{FF2B5EF4-FFF2-40B4-BE49-F238E27FC236}">
                <a16:creationId xmlns:a16="http://schemas.microsoft.com/office/drawing/2014/main" id="{1031E619-2DB0-44E3-86E2-ADBFA40C7B42}"/>
              </a:ext>
            </a:extLst>
          </p:cNvPr>
          <p:cNvCxnSpPr/>
          <p:nvPr/>
        </p:nvCxnSpPr>
        <p:spPr>
          <a:xfrm xmlns:a="http://schemas.openxmlformats.org/drawingml/2006/main" flipH="1" flipV="1">
            <a:off x="3704415" y="3075468"/>
            <a:ext cx="28966" cy="20151"/>
          </a:xfrm>
          <a:prstGeom xmlns:a="http://schemas.openxmlformats.org/drawingml/2006/main" prst="straightConnector1">
            <a:avLst/>
          </a:prstGeom>
          <a:ln xmlns:a="http://schemas.openxmlformats.org/drawingml/2006/main" w="6191">
            <a:solidFill>
              <a:srgbClr val="A9B8C2"/>
            </a:solidFill>
            <a:prstDash val="solid"/>
          </a:ln>
        </p:spPr>
      </p:cxnSp>
      <p:cxnSp>
        <p:nvCxnSpPr>
          <p:cNvPr id="112" name="">
            <a:extLst xmlns:a="http://schemas.openxmlformats.org/drawingml/2006/main">
              <a:ext uri="{FF2B5EF4-FFF2-40B4-BE49-F238E27FC236}">
                <a16:creationId xmlns:a16="http://schemas.microsoft.com/office/drawing/2014/main" id="{8EF49D88-D1B1-4026-9AC0-5F4E3764EDAA}"/>
              </a:ext>
            </a:extLst>
          </p:cNvPr>
          <p:cNvCxnSpPr/>
          <p:nvPr/>
        </p:nvCxnSpPr>
        <p:spPr>
          <a:xfrm xmlns:a="http://schemas.openxmlformats.org/drawingml/2006/main" flipH="1" flipV="1">
            <a:off x="3464513" y="2998490"/>
            <a:ext cx="69825" cy="31033"/>
          </a:xfrm>
          <a:prstGeom xmlns:a="http://schemas.openxmlformats.org/drawingml/2006/main" prst="straightConnector1">
            <a:avLst/>
          </a:prstGeom>
          <a:ln xmlns:a="http://schemas.openxmlformats.org/drawingml/2006/main" w="6191">
            <a:solidFill>
              <a:srgbClr val="A9B8C2"/>
            </a:solidFill>
            <a:prstDash val="solid"/>
          </a:ln>
        </p:spPr>
      </p:cxnSp>
      <p:cxnSp>
        <p:nvCxnSpPr>
          <p:cNvPr id="113" name="">
            <a:extLst xmlns:a="http://schemas.openxmlformats.org/drawingml/2006/main">
              <a:ext uri="{FF2B5EF4-FFF2-40B4-BE49-F238E27FC236}">
                <a16:creationId xmlns:a16="http://schemas.microsoft.com/office/drawing/2014/main" id="{DAA54234-A32D-43DD-BAD0-8E0CA563671F}"/>
              </a:ext>
            </a:extLst>
          </p:cNvPr>
          <p:cNvCxnSpPr/>
          <p:nvPr/>
        </p:nvCxnSpPr>
        <p:spPr>
          <a:xfrm xmlns:a="http://schemas.openxmlformats.org/drawingml/2006/main" flipH="1" flipV="1">
            <a:off x="3386124" y="2938439"/>
            <a:ext cx="78389" cy="60051"/>
          </a:xfrm>
          <a:prstGeom xmlns:a="http://schemas.openxmlformats.org/drawingml/2006/main" prst="straightConnector1">
            <a:avLst/>
          </a:prstGeom>
          <a:ln xmlns:a="http://schemas.openxmlformats.org/drawingml/2006/main" w="6191">
            <a:solidFill>
              <a:srgbClr val="A9B8C2"/>
            </a:solidFill>
            <a:prstDash val="solid"/>
          </a:ln>
        </p:spPr>
      </p:cxnSp>
      <p:cxnSp>
        <p:nvCxnSpPr>
          <p:cNvPr id="114" name="">
            <a:extLst xmlns:a="http://schemas.openxmlformats.org/drawingml/2006/main">
              <a:ext uri="{FF2B5EF4-FFF2-40B4-BE49-F238E27FC236}">
                <a16:creationId xmlns:a16="http://schemas.microsoft.com/office/drawing/2014/main" id="{4A4B3641-233A-459C-8B28-D40C526248A6}"/>
              </a:ext>
            </a:extLst>
          </p:cNvPr>
          <p:cNvCxnSpPr/>
          <p:nvPr/>
        </p:nvCxnSpPr>
        <p:spPr>
          <a:xfrm xmlns:a="http://schemas.openxmlformats.org/drawingml/2006/main" flipH="1" flipV="1">
            <a:off x="3285267" y="2876171"/>
            <a:ext cx="100858" cy="62268"/>
          </a:xfrm>
          <a:prstGeom xmlns:a="http://schemas.openxmlformats.org/drawingml/2006/main" prst="straightConnector1">
            <a:avLst/>
          </a:prstGeom>
          <a:ln xmlns:a="http://schemas.openxmlformats.org/drawingml/2006/main" w="6191">
            <a:solidFill>
              <a:srgbClr val="A9B8C2"/>
            </a:solidFill>
            <a:prstDash val="solid"/>
          </a:ln>
        </p:spPr>
      </p:cxnSp>
      <p:cxnSp>
        <p:nvCxnSpPr>
          <p:cNvPr id="115" name="">
            <a:extLst xmlns:a="http://schemas.openxmlformats.org/drawingml/2006/main">
              <a:ext uri="{FF2B5EF4-FFF2-40B4-BE49-F238E27FC236}">
                <a16:creationId xmlns:a16="http://schemas.microsoft.com/office/drawing/2014/main" id="{AC98F62A-627F-424C-9E36-A65033795901}"/>
              </a:ext>
            </a:extLst>
          </p:cNvPr>
          <p:cNvCxnSpPr/>
          <p:nvPr/>
        </p:nvCxnSpPr>
        <p:spPr>
          <a:xfrm xmlns:a="http://schemas.openxmlformats.org/drawingml/2006/main" flipH="1" flipV="1">
            <a:off x="3189447" y="2796775"/>
            <a:ext cx="95820" cy="79396"/>
          </a:xfrm>
          <a:prstGeom xmlns:a="http://schemas.openxmlformats.org/drawingml/2006/main" prst="straightConnector1">
            <a:avLst/>
          </a:prstGeom>
          <a:ln xmlns:a="http://schemas.openxmlformats.org/drawingml/2006/main" w="6191">
            <a:solidFill>
              <a:srgbClr val="A9B8C2"/>
            </a:solidFill>
            <a:prstDash val="solid"/>
          </a:ln>
        </p:spPr>
      </p:cxnSp>
      <p:cxnSp>
        <p:nvCxnSpPr>
          <p:cNvPr id="116" name="">
            <a:extLst xmlns:a="http://schemas.openxmlformats.org/drawingml/2006/main">
              <a:ext uri="{FF2B5EF4-FFF2-40B4-BE49-F238E27FC236}">
                <a16:creationId xmlns:a16="http://schemas.microsoft.com/office/drawing/2014/main" id="{D46DCD01-5478-4EAD-BCB8-2317FD3167D7}"/>
              </a:ext>
            </a:extLst>
          </p:cNvPr>
          <p:cNvCxnSpPr/>
          <p:nvPr/>
        </p:nvCxnSpPr>
        <p:spPr>
          <a:xfrm xmlns:a="http://schemas.openxmlformats.org/drawingml/2006/main" flipH="1" flipV="1">
            <a:off x="3001132" y="2667000"/>
            <a:ext cx="188315" cy="129775"/>
          </a:xfrm>
          <a:prstGeom xmlns:a="http://schemas.openxmlformats.org/drawingml/2006/main" prst="straightConnector1">
            <a:avLst/>
          </a:prstGeom>
          <a:ln xmlns:a="http://schemas.openxmlformats.org/drawingml/2006/main" w="6191">
            <a:solidFill>
              <a:srgbClr val="A9B8C2"/>
            </a:solidFill>
            <a:prstDash val="solid"/>
          </a:ln>
        </p:spPr>
      </p:cxnSp>
      <p:cxnSp>
        <p:nvCxnSpPr>
          <p:cNvPr id="117" name="">
            <a:extLst xmlns:a="http://schemas.openxmlformats.org/drawingml/2006/main">
              <a:ext uri="{FF2B5EF4-FFF2-40B4-BE49-F238E27FC236}">
                <a16:creationId xmlns:a16="http://schemas.microsoft.com/office/drawing/2014/main" id="{ADE1657C-970D-44AF-B293-4C94EC229687}"/>
              </a:ext>
            </a:extLst>
          </p:cNvPr>
          <p:cNvCxnSpPr/>
          <p:nvPr/>
        </p:nvCxnSpPr>
        <p:spPr>
          <a:xfrm xmlns:a="http://schemas.openxmlformats.org/drawingml/2006/main" flipH="0" flipV="1">
            <a:off x="4013840" y="3694519"/>
            <a:ext cx="1411" cy="38288"/>
          </a:xfrm>
          <a:prstGeom xmlns:a="http://schemas.openxmlformats.org/drawingml/2006/main" prst="straightConnector1">
            <a:avLst/>
          </a:prstGeom>
          <a:ln xmlns:a="http://schemas.openxmlformats.org/drawingml/2006/main" w="6191">
            <a:solidFill>
              <a:srgbClr val="A9B8C2"/>
            </a:solidFill>
            <a:prstDash val="solid"/>
          </a:ln>
        </p:spPr>
      </p:cxnSp>
      <p:cxnSp>
        <p:nvCxnSpPr>
          <p:cNvPr id="118" name="">
            <a:extLst xmlns:a="http://schemas.openxmlformats.org/drawingml/2006/main">
              <a:ext uri="{FF2B5EF4-FFF2-40B4-BE49-F238E27FC236}">
                <a16:creationId xmlns:a16="http://schemas.microsoft.com/office/drawing/2014/main" id="{A594E893-1D26-43C1-B75C-A0E48FD9D0ED}"/>
              </a:ext>
            </a:extLst>
          </p:cNvPr>
          <p:cNvCxnSpPr/>
          <p:nvPr/>
        </p:nvCxnSpPr>
        <p:spPr>
          <a:xfrm xmlns:a="http://schemas.openxmlformats.org/drawingml/2006/main" flipH="1" flipV="1">
            <a:off x="3608495" y="3045846"/>
            <a:ext cx="95921" cy="29623"/>
          </a:xfrm>
          <a:prstGeom xmlns:a="http://schemas.openxmlformats.org/drawingml/2006/main" prst="straightConnector1">
            <a:avLst/>
          </a:prstGeom>
          <a:ln xmlns:a="http://schemas.openxmlformats.org/drawingml/2006/main" w="6191">
            <a:solidFill>
              <a:srgbClr val="A9B8C2"/>
            </a:solidFill>
            <a:prstDash val="solid"/>
          </a:ln>
        </p:spPr>
      </p:cxnSp>
      <p:cxnSp>
        <p:nvCxnSpPr>
          <p:cNvPr id="119" name="">
            <a:extLst xmlns:a="http://schemas.openxmlformats.org/drawingml/2006/main">
              <a:ext uri="{FF2B5EF4-FFF2-40B4-BE49-F238E27FC236}">
                <a16:creationId xmlns:a16="http://schemas.microsoft.com/office/drawing/2014/main" id="{F6FF4458-D1A6-4617-B008-05D831F5B195}"/>
              </a:ext>
            </a:extLst>
          </p:cNvPr>
          <p:cNvCxnSpPr/>
          <p:nvPr/>
        </p:nvCxnSpPr>
        <p:spPr>
          <a:xfrm xmlns:a="http://schemas.openxmlformats.org/drawingml/2006/main" flipH="1" flipV="1">
            <a:off x="3534338" y="3029523"/>
            <a:ext cx="74157" cy="16323"/>
          </a:xfrm>
          <a:prstGeom xmlns:a="http://schemas.openxmlformats.org/drawingml/2006/main" prst="straightConnector1">
            <a:avLst/>
          </a:prstGeom>
          <a:ln xmlns:a="http://schemas.openxmlformats.org/drawingml/2006/main" w="6191">
            <a:solidFill>
              <a:srgbClr val="A9B8C2"/>
            </a:solidFill>
            <a:prstDash val="solid"/>
          </a:ln>
        </p:spPr>
      </p:cxnSp>
      <p:cxnSp>
        <p:nvCxnSpPr>
          <p:cNvPr id="120" name="">
            <a:extLst xmlns:a="http://schemas.openxmlformats.org/drawingml/2006/main">
              <a:ext uri="{FF2B5EF4-FFF2-40B4-BE49-F238E27FC236}">
                <a16:creationId xmlns:a16="http://schemas.microsoft.com/office/drawing/2014/main" id="{54DD24E1-DB25-48CE-B2FB-5D641134999E}"/>
              </a:ext>
            </a:extLst>
          </p:cNvPr>
          <p:cNvCxnSpPr/>
          <p:nvPr/>
        </p:nvCxnSpPr>
        <p:spPr>
          <a:xfrm xmlns:a="http://schemas.openxmlformats.org/drawingml/2006/main" flipH="0" flipV="0">
            <a:off x="3001132" y="2667000"/>
            <a:ext cx="1056" cy="143881"/>
          </a:xfrm>
          <a:prstGeom xmlns:a="http://schemas.openxmlformats.org/drawingml/2006/main" prst="straightConnector1">
            <a:avLst/>
          </a:prstGeom>
          <a:ln xmlns:a="http://schemas.openxmlformats.org/drawingml/2006/main" w="6191">
            <a:solidFill>
              <a:srgbClr val="A9B8C2"/>
            </a:solidFill>
            <a:prstDash val="solid"/>
          </a:ln>
        </p:spPr>
      </p:cxnSp>
      <p:cxnSp>
        <p:nvCxnSpPr>
          <p:cNvPr id="121" name="">
            <a:extLst xmlns:a="http://schemas.openxmlformats.org/drawingml/2006/main">
              <a:ext uri="{FF2B5EF4-FFF2-40B4-BE49-F238E27FC236}">
                <a16:creationId xmlns:a16="http://schemas.microsoft.com/office/drawing/2014/main" id="{E4E9C529-34CF-4986-960F-BE6E8D484250}"/>
              </a:ext>
            </a:extLst>
          </p:cNvPr>
          <p:cNvCxnSpPr/>
          <p:nvPr/>
        </p:nvCxnSpPr>
        <p:spPr>
          <a:xfrm xmlns:a="http://schemas.openxmlformats.org/drawingml/2006/main" flipH="1" flipV="0">
            <a:off x="2991561" y="2810881"/>
            <a:ext cx="10628" cy="282119"/>
          </a:xfrm>
          <a:prstGeom xmlns:a="http://schemas.openxmlformats.org/drawingml/2006/main" prst="straightConnector1">
            <a:avLst/>
          </a:prstGeom>
          <a:ln xmlns:a="http://schemas.openxmlformats.org/drawingml/2006/main" w="6191">
            <a:solidFill>
              <a:srgbClr val="A9B8C2"/>
            </a:solidFill>
            <a:prstDash val="solid"/>
          </a:ln>
        </p:spPr>
      </p:cxnSp>
      <p:cxnSp>
        <p:nvCxnSpPr>
          <p:cNvPr id="122" name="">
            <a:extLst xmlns:a="http://schemas.openxmlformats.org/drawingml/2006/main">
              <a:ext uri="{FF2B5EF4-FFF2-40B4-BE49-F238E27FC236}">
                <a16:creationId xmlns:a16="http://schemas.microsoft.com/office/drawing/2014/main" id="{D3174BBF-820B-4C07-A6A6-B584AACB15A6}"/>
              </a:ext>
            </a:extLst>
          </p:cNvPr>
          <p:cNvCxnSpPr/>
          <p:nvPr/>
        </p:nvCxnSpPr>
        <p:spPr>
          <a:xfrm xmlns:a="http://schemas.openxmlformats.org/drawingml/2006/main" flipH="1" flipV="1">
            <a:off x="2851053" y="3009775"/>
            <a:ext cx="140507" cy="83225"/>
          </a:xfrm>
          <a:prstGeom xmlns:a="http://schemas.openxmlformats.org/drawingml/2006/main" prst="straightConnector1">
            <a:avLst/>
          </a:prstGeom>
          <a:ln xmlns:a="http://schemas.openxmlformats.org/drawingml/2006/main" w="6191">
            <a:solidFill>
              <a:srgbClr val="A9B8C2"/>
            </a:solidFill>
            <a:prstDash val="solid"/>
          </a:ln>
        </p:spPr>
      </p:cxnSp>
      <p:cxnSp>
        <p:nvCxnSpPr>
          <p:cNvPr id="123" name="">
            <a:extLst xmlns:a="http://schemas.openxmlformats.org/drawingml/2006/main">
              <a:ext uri="{FF2B5EF4-FFF2-40B4-BE49-F238E27FC236}">
                <a16:creationId xmlns:a16="http://schemas.microsoft.com/office/drawing/2014/main" id="{F2C934DE-45B8-4498-A8DE-1C7B5904ADF2}"/>
              </a:ext>
            </a:extLst>
          </p:cNvPr>
          <p:cNvCxnSpPr/>
          <p:nvPr/>
        </p:nvCxnSpPr>
        <p:spPr>
          <a:xfrm xmlns:a="http://schemas.openxmlformats.org/drawingml/2006/main" flipH="1" flipV="1">
            <a:off x="2788987" y="2990430"/>
            <a:ext cx="62066" cy="19345"/>
          </a:xfrm>
          <a:prstGeom xmlns:a="http://schemas.openxmlformats.org/drawingml/2006/main" prst="straightConnector1">
            <a:avLst/>
          </a:prstGeom>
          <a:ln xmlns:a="http://schemas.openxmlformats.org/drawingml/2006/main" w="6191">
            <a:solidFill>
              <a:srgbClr val="A9B8C2"/>
            </a:solidFill>
            <a:prstDash val="solid"/>
          </a:ln>
        </p:spPr>
      </p:cxnSp>
      <p:cxnSp>
        <p:nvCxnSpPr>
          <p:cNvPr id="124" name="">
            <a:extLst xmlns:a="http://schemas.openxmlformats.org/drawingml/2006/main">
              <a:ext uri="{FF2B5EF4-FFF2-40B4-BE49-F238E27FC236}">
                <a16:creationId xmlns:a16="http://schemas.microsoft.com/office/drawing/2014/main" id="{37437DFC-BA7F-4A7F-BAAC-F86238AE46C3}"/>
              </a:ext>
            </a:extLst>
          </p:cNvPr>
          <p:cNvCxnSpPr/>
          <p:nvPr/>
        </p:nvCxnSpPr>
        <p:spPr>
          <a:xfrm xmlns:a="http://schemas.openxmlformats.org/drawingml/2006/main" flipH="1" flipV="0">
            <a:off x="2718006" y="2990430"/>
            <a:ext cx="70981" cy="213202"/>
          </a:xfrm>
          <a:prstGeom xmlns:a="http://schemas.openxmlformats.org/drawingml/2006/main" prst="straightConnector1">
            <a:avLst/>
          </a:prstGeom>
          <a:ln xmlns:a="http://schemas.openxmlformats.org/drawingml/2006/main" w="6191">
            <a:solidFill>
              <a:srgbClr val="A9B8C2"/>
            </a:solidFill>
            <a:prstDash val="solid"/>
          </a:ln>
        </p:spPr>
      </p:cxnSp>
      <p:cxnSp>
        <p:nvCxnSpPr>
          <p:cNvPr id="125" name="">
            <a:extLst xmlns:a="http://schemas.openxmlformats.org/drawingml/2006/main">
              <a:ext uri="{FF2B5EF4-FFF2-40B4-BE49-F238E27FC236}">
                <a16:creationId xmlns:a16="http://schemas.microsoft.com/office/drawing/2014/main" id="{FCC490B1-D3F8-475E-BE0D-7F7FD4AF00A7}"/>
              </a:ext>
            </a:extLst>
          </p:cNvPr>
          <p:cNvCxnSpPr/>
          <p:nvPr/>
        </p:nvCxnSpPr>
        <p:spPr>
          <a:xfrm xmlns:a="http://schemas.openxmlformats.org/drawingml/2006/main" flipH="1" flipV="1">
            <a:off x="2672411" y="3180054"/>
            <a:ext cx="45595" cy="23577"/>
          </a:xfrm>
          <a:prstGeom xmlns:a="http://schemas.openxmlformats.org/drawingml/2006/main" prst="straightConnector1">
            <a:avLst/>
          </a:prstGeom>
          <a:ln xmlns:a="http://schemas.openxmlformats.org/drawingml/2006/main" w="6191">
            <a:solidFill>
              <a:srgbClr val="A9B8C2"/>
            </a:solidFill>
            <a:prstDash val="solid"/>
          </a:ln>
        </p:spPr>
      </p:cxnSp>
      <p:cxnSp>
        <p:nvCxnSpPr>
          <p:cNvPr id="126" name="">
            <a:extLst xmlns:a="http://schemas.openxmlformats.org/drawingml/2006/main">
              <a:ext uri="{FF2B5EF4-FFF2-40B4-BE49-F238E27FC236}">
                <a16:creationId xmlns:a16="http://schemas.microsoft.com/office/drawing/2014/main" id="{24AA7855-0FB5-4F1A-AC39-24FD06862D69}"/>
              </a:ext>
            </a:extLst>
          </p:cNvPr>
          <p:cNvCxnSpPr/>
          <p:nvPr/>
        </p:nvCxnSpPr>
        <p:spPr>
          <a:xfrm xmlns:a="http://schemas.openxmlformats.org/drawingml/2006/main" flipH="1" flipV="0">
            <a:off x="2664351" y="3180054"/>
            <a:ext cx="8061" cy="16927"/>
          </a:xfrm>
          <a:prstGeom xmlns:a="http://schemas.openxmlformats.org/drawingml/2006/main" prst="straightConnector1">
            <a:avLst/>
          </a:prstGeom>
          <a:ln xmlns:a="http://schemas.openxmlformats.org/drawingml/2006/main" w="6191">
            <a:solidFill>
              <a:srgbClr val="A9B8C2"/>
            </a:solidFill>
            <a:prstDash val="solid"/>
          </a:ln>
        </p:spPr>
      </p:cxnSp>
      <p:cxnSp>
        <p:nvCxnSpPr>
          <p:cNvPr id="127" name="">
            <a:extLst xmlns:a="http://schemas.openxmlformats.org/drawingml/2006/main">
              <a:ext uri="{FF2B5EF4-FFF2-40B4-BE49-F238E27FC236}">
                <a16:creationId xmlns:a16="http://schemas.microsoft.com/office/drawing/2014/main" id="{FB9D63AD-06C1-4E2F-8609-BFECB5B9F697}"/>
              </a:ext>
            </a:extLst>
          </p:cNvPr>
          <p:cNvCxnSpPr/>
          <p:nvPr/>
        </p:nvCxnSpPr>
        <p:spPr>
          <a:xfrm xmlns:a="http://schemas.openxmlformats.org/drawingml/2006/main" flipH="0" flipV="0">
            <a:off x="2664351" y="3196981"/>
            <a:ext cx="232499" cy="141664"/>
          </a:xfrm>
          <a:prstGeom xmlns:a="http://schemas.openxmlformats.org/drawingml/2006/main" prst="straightConnector1">
            <a:avLst/>
          </a:prstGeom>
          <a:ln xmlns:a="http://schemas.openxmlformats.org/drawingml/2006/main" w="6191">
            <a:solidFill>
              <a:srgbClr val="A9B8C2"/>
            </a:solidFill>
            <a:prstDash val="solid"/>
          </a:ln>
        </p:spPr>
      </p:cxnSp>
      <p:cxnSp>
        <p:nvCxnSpPr>
          <p:cNvPr id="128" name="">
            <a:extLst xmlns:a="http://schemas.openxmlformats.org/drawingml/2006/main">
              <a:ext uri="{FF2B5EF4-FFF2-40B4-BE49-F238E27FC236}">
                <a16:creationId xmlns:a16="http://schemas.microsoft.com/office/drawing/2014/main" id="{86409876-9E0D-4062-8792-CBD244BA1EEF}"/>
              </a:ext>
            </a:extLst>
          </p:cNvPr>
          <p:cNvCxnSpPr/>
          <p:nvPr/>
        </p:nvCxnSpPr>
        <p:spPr>
          <a:xfrm xmlns:a="http://schemas.openxmlformats.org/drawingml/2006/main" flipH="0" flipV="0">
            <a:off x="2896849" y="3338645"/>
            <a:ext cx="3526" cy="20151"/>
          </a:xfrm>
          <a:prstGeom xmlns:a="http://schemas.openxmlformats.org/drawingml/2006/main" prst="straightConnector1">
            <a:avLst/>
          </a:prstGeom>
          <a:ln xmlns:a="http://schemas.openxmlformats.org/drawingml/2006/main" w="6191">
            <a:solidFill>
              <a:srgbClr val="A9B8C2"/>
            </a:solidFill>
            <a:prstDash val="solid"/>
          </a:ln>
        </p:spPr>
      </p:cxnSp>
      <p:cxnSp>
        <p:nvCxnSpPr>
          <p:cNvPr id="129" name="">
            <a:extLst xmlns:a="http://schemas.openxmlformats.org/drawingml/2006/main">
              <a:ext uri="{FF2B5EF4-FFF2-40B4-BE49-F238E27FC236}">
                <a16:creationId xmlns:a16="http://schemas.microsoft.com/office/drawing/2014/main" id="{BDDEA3A6-C069-485C-ADB8-B885FD56FC0E}"/>
              </a:ext>
            </a:extLst>
          </p:cNvPr>
          <p:cNvCxnSpPr/>
          <p:nvPr/>
        </p:nvCxnSpPr>
        <p:spPr>
          <a:xfrm xmlns:a="http://schemas.openxmlformats.org/drawingml/2006/main" flipH="1" flipV="1">
            <a:off x="2616894" y="3167359"/>
            <a:ext cx="47456" cy="29623"/>
          </a:xfrm>
          <a:prstGeom xmlns:a="http://schemas.openxmlformats.org/drawingml/2006/main" prst="straightConnector1">
            <a:avLst/>
          </a:prstGeom>
          <a:ln xmlns:a="http://schemas.openxmlformats.org/drawingml/2006/main" w="6191">
            <a:solidFill>
              <a:srgbClr val="A9B8C2"/>
            </a:solidFill>
            <a:prstDash val="solid"/>
          </a:ln>
        </p:spPr>
      </p:cxnSp>
      <p:cxnSp>
        <p:nvCxnSpPr>
          <p:cNvPr id="130" name="">
            <a:extLst xmlns:a="http://schemas.openxmlformats.org/drawingml/2006/main">
              <a:ext uri="{FF2B5EF4-FFF2-40B4-BE49-F238E27FC236}">
                <a16:creationId xmlns:a16="http://schemas.microsoft.com/office/drawing/2014/main" id="{F2F815EB-9CDE-444A-B7BC-CF3820AA68A3}"/>
              </a:ext>
            </a:extLst>
          </p:cNvPr>
          <p:cNvCxnSpPr/>
          <p:nvPr/>
        </p:nvCxnSpPr>
        <p:spPr>
          <a:xfrm xmlns:a="http://schemas.openxmlformats.org/drawingml/2006/main" flipH="1" flipV="1">
            <a:off x="2539464" y="3145394"/>
            <a:ext cx="77430" cy="21965"/>
          </a:xfrm>
          <a:prstGeom xmlns:a="http://schemas.openxmlformats.org/drawingml/2006/main" prst="straightConnector1">
            <a:avLst/>
          </a:prstGeom>
          <a:ln xmlns:a="http://schemas.openxmlformats.org/drawingml/2006/main" w="6191">
            <a:solidFill>
              <a:srgbClr val="A9B8C2"/>
            </a:solidFill>
            <a:prstDash val="solid"/>
          </a:ln>
        </p:spPr>
      </p:cxnSp>
      <p:cxnSp>
        <p:nvCxnSpPr>
          <p:cNvPr id="131" name="">
            <a:extLst xmlns:a="http://schemas.openxmlformats.org/drawingml/2006/main">
              <a:ext uri="{FF2B5EF4-FFF2-40B4-BE49-F238E27FC236}">
                <a16:creationId xmlns:a16="http://schemas.microsoft.com/office/drawing/2014/main" id="{5C85E839-59FE-4542-9848-EF8865B8726E}"/>
              </a:ext>
            </a:extLst>
          </p:cNvPr>
          <p:cNvCxnSpPr/>
          <p:nvPr/>
        </p:nvCxnSpPr>
        <p:spPr>
          <a:xfrm xmlns:a="http://schemas.openxmlformats.org/drawingml/2006/main" flipH="1" flipV="1">
            <a:off x="2446212" y="3139953"/>
            <a:ext cx="93253" cy="5441"/>
          </a:xfrm>
          <a:prstGeom xmlns:a="http://schemas.openxmlformats.org/drawingml/2006/main" prst="straightConnector1">
            <a:avLst/>
          </a:prstGeom>
          <a:ln xmlns:a="http://schemas.openxmlformats.org/drawingml/2006/main" w="6191">
            <a:solidFill>
              <a:srgbClr val="A9B8C2"/>
            </a:solidFill>
            <a:prstDash val="solid"/>
          </a:ln>
        </p:spPr>
      </p:cxnSp>
      <p:cxnSp>
        <p:nvCxnSpPr>
          <p:cNvPr id="132" name="">
            <a:extLst xmlns:a="http://schemas.openxmlformats.org/drawingml/2006/main">
              <a:ext uri="{FF2B5EF4-FFF2-40B4-BE49-F238E27FC236}">
                <a16:creationId xmlns:a16="http://schemas.microsoft.com/office/drawing/2014/main" id="{7BA6A4B7-8B57-4463-A283-E9DFF7F8FF98}"/>
              </a:ext>
            </a:extLst>
          </p:cNvPr>
          <p:cNvCxnSpPr/>
          <p:nvPr/>
        </p:nvCxnSpPr>
        <p:spPr>
          <a:xfrm xmlns:a="http://schemas.openxmlformats.org/drawingml/2006/main" flipH="1" flipV="0">
            <a:off x="2372812" y="3139953"/>
            <a:ext cx="73399" cy="18136"/>
          </a:xfrm>
          <a:prstGeom xmlns:a="http://schemas.openxmlformats.org/drawingml/2006/main" prst="straightConnector1">
            <a:avLst/>
          </a:prstGeom>
          <a:ln xmlns:a="http://schemas.openxmlformats.org/drawingml/2006/main" w="6191">
            <a:solidFill>
              <a:srgbClr val="A9B8C2"/>
            </a:solidFill>
            <a:prstDash val="solid"/>
          </a:ln>
        </p:spPr>
      </p:cxnSp>
      <p:cxnSp>
        <p:nvCxnSpPr>
          <p:cNvPr id="133" name="">
            <a:extLst xmlns:a="http://schemas.openxmlformats.org/drawingml/2006/main">
              <a:ext uri="{FF2B5EF4-FFF2-40B4-BE49-F238E27FC236}">
                <a16:creationId xmlns:a16="http://schemas.microsoft.com/office/drawing/2014/main" id="{0356BB4A-85C3-404D-96DF-AFD5DB308A54}"/>
              </a:ext>
            </a:extLst>
          </p:cNvPr>
          <p:cNvCxnSpPr/>
          <p:nvPr/>
        </p:nvCxnSpPr>
        <p:spPr>
          <a:xfrm xmlns:a="http://schemas.openxmlformats.org/drawingml/2006/main" flipH="1" flipV="0">
            <a:off x="2330394" y="3158089"/>
            <a:ext cx="42419" cy="87255"/>
          </a:xfrm>
          <a:prstGeom xmlns:a="http://schemas.openxmlformats.org/drawingml/2006/main" prst="straightConnector1">
            <a:avLst/>
          </a:prstGeom>
          <a:ln xmlns:a="http://schemas.openxmlformats.org/drawingml/2006/main" w="6191">
            <a:solidFill>
              <a:srgbClr val="A9B8C2"/>
            </a:solidFill>
            <a:prstDash val="solid"/>
          </a:ln>
        </p:spPr>
      </p:cxnSp>
      <p:cxnSp>
        <p:nvCxnSpPr>
          <p:cNvPr id="134" name="">
            <a:extLst xmlns:a="http://schemas.openxmlformats.org/drawingml/2006/main">
              <a:ext uri="{FF2B5EF4-FFF2-40B4-BE49-F238E27FC236}">
                <a16:creationId xmlns:a16="http://schemas.microsoft.com/office/drawing/2014/main" id="{06A179CE-55BA-4A02-9AA5-E448E3FA495C}"/>
              </a:ext>
            </a:extLst>
          </p:cNvPr>
          <p:cNvCxnSpPr/>
          <p:nvPr/>
        </p:nvCxnSpPr>
        <p:spPr>
          <a:xfrm xmlns:a="http://schemas.openxmlformats.org/drawingml/2006/main" flipH="1" flipV="0">
            <a:off x="2287673" y="3245345"/>
            <a:ext cx="42721" cy="55215"/>
          </a:xfrm>
          <a:prstGeom xmlns:a="http://schemas.openxmlformats.org/drawingml/2006/main" prst="straightConnector1">
            <a:avLst/>
          </a:prstGeom>
          <a:ln xmlns:a="http://schemas.openxmlformats.org/drawingml/2006/main" w="6191">
            <a:solidFill>
              <a:srgbClr val="A9B8C2"/>
            </a:solidFill>
            <a:prstDash val="solid"/>
          </a:ln>
        </p:spPr>
      </p:cxnSp>
      <p:cxnSp>
        <p:nvCxnSpPr>
          <p:cNvPr id="135" name="">
            <a:extLst xmlns:a="http://schemas.openxmlformats.org/drawingml/2006/main">
              <a:ext uri="{FF2B5EF4-FFF2-40B4-BE49-F238E27FC236}">
                <a16:creationId xmlns:a16="http://schemas.microsoft.com/office/drawing/2014/main" id="{DFDD03D3-519F-43C9-93D6-0E4C4FE21A46}"/>
              </a:ext>
            </a:extLst>
          </p:cNvPr>
          <p:cNvCxnSpPr/>
          <p:nvPr/>
        </p:nvCxnSpPr>
        <p:spPr>
          <a:xfrm xmlns:a="http://schemas.openxmlformats.org/drawingml/2006/main" flipH="0" flipV="0">
            <a:off x="2287673" y="3300559"/>
            <a:ext cx="1914" cy="9471"/>
          </a:xfrm>
          <a:prstGeom xmlns:a="http://schemas.openxmlformats.org/drawingml/2006/main" prst="straightConnector1">
            <a:avLst/>
          </a:prstGeom>
          <a:ln xmlns:a="http://schemas.openxmlformats.org/drawingml/2006/main" w="6191">
            <a:solidFill>
              <a:srgbClr val="A9B8C2"/>
            </a:solidFill>
            <a:prstDash val="solid"/>
          </a:ln>
        </p:spPr>
      </p:cxnSp>
      <p:cxnSp>
        <p:nvCxnSpPr>
          <p:cNvPr id="136" name="">
            <a:extLst xmlns:a="http://schemas.openxmlformats.org/drawingml/2006/main">
              <a:ext uri="{FF2B5EF4-FFF2-40B4-BE49-F238E27FC236}">
                <a16:creationId xmlns:a16="http://schemas.microsoft.com/office/drawing/2014/main" id="{86D27A83-77F7-449F-AED4-D6F82A5C000C}"/>
              </a:ext>
            </a:extLst>
          </p:cNvPr>
          <p:cNvCxnSpPr/>
          <p:nvPr/>
        </p:nvCxnSpPr>
        <p:spPr>
          <a:xfrm xmlns:a="http://schemas.openxmlformats.org/drawingml/2006/main" flipH="0" flipV="0">
            <a:off x="2289587" y="3310030"/>
            <a:ext cx="188214" cy="98943"/>
          </a:xfrm>
          <a:prstGeom xmlns:a="http://schemas.openxmlformats.org/drawingml/2006/main" prst="straightConnector1">
            <a:avLst/>
          </a:prstGeom>
          <a:ln xmlns:a="http://schemas.openxmlformats.org/drawingml/2006/main" w="6191">
            <a:solidFill>
              <a:srgbClr val="A9B8C2"/>
            </a:solidFill>
            <a:prstDash val="solid"/>
          </a:ln>
        </p:spPr>
      </p:cxnSp>
      <p:cxnSp>
        <p:nvCxnSpPr>
          <p:cNvPr id="137" name="">
            <a:extLst xmlns:a="http://schemas.openxmlformats.org/drawingml/2006/main">
              <a:ext uri="{FF2B5EF4-FFF2-40B4-BE49-F238E27FC236}">
                <a16:creationId xmlns:a16="http://schemas.microsoft.com/office/drawing/2014/main" id="{085A4244-E179-4651-B2E5-A3D7AB8827EB}"/>
              </a:ext>
            </a:extLst>
          </p:cNvPr>
          <p:cNvCxnSpPr/>
          <p:nvPr/>
        </p:nvCxnSpPr>
        <p:spPr>
          <a:xfrm xmlns:a="http://schemas.openxmlformats.org/drawingml/2006/main" flipH="0" flipV="0">
            <a:off x="2477801" y="3408974"/>
            <a:ext cx="172343" cy="105593"/>
          </a:xfrm>
          <a:prstGeom xmlns:a="http://schemas.openxmlformats.org/drawingml/2006/main" prst="straightConnector1">
            <a:avLst/>
          </a:prstGeom>
          <a:ln xmlns:a="http://schemas.openxmlformats.org/drawingml/2006/main" w="6191">
            <a:solidFill>
              <a:srgbClr val="A9B8C2"/>
            </a:solidFill>
            <a:prstDash val="solid"/>
          </a:ln>
        </p:spPr>
      </p:cxnSp>
      <p:cxnSp>
        <p:nvCxnSpPr>
          <p:cNvPr id="138" name="">
            <a:extLst xmlns:a="http://schemas.openxmlformats.org/drawingml/2006/main">
              <a:ext uri="{FF2B5EF4-FFF2-40B4-BE49-F238E27FC236}">
                <a16:creationId xmlns:a16="http://schemas.microsoft.com/office/drawing/2014/main" id="{A9DCF3E8-9B34-49A4-A967-B052165E4DC0}"/>
              </a:ext>
            </a:extLst>
          </p:cNvPr>
          <p:cNvCxnSpPr/>
          <p:nvPr/>
        </p:nvCxnSpPr>
        <p:spPr>
          <a:xfrm xmlns:a="http://schemas.openxmlformats.org/drawingml/2006/main" flipH="0" flipV="1">
            <a:off x="2650144" y="3509529"/>
            <a:ext cx="3478" cy="5038"/>
          </a:xfrm>
          <a:prstGeom xmlns:a="http://schemas.openxmlformats.org/drawingml/2006/main" prst="straightConnector1">
            <a:avLst/>
          </a:prstGeom>
          <a:ln xmlns:a="http://schemas.openxmlformats.org/drawingml/2006/main" w="6191">
            <a:solidFill>
              <a:srgbClr val="A9B8C2"/>
            </a:solidFill>
            <a:prstDash val="solid"/>
          </a:ln>
        </p:spPr>
      </p:cxnSp>
      <p:cxnSp>
        <p:nvCxnSpPr>
          <p:cNvPr id="139" name="">
            <a:extLst xmlns:a="http://schemas.openxmlformats.org/drawingml/2006/main">
              <a:ext uri="{FF2B5EF4-FFF2-40B4-BE49-F238E27FC236}">
                <a16:creationId xmlns:a16="http://schemas.microsoft.com/office/drawing/2014/main" id="{A092052D-765C-4E6A-BE52-11E0F085EAB9}"/>
              </a:ext>
            </a:extLst>
          </p:cNvPr>
          <p:cNvCxnSpPr/>
          <p:nvPr/>
        </p:nvCxnSpPr>
        <p:spPr>
          <a:xfrm xmlns:a="http://schemas.openxmlformats.org/drawingml/2006/main" flipH="1" flipV="1">
            <a:off x="2190289" y="3255219"/>
            <a:ext cx="97384" cy="45341"/>
          </a:xfrm>
          <a:prstGeom xmlns:a="http://schemas.openxmlformats.org/drawingml/2006/main" prst="straightConnector1">
            <a:avLst/>
          </a:prstGeom>
          <a:ln xmlns:a="http://schemas.openxmlformats.org/drawingml/2006/main" w="6191">
            <a:solidFill>
              <a:srgbClr val="A9B8C2"/>
            </a:solidFill>
            <a:prstDash val="solid"/>
          </a:ln>
        </p:spPr>
      </p:cxnSp>
      <p:cxnSp>
        <p:nvCxnSpPr>
          <p:cNvPr id="140" name="">
            <a:extLst xmlns:a="http://schemas.openxmlformats.org/drawingml/2006/main">
              <a:ext uri="{FF2B5EF4-FFF2-40B4-BE49-F238E27FC236}">
                <a16:creationId xmlns:a16="http://schemas.microsoft.com/office/drawing/2014/main" id="{36CDCC3A-D33E-435C-AA35-41B8F8B10538}"/>
              </a:ext>
            </a:extLst>
          </p:cNvPr>
          <p:cNvCxnSpPr/>
          <p:nvPr/>
        </p:nvCxnSpPr>
        <p:spPr>
          <a:xfrm xmlns:a="http://schemas.openxmlformats.org/drawingml/2006/main" flipH="1" flipV="1">
            <a:off x="2063033" y="3188921"/>
            <a:ext cx="127256" cy="66298"/>
          </a:xfrm>
          <a:prstGeom xmlns:a="http://schemas.openxmlformats.org/drawingml/2006/main" prst="straightConnector1">
            <a:avLst/>
          </a:prstGeom>
          <a:ln xmlns:a="http://schemas.openxmlformats.org/drawingml/2006/main" w="6191">
            <a:solidFill>
              <a:srgbClr val="A9B8C2"/>
            </a:solidFill>
            <a:prstDash val="solid"/>
          </a:ln>
        </p:spPr>
      </p:cxnSp>
      <p:cxnSp>
        <p:nvCxnSpPr>
          <p:cNvPr id="141" name="">
            <a:extLst xmlns:a="http://schemas.openxmlformats.org/drawingml/2006/main">
              <a:ext uri="{FF2B5EF4-FFF2-40B4-BE49-F238E27FC236}">
                <a16:creationId xmlns:a16="http://schemas.microsoft.com/office/drawing/2014/main" id="{13911F2D-49D8-4E72-BCA7-3E6599D1EB60}"/>
              </a:ext>
            </a:extLst>
          </p:cNvPr>
          <p:cNvCxnSpPr/>
          <p:nvPr/>
        </p:nvCxnSpPr>
        <p:spPr>
          <a:xfrm xmlns:a="http://schemas.openxmlformats.org/drawingml/2006/main" flipH="1" flipV="1">
            <a:off x="1995023" y="3153656"/>
            <a:ext cx="68011" cy="35265"/>
          </a:xfrm>
          <a:prstGeom xmlns:a="http://schemas.openxmlformats.org/drawingml/2006/main" prst="straightConnector1">
            <a:avLst/>
          </a:prstGeom>
          <a:ln xmlns:a="http://schemas.openxmlformats.org/drawingml/2006/main" w="6191">
            <a:solidFill>
              <a:srgbClr val="A9B8C2"/>
            </a:solidFill>
            <a:prstDash val="solid"/>
          </a:ln>
        </p:spPr>
      </p:cxnSp>
      <p:cxnSp>
        <p:nvCxnSpPr>
          <p:cNvPr id="142" name="">
            <a:extLst xmlns:a="http://schemas.openxmlformats.org/drawingml/2006/main">
              <a:ext uri="{FF2B5EF4-FFF2-40B4-BE49-F238E27FC236}">
                <a16:creationId xmlns:a16="http://schemas.microsoft.com/office/drawing/2014/main" id="{41F14FFD-2920-4D5C-B998-D3978EB317F3}"/>
              </a:ext>
            </a:extLst>
          </p:cNvPr>
          <p:cNvCxnSpPr/>
          <p:nvPr/>
        </p:nvCxnSpPr>
        <p:spPr>
          <a:xfrm xmlns:a="http://schemas.openxmlformats.org/drawingml/2006/main" flipH="1" flipV="1">
            <a:off x="1992858" y="3142572"/>
            <a:ext cx="2164" cy="11083"/>
          </a:xfrm>
          <a:prstGeom xmlns:a="http://schemas.openxmlformats.org/drawingml/2006/main" prst="straightConnector1">
            <a:avLst/>
          </a:prstGeom>
          <a:ln xmlns:a="http://schemas.openxmlformats.org/drawingml/2006/main" w="6191">
            <a:solidFill>
              <a:srgbClr val="A9B8C2"/>
            </a:solidFill>
            <a:prstDash val="solid"/>
          </a:ln>
        </p:spPr>
      </p:cxnSp>
      <p:cxnSp>
        <p:nvCxnSpPr>
          <p:cNvPr id="143" name="">
            <a:extLst xmlns:a="http://schemas.openxmlformats.org/drawingml/2006/main">
              <a:ext uri="{FF2B5EF4-FFF2-40B4-BE49-F238E27FC236}">
                <a16:creationId xmlns:a16="http://schemas.microsoft.com/office/drawing/2014/main" id="{CFF6FFB9-3572-47B3-938E-8DE1F8C7E42B}"/>
              </a:ext>
            </a:extLst>
          </p:cNvPr>
          <p:cNvCxnSpPr/>
          <p:nvPr/>
        </p:nvCxnSpPr>
        <p:spPr>
          <a:xfrm xmlns:a="http://schemas.openxmlformats.org/drawingml/2006/main" flipH="1" flipV="1">
            <a:off x="1945704" y="3120003"/>
            <a:ext cx="47154" cy="22570"/>
          </a:xfrm>
          <a:prstGeom xmlns:a="http://schemas.openxmlformats.org/drawingml/2006/main" prst="straightConnector1">
            <a:avLst/>
          </a:prstGeom>
          <a:ln xmlns:a="http://schemas.openxmlformats.org/drawingml/2006/main" w="6191">
            <a:solidFill>
              <a:srgbClr val="A9B8C2"/>
            </a:solidFill>
            <a:prstDash val="solid"/>
          </a:ln>
        </p:spPr>
      </p:cxnSp>
      <p:cxnSp>
        <p:nvCxnSpPr>
          <p:cNvPr id="144" name="">
            <a:extLst xmlns:a="http://schemas.openxmlformats.org/drawingml/2006/main">
              <a:ext uri="{FF2B5EF4-FFF2-40B4-BE49-F238E27FC236}">
                <a16:creationId xmlns:a16="http://schemas.microsoft.com/office/drawing/2014/main" id="{92952393-103E-41D6-BBCC-49CAA1668097}"/>
              </a:ext>
            </a:extLst>
          </p:cNvPr>
          <p:cNvCxnSpPr/>
          <p:nvPr/>
        </p:nvCxnSpPr>
        <p:spPr>
          <a:xfrm xmlns:a="http://schemas.openxmlformats.org/drawingml/2006/main" flipH="1" flipV="1">
            <a:off x="1813459" y="3058340"/>
            <a:ext cx="132245" cy="61663"/>
          </a:xfrm>
          <a:prstGeom xmlns:a="http://schemas.openxmlformats.org/drawingml/2006/main" prst="straightConnector1">
            <a:avLst/>
          </a:prstGeom>
          <a:ln xmlns:a="http://schemas.openxmlformats.org/drawingml/2006/main" w="6191">
            <a:solidFill>
              <a:srgbClr val="A9B8C2"/>
            </a:solidFill>
            <a:prstDash val="solid"/>
          </a:ln>
        </p:spPr>
      </p:cxnSp>
      <p:cxnSp>
        <p:nvCxnSpPr>
          <p:cNvPr id="145" name="">
            <a:extLst xmlns:a="http://schemas.openxmlformats.org/drawingml/2006/main">
              <a:ext uri="{FF2B5EF4-FFF2-40B4-BE49-F238E27FC236}">
                <a16:creationId xmlns:a16="http://schemas.microsoft.com/office/drawing/2014/main" id="{430E7D25-98C5-4B2C-934E-9369C9901401}"/>
              </a:ext>
            </a:extLst>
          </p:cNvPr>
          <p:cNvCxnSpPr/>
          <p:nvPr/>
        </p:nvCxnSpPr>
        <p:spPr>
          <a:xfrm xmlns:a="http://schemas.openxmlformats.org/drawingml/2006/main" flipH="1" flipV="0">
            <a:off x="1800110" y="3058340"/>
            <a:ext cx="13348" cy="89069"/>
          </a:xfrm>
          <a:prstGeom xmlns:a="http://schemas.openxmlformats.org/drawingml/2006/main" prst="straightConnector1">
            <a:avLst/>
          </a:prstGeom>
          <a:ln xmlns:a="http://schemas.openxmlformats.org/drawingml/2006/main" w="6191">
            <a:solidFill>
              <a:srgbClr val="A9B8C2"/>
            </a:solidFill>
            <a:prstDash val="solid"/>
          </a:ln>
        </p:spPr>
      </p:cxnSp>
      <p:cxnSp>
        <p:nvCxnSpPr>
          <p:cNvPr id="146" name="">
            <a:extLst xmlns:a="http://schemas.openxmlformats.org/drawingml/2006/main">
              <a:ext uri="{FF2B5EF4-FFF2-40B4-BE49-F238E27FC236}">
                <a16:creationId xmlns:a16="http://schemas.microsoft.com/office/drawing/2014/main" id="{055274C5-2FF3-4297-923F-DF28CDED5323}"/>
              </a:ext>
            </a:extLst>
          </p:cNvPr>
          <p:cNvCxnSpPr/>
          <p:nvPr/>
        </p:nvCxnSpPr>
        <p:spPr>
          <a:xfrm xmlns:a="http://schemas.openxmlformats.org/drawingml/2006/main" flipH="1" flipV="0">
            <a:off x="1765599" y="3157283"/>
            <a:ext cx="26753" cy="69724"/>
          </a:xfrm>
          <a:prstGeom xmlns:a="http://schemas.openxmlformats.org/drawingml/2006/main" prst="straightConnector1">
            <a:avLst/>
          </a:prstGeom>
          <a:ln xmlns:a="http://schemas.openxmlformats.org/drawingml/2006/main" w="6191">
            <a:solidFill>
              <a:srgbClr val="A9B8C2"/>
            </a:solidFill>
            <a:prstDash val="solid"/>
          </a:ln>
        </p:spPr>
      </p:cxnSp>
      <p:cxnSp>
        <p:nvCxnSpPr>
          <p:cNvPr id="147" name="">
            <a:extLst xmlns:a="http://schemas.openxmlformats.org/drawingml/2006/main">
              <a:ext uri="{FF2B5EF4-FFF2-40B4-BE49-F238E27FC236}">
                <a16:creationId xmlns:a16="http://schemas.microsoft.com/office/drawing/2014/main" id="{481509C9-D500-4EF4-AA75-C9488E69A68F}"/>
              </a:ext>
            </a:extLst>
          </p:cNvPr>
          <p:cNvCxnSpPr/>
          <p:nvPr/>
        </p:nvCxnSpPr>
        <p:spPr>
          <a:xfrm xmlns:a="http://schemas.openxmlformats.org/drawingml/2006/main" flipH="0" flipV="0">
            <a:off x="1765599" y="3227007"/>
            <a:ext cx="58189" cy="22973"/>
          </a:xfrm>
          <a:prstGeom xmlns:a="http://schemas.openxmlformats.org/drawingml/2006/main" prst="straightConnector1">
            <a:avLst/>
          </a:prstGeom>
          <a:ln xmlns:a="http://schemas.openxmlformats.org/drawingml/2006/main" w="6191">
            <a:solidFill>
              <a:srgbClr val="A9B8C2"/>
            </a:solidFill>
            <a:prstDash val="solid"/>
          </a:ln>
        </p:spPr>
      </p:cxnSp>
      <p:cxnSp>
        <p:nvCxnSpPr>
          <p:cNvPr id="148" name="">
            <a:extLst xmlns:a="http://schemas.openxmlformats.org/drawingml/2006/main">
              <a:ext uri="{FF2B5EF4-FFF2-40B4-BE49-F238E27FC236}">
                <a16:creationId xmlns:a16="http://schemas.microsoft.com/office/drawing/2014/main" id="{3123FD5E-EF57-4F78-8C75-927533F4B795}"/>
              </a:ext>
            </a:extLst>
          </p:cNvPr>
          <p:cNvCxnSpPr/>
          <p:nvPr/>
        </p:nvCxnSpPr>
        <p:spPr>
          <a:xfrm xmlns:a="http://schemas.openxmlformats.org/drawingml/2006/main" flipH="1" flipV="0">
            <a:off x="1819101" y="3249979"/>
            <a:ext cx="4687" cy="13300"/>
          </a:xfrm>
          <a:prstGeom xmlns:a="http://schemas.openxmlformats.org/drawingml/2006/main" prst="straightConnector1">
            <a:avLst/>
          </a:prstGeom>
          <a:ln xmlns:a="http://schemas.openxmlformats.org/drawingml/2006/main" w="6191">
            <a:solidFill>
              <a:srgbClr val="A9B8C2"/>
            </a:solidFill>
            <a:prstDash val="solid"/>
          </a:ln>
        </p:spPr>
      </p:cxnSp>
      <p:cxnSp>
        <p:nvCxnSpPr>
          <p:cNvPr id="149" name="">
            <a:extLst xmlns:a="http://schemas.openxmlformats.org/drawingml/2006/main">
              <a:ext uri="{FF2B5EF4-FFF2-40B4-BE49-F238E27FC236}">
                <a16:creationId xmlns:a16="http://schemas.microsoft.com/office/drawing/2014/main" id="{F5E529F9-3763-4D7F-9216-D01F17B6483A}"/>
              </a:ext>
            </a:extLst>
          </p:cNvPr>
          <p:cNvCxnSpPr/>
          <p:nvPr/>
        </p:nvCxnSpPr>
        <p:spPr>
          <a:xfrm xmlns:a="http://schemas.openxmlformats.org/drawingml/2006/main" flipH="1" flipV="0">
            <a:off x="1792352" y="3147409"/>
            <a:ext cx="7758" cy="9874"/>
          </a:xfrm>
          <a:prstGeom xmlns:a="http://schemas.openxmlformats.org/drawingml/2006/main" prst="straightConnector1">
            <a:avLst/>
          </a:prstGeom>
          <a:ln xmlns:a="http://schemas.openxmlformats.org/drawingml/2006/main" w="6191">
            <a:solidFill>
              <a:srgbClr val="A9B8C2"/>
            </a:solidFill>
            <a:prstDash val="solid"/>
          </a:ln>
        </p:spPr>
      </p:cxnSp>
      <p:cxnSp>
        <p:nvCxnSpPr>
          <p:cNvPr id="150" name="">
            <a:extLst xmlns:a="http://schemas.openxmlformats.org/drawingml/2006/main">
              <a:ext uri="{FF2B5EF4-FFF2-40B4-BE49-F238E27FC236}">
                <a16:creationId xmlns:a16="http://schemas.microsoft.com/office/drawing/2014/main" id="{A1EBBCC5-FD98-4CE6-ABFD-688EBCFEFAD8}"/>
              </a:ext>
            </a:extLst>
          </p:cNvPr>
          <p:cNvCxnSpPr/>
          <p:nvPr/>
        </p:nvCxnSpPr>
        <p:spPr>
          <a:xfrm xmlns:a="http://schemas.openxmlformats.org/drawingml/2006/main" flipH="1" flipV="0">
            <a:off x="1803383" y="3263279"/>
            <a:ext cx="15718" cy="6851"/>
          </a:xfrm>
          <a:prstGeom xmlns:a="http://schemas.openxmlformats.org/drawingml/2006/main" prst="straightConnector1">
            <a:avLst/>
          </a:prstGeom>
          <a:ln xmlns:a="http://schemas.openxmlformats.org/drawingml/2006/main" w="6191">
            <a:solidFill>
              <a:srgbClr val="A9B8C2"/>
            </a:solidFill>
            <a:prstDash val="solid"/>
          </a:ln>
        </p:spPr>
      </p:cxnSp>
      <p:cxnSp>
        <p:nvCxnSpPr>
          <p:cNvPr id="151" name="">
            <a:extLst xmlns:a="http://schemas.openxmlformats.org/drawingml/2006/main">
              <a:ext uri="{FF2B5EF4-FFF2-40B4-BE49-F238E27FC236}">
                <a16:creationId xmlns:a16="http://schemas.microsoft.com/office/drawing/2014/main" id="{D4FC6832-74F3-46AA-8C44-492AF4EDCFCA}"/>
              </a:ext>
            </a:extLst>
          </p:cNvPr>
          <p:cNvCxnSpPr/>
          <p:nvPr/>
        </p:nvCxnSpPr>
        <p:spPr>
          <a:xfrm xmlns:a="http://schemas.openxmlformats.org/drawingml/2006/main" flipH="1" flipV="0">
            <a:off x="1751344" y="3270131"/>
            <a:ext cx="52039" cy="134007"/>
          </a:xfrm>
          <a:prstGeom xmlns:a="http://schemas.openxmlformats.org/drawingml/2006/main" prst="straightConnector1">
            <a:avLst/>
          </a:prstGeom>
          <a:ln xmlns:a="http://schemas.openxmlformats.org/drawingml/2006/main" w="6191">
            <a:solidFill>
              <a:srgbClr val="A9B8C2"/>
            </a:solidFill>
            <a:prstDash val="solid"/>
          </a:ln>
        </p:spPr>
      </p:cxnSp>
      <p:cxnSp>
        <p:nvCxnSpPr>
          <p:cNvPr id="152" name="">
            <a:extLst xmlns:a="http://schemas.openxmlformats.org/drawingml/2006/main">
              <a:ext uri="{FF2B5EF4-FFF2-40B4-BE49-F238E27FC236}">
                <a16:creationId xmlns:a16="http://schemas.microsoft.com/office/drawing/2014/main" id="{9A185FD3-7CCE-4531-8E9A-A5DCB9317A6E}"/>
              </a:ext>
            </a:extLst>
          </p:cNvPr>
          <p:cNvCxnSpPr/>
          <p:nvPr/>
        </p:nvCxnSpPr>
        <p:spPr>
          <a:xfrm xmlns:a="http://schemas.openxmlformats.org/drawingml/2006/main" flipH="1" flipV="0">
            <a:off x="1732906" y="3404137"/>
            <a:ext cx="18439" cy="48363"/>
          </a:xfrm>
          <a:prstGeom xmlns:a="http://schemas.openxmlformats.org/drawingml/2006/main" prst="straightConnector1">
            <a:avLst/>
          </a:prstGeom>
          <a:ln xmlns:a="http://schemas.openxmlformats.org/drawingml/2006/main" w="6191">
            <a:solidFill>
              <a:srgbClr val="A9B8C2"/>
            </a:solidFill>
            <a:prstDash val="solid"/>
          </a:ln>
        </p:spPr>
      </p:cxnSp>
      <p:cxnSp>
        <p:nvCxnSpPr>
          <p:cNvPr id="153" name="">
            <a:extLst xmlns:a="http://schemas.openxmlformats.org/drawingml/2006/main">
              <a:ext uri="{FF2B5EF4-FFF2-40B4-BE49-F238E27FC236}">
                <a16:creationId xmlns:a16="http://schemas.microsoft.com/office/drawing/2014/main" id="{2B763352-772B-4DAF-B7B8-F15A1AC20008}"/>
              </a:ext>
            </a:extLst>
          </p:cNvPr>
          <p:cNvCxnSpPr/>
          <p:nvPr/>
        </p:nvCxnSpPr>
        <p:spPr>
          <a:xfrm xmlns:a="http://schemas.openxmlformats.org/drawingml/2006/main" flipH="0" flipV="0">
            <a:off x="1732906" y="3452501"/>
            <a:ext cx="53905" cy="18136"/>
          </a:xfrm>
          <a:prstGeom xmlns:a="http://schemas.openxmlformats.org/drawingml/2006/main" prst="straightConnector1">
            <a:avLst/>
          </a:prstGeom>
          <a:ln xmlns:a="http://schemas.openxmlformats.org/drawingml/2006/main" w="6191">
            <a:solidFill>
              <a:srgbClr val="A9B8C2"/>
            </a:solidFill>
            <a:prstDash val="solid"/>
          </a:ln>
        </p:spPr>
      </p:cxnSp>
      <p:cxnSp>
        <p:nvCxnSpPr>
          <p:cNvPr id="154" name="">
            <a:extLst xmlns:a="http://schemas.openxmlformats.org/drawingml/2006/main">
              <a:ext uri="{FF2B5EF4-FFF2-40B4-BE49-F238E27FC236}">
                <a16:creationId xmlns:a16="http://schemas.microsoft.com/office/drawing/2014/main" id="{B5304DFE-8407-4D5B-8856-503B552E6249}"/>
              </a:ext>
            </a:extLst>
          </p:cNvPr>
          <p:cNvCxnSpPr/>
          <p:nvPr/>
        </p:nvCxnSpPr>
        <p:spPr>
          <a:xfrm xmlns:a="http://schemas.openxmlformats.org/drawingml/2006/main" flipH="0" flipV="0">
            <a:off x="1786810" y="3470637"/>
            <a:ext cx="32089" cy="32645"/>
          </a:xfrm>
          <a:prstGeom xmlns:a="http://schemas.openxmlformats.org/drawingml/2006/main" prst="straightConnector1">
            <a:avLst/>
          </a:prstGeom>
          <a:ln xmlns:a="http://schemas.openxmlformats.org/drawingml/2006/main" w="6191">
            <a:solidFill>
              <a:srgbClr val="A9B8C2"/>
            </a:solidFill>
            <a:prstDash val="solid"/>
          </a:ln>
        </p:spPr>
      </p:cxnSp>
      <p:cxnSp>
        <p:nvCxnSpPr>
          <p:cNvPr id="155" name="">
            <a:extLst xmlns:a="http://schemas.openxmlformats.org/drawingml/2006/main">
              <a:ext uri="{FF2B5EF4-FFF2-40B4-BE49-F238E27FC236}">
                <a16:creationId xmlns:a16="http://schemas.microsoft.com/office/drawing/2014/main" id="{327B2FF8-9FF4-4762-84B6-652813D29CA1}"/>
              </a:ext>
            </a:extLst>
          </p:cNvPr>
          <p:cNvCxnSpPr/>
          <p:nvPr/>
        </p:nvCxnSpPr>
        <p:spPr>
          <a:xfrm xmlns:a="http://schemas.openxmlformats.org/drawingml/2006/main" flipH="0" flipV="0">
            <a:off x="1818899" y="3503282"/>
            <a:ext cx="206753" cy="86852"/>
          </a:xfrm>
          <a:prstGeom xmlns:a="http://schemas.openxmlformats.org/drawingml/2006/main" prst="straightConnector1">
            <a:avLst/>
          </a:prstGeom>
          <a:ln xmlns:a="http://schemas.openxmlformats.org/drawingml/2006/main" w="6191">
            <a:solidFill>
              <a:srgbClr val="A9B8C2"/>
            </a:solidFill>
            <a:prstDash val="solid"/>
          </a:ln>
        </p:spPr>
      </p:cxnSp>
      <p:cxnSp>
        <p:nvCxnSpPr>
          <p:cNvPr id="156" name="">
            <a:extLst xmlns:a="http://schemas.openxmlformats.org/drawingml/2006/main">
              <a:ext uri="{FF2B5EF4-FFF2-40B4-BE49-F238E27FC236}">
                <a16:creationId xmlns:a16="http://schemas.microsoft.com/office/drawing/2014/main" id="{85160CC2-7659-454B-A4B0-11499DEED419}"/>
              </a:ext>
            </a:extLst>
          </p:cNvPr>
          <p:cNvCxnSpPr/>
          <p:nvPr/>
        </p:nvCxnSpPr>
        <p:spPr>
          <a:xfrm xmlns:a="http://schemas.openxmlformats.org/drawingml/2006/main" flipH="0" flipV="0">
            <a:off x="2025653" y="3590135"/>
            <a:ext cx="101563" cy="42519"/>
          </a:xfrm>
          <a:prstGeom xmlns:a="http://schemas.openxmlformats.org/drawingml/2006/main" prst="straightConnector1">
            <a:avLst/>
          </a:prstGeom>
          <a:ln xmlns:a="http://schemas.openxmlformats.org/drawingml/2006/main" w="6191">
            <a:solidFill>
              <a:srgbClr val="A9B8C2"/>
            </a:solidFill>
            <a:prstDash val="solid"/>
          </a:ln>
        </p:spPr>
      </p:cxnSp>
      <p:cxnSp>
        <p:nvCxnSpPr>
          <p:cNvPr id="157" name="">
            <a:extLst xmlns:a="http://schemas.openxmlformats.org/drawingml/2006/main">
              <a:ext uri="{FF2B5EF4-FFF2-40B4-BE49-F238E27FC236}">
                <a16:creationId xmlns:a16="http://schemas.microsoft.com/office/drawing/2014/main" id="{7C4DA9D7-6983-4F91-ADAE-0D55DD7E25E4}"/>
              </a:ext>
            </a:extLst>
          </p:cNvPr>
          <p:cNvCxnSpPr/>
          <p:nvPr/>
        </p:nvCxnSpPr>
        <p:spPr>
          <a:xfrm xmlns:a="http://schemas.openxmlformats.org/drawingml/2006/main" flipH="0" flipV="1">
            <a:off x="2683494" y="3689884"/>
            <a:ext cx="758" cy="127357"/>
          </a:xfrm>
          <a:prstGeom xmlns:a="http://schemas.openxmlformats.org/drawingml/2006/main" prst="straightConnector1">
            <a:avLst/>
          </a:prstGeom>
          <a:ln xmlns:a="http://schemas.openxmlformats.org/drawingml/2006/main" w="6191">
            <a:solidFill>
              <a:srgbClr val="A9B8C2"/>
            </a:solidFill>
            <a:prstDash val="solid"/>
          </a:ln>
        </p:spPr>
      </p:cxnSp>
      <p:cxnSp>
        <p:nvCxnSpPr>
          <p:cNvPr id="158" name="">
            <a:extLst xmlns:a="http://schemas.openxmlformats.org/drawingml/2006/main">
              <a:ext uri="{FF2B5EF4-FFF2-40B4-BE49-F238E27FC236}">
                <a16:creationId xmlns:a16="http://schemas.microsoft.com/office/drawing/2014/main" id="{D120006D-CD56-4E89-8247-DCA12621D9B8}"/>
              </a:ext>
            </a:extLst>
          </p:cNvPr>
          <p:cNvCxnSpPr/>
          <p:nvPr/>
        </p:nvCxnSpPr>
        <p:spPr>
          <a:xfrm xmlns:a="http://schemas.openxmlformats.org/drawingml/2006/main" flipH="0" flipV="1">
            <a:off x="2684252" y="3575223"/>
            <a:ext cx="2317" cy="114661"/>
          </a:xfrm>
          <a:prstGeom xmlns:a="http://schemas.openxmlformats.org/drawingml/2006/main" prst="straightConnector1">
            <a:avLst/>
          </a:prstGeom>
          <a:ln xmlns:a="http://schemas.openxmlformats.org/drawingml/2006/main" w="6191">
            <a:solidFill>
              <a:srgbClr val="A9B8C2"/>
            </a:solidFill>
            <a:prstDash val="solid"/>
          </a:ln>
        </p:spPr>
      </p:cxnSp>
      <p:cxnSp>
        <p:nvCxnSpPr>
          <p:cNvPr id="159" name="">
            <a:extLst xmlns:a="http://schemas.openxmlformats.org/drawingml/2006/main">
              <a:ext uri="{FF2B5EF4-FFF2-40B4-BE49-F238E27FC236}">
                <a16:creationId xmlns:a16="http://schemas.microsoft.com/office/drawing/2014/main" id="{55C0E239-CA2C-4B98-9F99-6FA3C6B1D738}"/>
              </a:ext>
            </a:extLst>
          </p:cNvPr>
          <p:cNvCxnSpPr/>
          <p:nvPr/>
        </p:nvCxnSpPr>
        <p:spPr>
          <a:xfrm xmlns:a="http://schemas.openxmlformats.org/drawingml/2006/main" flipH="0" flipV="1">
            <a:off x="2686569" y="3538144"/>
            <a:ext cx="13449" cy="37079"/>
          </a:xfrm>
          <a:prstGeom xmlns:a="http://schemas.openxmlformats.org/drawingml/2006/main" prst="straightConnector1">
            <a:avLst/>
          </a:prstGeom>
          <a:ln xmlns:a="http://schemas.openxmlformats.org/drawingml/2006/main" w="6191">
            <a:solidFill>
              <a:srgbClr val="A9B8C2"/>
            </a:solidFill>
            <a:prstDash val="solid"/>
          </a:ln>
        </p:spPr>
      </p:cxnSp>
      <p:cxnSp>
        <p:nvCxnSpPr>
          <p:cNvPr id="160" name="">
            <a:extLst xmlns:a="http://schemas.openxmlformats.org/drawingml/2006/main">
              <a:ext uri="{FF2B5EF4-FFF2-40B4-BE49-F238E27FC236}">
                <a16:creationId xmlns:a16="http://schemas.microsoft.com/office/drawing/2014/main" id="{A9782228-B95E-4463-B8A8-A9410970350A}"/>
              </a:ext>
            </a:extLst>
          </p:cNvPr>
          <p:cNvCxnSpPr/>
          <p:nvPr/>
        </p:nvCxnSpPr>
        <p:spPr>
          <a:xfrm xmlns:a="http://schemas.openxmlformats.org/drawingml/2006/main" flipH="1" flipV="1">
            <a:off x="2654529" y="3433357"/>
            <a:ext cx="49572" cy="93502"/>
          </a:xfrm>
          <a:prstGeom xmlns:a="http://schemas.openxmlformats.org/drawingml/2006/main" prst="straightConnector1">
            <a:avLst/>
          </a:prstGeom>
          <a:ln xmlns:a="http://schemas.openxmlformats.org/drawingml/2006/main" w="6191">
            <a:solidFill>
              <a:srgbClr val="A9B8C2"/>
            </a:solidFill>
            <a:prstDash val="solid"/>
          </a:ln>
        </p:spPr>
      </p:cxnSp>
      <p:cxnSp>
        <p:nvCxnSpPr>
          <p:cNvPr id="161" name="">
            <a:extLst xmlns:a="http://schemas.openxmlformats.org/drawingml/2006/main">
              <a:ext uri="{FF2B5EF4-FFF2-40B4-BE49-F238E27FC236}">
                <a16:creationId xmlns:a16="http://schemas.microsoft.com/office/drawing/2014/main" id="{1353BB49-62E4-448B-A7CD-492E66E399E8}"/>
              </a:ext>
            </a:extLst>
          </p:cNvPr>
          <p:cNvCxnSpPr/>
          <p:nvPr/>
        </p:nvCxnSpPr>
        <p:spPr>
          <a:xfrm xmlns:a="http://schemas.openxmlformats.org/drawingml/2006/main" flipH="0" flipV="1">
            <a:off x="2654529" y="3358797"/>
            <a:ext cx="245847" cy="74560"/>
          </a:xfrm>
          <a:prstGeom xmlns:a="http://schemas.openxmlformats.org/drawingml/2006/main" prst="straightConnector1">
            <a:avLst/>
          </a:prstGeom>
          <a:ln xmlns:a="http://schemas.openxmlformats.org/drawingml/2006/main" w="6191">
            <a:solidFill>
              <a:srgbClr val="A9B8C2"/>
            </a:solidFill>
            <a:prstDash val="solid"/>
          </a:ln>
        </p:spPr>
      </p:cxnSp>
      <p:cxnSp>
        <p:nvCxnSpPr>
          <p:cNvPr id="162" name="">
            <a:extLst xmlns:a="http://schemas.openxmlformats.org/drawingml/2006/main">
              <a:ext uri="{FF2B5EF4-FFF2-40B4-BE49-F238E27FC236}">
                <a16:creationId xmlns:a16="http://schemas.microsoft.com/office/drawing/2014/main" id="{4CD6EB81-A8A2-4A1B-9026-6B67EA1D8450}"/>
              </a:ext>
            </a:extLst>
          </p:cNvPr>
          <p:cNvCxnSpPr/>
          <p:nvPr/>
        </p:nvCxnSpPr>
        <p:spPr>
          <a:xfrm xmlns:a="http://schemas.openxmlformats.org/drawingml/2006/main" flipH="0" flipV="0">
            <a:off x="2900376" y="3358797"/>
            <a:ext cx="168010" cy="0"/>
          </a:xfrm>
          <a:prstGeom xmlns:a="http://schemas.openxmlformats.org/drawingml/2006/main" prst="straightConnector1">
            <a:avLst/>
          </a:prstGeom>
          <a:ln xmlns:a="http://schemas.openxmlformats.org/drawingml/2006/main" w="6191">
            <a:solidFill>
              <a:srgbClr val="A9B8C2"/>
            </a:solidFill>
            <a:prstDash val="solid"/>
          </a:ln>
        </p:spPr>
      </p:cxnSp>
      <p:cxnSp>
        <p:nvCxnSpPr>
          <p:cNvPr id="163" name="">
            <a:extLst xmlns:a="http://schemas.openxmlformats.org/drawingml/2006/main">
              <a:ext uri="{FF2B5EF4-FFF2-40B4-BE49-F238E27FC236}">
                <a16:creationId xmlns:a16="http://schemas.microsoft.com/office/drawing/2014/main" id="{EEF1FA60-D396-4808-B4B5-C99BBD8E484D}"/>
              </a:ext>
            </a:extLst>
          </p:cNvPr>
          <p:cNvCxnSpPr/>
          <p:nvPr/>
        </p:nvCxnSpPr>
        <p:spPr>
          <a:xfrm xmlns:a="http://schemas.openxmlformats.org/drawingml/2006/main" flipH="0" flipV="0">
            <a:off x="3068386" y="3358797"/>
            <a:ext cx="29675" cy="39497"/>
          </a:xfrm>
          <a:prstGeom xmlns:a="http://schemas.openxmlformats.org/drawingml/2006/main" prst="straightConnector1">
            <a:avLst/>
          </a:prstGeom>
          <a:ln xmlns:a="http://schemas.openxmlformats.org/drawingml/2006/main" w="6191">
            <a:solidFill>
              <a:srgbClr val="A9B8C2"/>
            </a:solidFill>
            <a:prstDash val="solid"/>
          </a:ln>
        </p:spPr>
      </p:cxnSp>
      <p:cxnSp>
        <p:nvCxnSpPr>
          <p:cNvPr id="164" name="">
            <a:extLst xmlns:a="http://schemas.openxmlformats.org/drawingml/2006/main">
              <a:ext uri="{FF2B5EF4-FFF2-40B4-BE49-F238E27FC236}">
                <a16:creationId xmlns:a16="http://schemas.microsoft.com/office/drawing/2014/main" id="{05BBAC60-AD8E-4732-9B55-C4FD4A1BE111}"/>
              </a:ext>
            </a:extLst>
          </p:cNvPr>
          <p:cNvCxnSpPr/>
          <p:nvPr/>
        </p:nvCxnSpPr>
        <p:spPr>
          <a:xfrm xmlns:a="http://schemas.openxmlformats.org/drawingml/2006/main" flipH="1" flipV="0">
            <a:off x="2700018" y="3526859"/>
            <a:ext cx="4083" cy="11285"/>
          </a:xfrm>
          <a:prstGeom xmlns:a="http://schemas.openxmlformats.org/drawingml/2006/main" prst="straightConnector1">
            <a:avLst/>
          </a:prstGeom>
          <a:ln xmlns:a="http://schemas.openxmlformats.org/drawingml/2006/main" w="6191">
            <a:solidFill>
              <a:srgbClr val="A9B8C2"/>
            </a:solidFill>
            <a:prstDash val="solid"/>
          </a:ln>
        </p:spPr>
      </p:cxnSp>
      <p:cxnSp>
        <p:nvCxnSpPr>
          <p:cNvPr id="165" name="">
            <a:extLst xmlns:a="http://schemas.openxmlformats.org/drawingml/2006/main">
              <a:ext uri="{FF2B5EF4-FFF2-40B4-BE49-F238E27FC236}">
                <a16:creationId xmlns:a16="http://schemas.microsoft.com/office/drawing/2014/main" id="{976B8950-B658-486B-991B-39704687E883}"/>
              </a:ext>
            </a:extLst>
          </p:cNvPr>
          <p:cNvCxnSpPr/>
          <p:nvPr/>
        </p:nvCxnSpPr>
        <p:spPr>
          <a:xfrm xmlns:a="http://schemas.openxmlformats.org/drawingml/2006/main" flipH="0" flipV="0">
            <a:off x="2683494" y="3817241"/>
            <a:ext cx="907" cy="13501"/>
          </a:xfrm>
          <a:prstGeom xmlns:a="http://schemas.openxmlformats.org/drawingml/2006/main" prst="straightConnector1">
            <a:avLst/>
          </a:prstGeom>
          <a:ln xmlns:a="http://schemas.openxmlformats.org/drawingml/2006/main" w="6191">
            <a:solidFill>
              <a:srgbClr val="A9B8C2"/>
            </a:solidFill>
            <a:prstDash val="solid"/>
          </a:ln>
        </p:spPr>
      </p:cxnSp>
      <p:cxnSp>
        <p:nvCxnSpPr>
          <p:cNvPr id="166" name="">
            <a:extLst xmlns:a="http://schemas.openxmlformats.org/drawingml/2006/main">
              <a:ext uri="{FF2B5EF4-FFF2-40B4-BE49-F238E27FC236}">
                <a16:creationId xmlns:a16="http://schemas.microsoft.com/office/drawing/2014/main" id="{94B5C558-1731-48EF-8C15-C0F023239DA6}"/>
              </a:ext>
            </a:extLst>
          </p:cNvPr>
          <p:cNvCxnSpPr/>
          <p:nvPr/>
        </p:nvCxnSpPr>
        <p:spPr>
          <a:xfrm xmlns:a="http://schemas.openxmlformats.org/drawingml/2006/main" flipH="0" flipV="0">
            <a:off x="2684401" y="3830742"/>
            <a:ext cx="144941" cy="46953"/>
          </a:xfrm>
          <a:prstGeom xmlns:a="http://schemas.openxmlformats.org/drawingml/2006/main" prst="straightConnector1">
            <a:avLst/>
          </a:prstGeom>
          <a:ln xmlns:a="http://schemas.openxmlformats.org/drawingml/2006/main" w="6191">
            <a:solidFill>
              <a:srgbClr val="A9B8C2"/>
            </a:solidFill>
            <a:prstDash val="solid"/>
          </a:ln>
        </p:spPr>
      </p:cxnSp>
      <p:cxnSp>
        <p:nvCxnSpPr>
          <p:cNvPr id="167" name="">
            <a:extLst xmlns:a="http://schemas.openxmlformats.org/drawingml/2006/main">
              <a:ext uri="{FF2B5EF4-FFF2-40B4-BE49-F238E27FC236}">
                <a16:creationId xmlns:a16="http://schemas.microsoft.com/office/drawing/2014/main" id="{7A4113C0-F404-4161-B725-9DC1B1C049A2}"/>
              </a:ext>
            </a:extLst>
          </p:cNvPr>
          <p:cNvCxnSpPr/>
          <p:nvPr/>
        </p:nvCxnSpPr>
        <p:spPr>
          <a:xfrm xmlns:a="http://schemas.openxmlformats.org/drawingml/2006/main" flipH="0" flipV="0">
            <a:off x="2829342" y="3877695"/>
            <a:ext cx="239801" cy="84233"/>
          </a:xfrm>
          <a:prstGeom xmlns:a="http://schemas.openxmlformats.org/drawingml/2006/main" prst="straightConnector1">
            <a:avLst/>
          </a:prstGeom>
          <a:ln xmlns:a="http://schemas.openxmlformats.org/drawingml/2006/main" w="6191">
            <a:solidFill>
              <a:srgbClr val="A9B8C2"/>
            </a:solidFill>
            <a:prstDash val="solid"/>
          </a:ln>
        </p:spPr>
      </p:cxnSp>
      <p:cxnSp>
        <p:nvCxnSpPr>
          <p:cNvPr id="168" name="">
            <a:extLst xmlns:a="http://schemas.openxmlformats.org/drawingml/2006/main">
              <a:ext uri="{FF2B5EF4-FFF2-40B4-BE49-F238E27FC236}">
                <a16:creationId xmlns:a16="http://schemas.microsoft.com/office/drawing/2014/main" id="{B3209624-3E57-4C66-B9E5-82409319A352}"/>
              </a:ext>
            </a:extLst>
          </p:cNvPr>
          <p:cNvCxnSpPr/>
          <p:nvPr/>
        </p:nvCxnSpPr>
        <p:spPr>
          <a:xfrm xmlns:a="http://schemas.openxmlformats.org/drawingml/2006/main" flipH="0" flipV="1">
            <a:off x="3069143" y="3910945"/>
            <a:ext cx="16826" cy="50983"/>
          </a:xfrm>
          <a:prstGeom xmlns:a="http://schemas.openxmlformats.org/drawingml/2006/main" prst="straightConnector1">
            <a:avLst/>
          </a:prstGeom>
          <a:ln xmlns:a="http://schemas.openxmlformats.org/drawingml/2006/main" w="6191">
            <a:solidFill>
              <a:srgbClr val="A9B8C2"/>
            </a:solidFill>
            <a:prstDash val="solid"/>
          </a:ln>
        </p:spPr>
      </p:cxnSp>
      <p:cxnSp>
        <p:nvCxnSpPr>
          <p:cNvPr id="169" name="">
            <a:extLst xmlns:a="http://schemas.openxmlformats.org/drawingml/2006/main">
              <a:ext uri="{FF2B5EF4-FFF2-40B4-BE49-F238E27FC236}">
                <a16:creationId xmlns:a16="http://schemas.microsoft.com/office/drawing/2014/main" id="{2BD170C1-5E45-40F3-AFE0-BFC9169DD815}"/>
              </a:ext>
            </a:extLst>
          </p:cNvPr>
          <p:cNvCxnSpPr/>
          <p:nvPr/>
        </p:nvCxnSpPr>
        <p:spPr>
          <a:xfrm xmlns:a="http://schemas.openxmlformats.org/drawingml/2006/main" flipH="0" flipV="1">
            <a:off x="3085970" y="3789835"/>
            <a:ext cx="70832" cy="121110"/>
          </a:xfrm>
          <a:prstGeom xmlns:a="http://schemas.openxmlformats.org/drawingml/2006/main" prst="straightConnector1">
            <a:avLst/>
          </a:prstGeom>
          <a:ln xmlns:a="http://schemas.openxmlformats.org/drawingml/2006/main" w="6191">
            <a:solidFill>
              <a:srgbClr val="A9B8C2"/>
            </a:solidFill>
            <a:prstDash val="solid"/>
          </a:ln>
        </p:spPr>
      </p:cxnSp>
      <p:cxnSp>
        <p:nvCxnSpPr>
          <p:cNvPr id="170" name="">
            <a:extLst xmlns:a="http://schemas.openxmlformats.org/drawingml/2006/main">
              <a:ext uri="{FF2B5EF4-FFF2-40B4-BE49-F238E27FC236}">
                <a16:creationId xmlns:a16="http://schemas.microsoft.com/office/drawing/2014/main" id="{A691659B-93FF-4C01-A64F-442FB1B4424E}"/>
              </a:ext>
            </a:extLst>
          </p:cNvPr>
          <p:cNvCxnSpPr/>
          <p:nvPr/>
        </p:nvCxnSpPr>
        <p:spPr>
          <a:xfrm xmlns:a="http://schemas.openxmlformats.org/drawingml/2006/main" flipH="0" flipV="1">
            <a:off x="3156802" y="3688675"/>
            <a:ext cx="60958" cy="101160"/>
          </a:xfrm>
          <a:prstGeom xmlns:a="http://schemas.openxmlformats.org/drawingml/2006/main" prst="straightConnector1">
            <a:avLst/>
          </a:prstGeom>
          <a:ln xmlns:a="http://schemas.openxmlformats.org/drawingml/2006/main" w="6191">
            <a:solidFill>
              <a:srgbClr val="A9B8C2"/>
            </a:solidFill>
            <a:prstDash val="solid"/>
          </a:ln>
        </p:spPr>
      </p:cxnSp>
      <p:cxnSp>
        <p:nvCxnSpPr>
          <p:cNvPr id="171" name="">
            <a:extLst xmlns:a="http://schemas.openxmlformats.org/drawingml/2006/main">
              <a:ext uri="{FF2B5EF4-FFF2-40B4-BE49-F238E27FC236}">
                <a16:creationId xmlns:a16="http://schemas.microsoft.com/office/drawing/2014/main" id="{0F9D5A39-6103-4309-95B0-90D7966B1202}"/>
              </a:ext>
            </a:extLst>
          </p:cNvPr>
          <p:cNvCxnSpPr/>
          <p:nvPr/>
        </p:nvCxnSpPr>
        <p:spPr>
          <a:xfrm xmlns:a="http://schemas.openxmlformats.org/drawingml/2006/main" flipH="0" flipV="1">
            <a:off x="3217760" y="3521217"/>
            <a:ext cx="104130" cy="167458"/>
          </a:xfrm>
          <a:prstGeom xmlns:a="http://schemas.openxmlformats.org/drawingml/2006/main" prst="straightConnector1">
            <a:avLst/>
          </a:prstGeom>
          <a:ln xmlns:a="http://schemas.openxmlformats.org/drawingml/2006/main" w="6191">
            <a:solidFill>
              <a:srgbClr val="A9B8C2"/>
            </a:solidFill>
            <a:prstDash val="solid"/>
          </a:ln>
        </p:spPr>
      </p:cxnSp>
      <p:cxnSp>
        <p:nvCxnSpPr>
          <p:cNvPr id="172" name="">
            <a:extLst xmlns:a="http://schemas.openxmlformats.org/drawingml/2006/main">
              <a:ext uri="{FF2B5EF4-FFF2-40B4-BE49-F238E27FC236}">
                <a16:creationId xmlns:a16="http://schemas.microsoft.com/office/drawing/2014/main" id="{D7244928-A88A-4247-93D7-EB1966C361A0}"/>
              </a:ext>
            </a:extLst>
          </p:cNvPr>
          <p:cNvCxnSpPr/>
          <p:nvPr/>
        </p:nvCxnSpPr>
        <p:spPr>
          <a:xfrm xmlns:a="http://schemas.openxmlformats.org/drawingml/2006/main" flipH="0" flipV="1">
            <a:off x="3203601" y="3714267"/>
            <a:ext cx="55719" cy="102772"/>
          </a:xfrm>
          <a:prstGeom xmlns:a="http://schemas.openxmlformats.org/drawingml/2006/main" prst="straightConnector1">
            <a:avLst/>
          </a:prstGeom>
          <a:ln xmlns:a="http://schemas.openxmlformats.org/drawingml/2006/main" w="6191">
            <a:solidFill>
              <a:srgbClr val="A9B8C2"/>
            </a:solidFill>
            <a:prstDash val="solid"/>
          </a:ln>
        </p:spPr>
      </p:cxnSp>
      <p:cxnSp>
        <p:nvCxnSpPr>
          <p:cNvPr id="173" name="">
            <a:extLst xmlns:a="http://schemas.openxmlformats.org/drawingml/2006/main">
              <a:ext uri="{FF2B5EF4-FFF2-40B4-BE49-F238E27FC236}">
                <a16:creationId xmlns:a16="http://schemas.microsoft.com/office/drawing/2014/main" id="{9B27AE13-F3C7-4F72-BB9F-4FC1C7568C2D}"/>
              </a:ext>
            </a:extLst>
          </p:cNvPr>
          <p:cNvCxnSpPr/>
          <p:nvPr/>
        </p:nvCxnSpPr>
        <p:spPr>
          <a:xfrm xmlns:a="http://schemas.openxmlformats.org/drawingml/2006/main" flipH="0" flipV="1">
            <a:off x="3259320" y="3543182"/>
            <a:ext cx="96174" cy="171085"/>
          </a:xfrm>
          <a:prstGeom xmlns:a="http://schemas.openxmlformats.org/drawingml/2006/main" prst="straightConnector1">
            <a:avLst/>
          </a:prstGeom>
          <a:ln xmlns:a="http://schemas.openxmlformats.org/drawingml/2006/main" w="6191">
            <a:solidFill>
              <a:srgbClr val="A9B8C2"/>
            </a:solidFill>
            <a:prstDash val="solid"/>
          </a:ln>
        </p:spPr>
      </p:cxnSp>
      <p:cxnSp>
        <p:nvCxnSpPr>
          <p:cNvPr id="174" name="">
            <a:extLst xmlns:a="http://schemas.openxmlformats.org/drawingml/2006/main">
              <a:ext uri="{FF2B5EF4-FFF2-40B4-BE49-F238E27FC236}">
                <a16:creationId xmlns:a16="http://schemas.microsoft.com/office/drawing/2014/main" id="{F4A40E5B-4BED-4129-BB2B-661F2C82EE3E}"/>
              </a:ext>
            </a:extLst>
          </p:cNvPr>
          <p:cNvCxnSpPr/>
          <p:nvPr/>
        </p:nvCxnSpPr>
        <p:spPr>
          <a:xfrm xmlns:a="http://schemas.openxmlformats.org/drawingml/2006/main" flipH="0" flipV="0">
            <a:off x="3005110" y="3710035"/>
            <a:ext cx="93704" cy="48162"/>
          </a:xfrm>
          <a:prstGeom xmlns:a="http://schemas.openxmlformats.org/drawingml/2006/main" prst="straightConnector1">
            <a:avLst/>
          </a:prstGeom>
          <a:ln xmlns:a="http://schemas.openxmlformats.org/drawingml/2006/main" w="6191">
            <a:solidFill>
              <a:srgbClr val="A9B8C2"/>
            </a:solidFill>
            <a:prstDash val="solid"/>
          </a:ln>
        </p:spPr>
      </p:cxnSp>
      <p:cxnSp>
        <p:nvCxnSpPr>
          <p:cNvPr id="175" name="">
            <a:extLst xmlns:a="http://schemas.openxmlformats.org/drawingml/2006/main">
              <a:ext uri="{FF2B5EF4-FFF2-40B4-BE49-F238E27FC236}">
                <a16:creationId xmlns:a16="http://schemas.microsoft.com/office/drawing/2014/main" id="{5E583084-AFEF-4039-ACA5-D268B8DF012B}"/>
              </a:ext>
            </a:extLst>
          </p:cNvPr>
          <p:cNvCxnSpPr/>
          <p:nvPr/>
        </p:nvCxnSpPr>
        <p:spPr>
          <a:xfrm xmlns:a="http://schemas.openxmlformats.org/drawingml/2006/main" flipH="0" flipV="0">
            <a:off x="3098814" y="3758197"/>
            <a:ext cx="57988" cy="31638"/>
          </a:xfrm>
          <a:prstGeom xmlns:a="http://schemas.openxmlformats.org/drawingml/2006/main" prst="straightConnector1">
            <a:avLst/>
          </a:prstGeom>
          <a:ln xmlns:a="http://schemas.openxmlformats.org/drawingml/2006/main" w="6191">
            <a:solidFill>
              <a:srgbClr val="A9B8C2"/>
            </a:solidFill>
            <a:prstDash val="solid"/>
          </a:ln>
        </p:spPr>
      </p:cxnSp>
      <p:cxnSp>
        <p:nvCxnSpPr>
          <p:cNvPr id="176" name="">
            <a:extLst xmlns:a="http://schemas.openxmlformats.org/drawingml/2006/main">
              <a:ext uri="{FF2B5EF4-FFF2-40B4-BE49-F238E27FC236}">
                <a16:creationId xmlns:a16="http://schemas.microsoft.com/office/drawing/2014/main" id="{DC2CB9AD-6225-4844-BD3E-13687F399853}"/>
              </a:ext>
            </a:extLst>
          </p:cNvPr>
          <p:cNvCxnSpPr/>
          <p:nvPr/>
        </p:nvCxnSpPr>
        <p:spPr>
          <a:xfrm xmlns:a="http://schemas.openxmlformats.org/drawingml/2006/main" flipH="0" flipV="0">
            <a:off x="3134031" y="3369880"/>
            <a:ext cx="132745" cy="108011"/>
          </a:xfrm>
          <a:prstGeom xmlns:a="http://schemas.openxmlformats.org/drawingml/2006/main" prst="straightConnector1">
            <a:avLst/>
          </a:prstGeom>
          <a:ln xmlns:a="http://schemas.openxmlformats.org/drawingml/2006/main" w="6191">
            <a:solidFill>
              <a:srgbClr val="A9B8C2"/>
            </a:solidFill>
            <a:prstDash val="solid"/>
          </a:ln>
        </p:spPr>
      </p:cxnSp>
      <p:cxnSp>
        <p:nvCxnSpPr>
          <p:cNvPr id="177" name="">
            <a:extLst xmlns:a="http://schemas.openxmlformats.org/drawingml/2006/main">
              <a:ext uri="{FF2B5EF4-FFF2-40B4-BE49-F238E27FC236}">
                <a16:creationId xmlns:a16="http://schemas.microsoft.com/office/drawing/2014/main" id="{F48FC98A-26DC-40DE-BDFD-1CE17288265E}"/>
              </a:ext>
            </a:extLst>
          </p:cNvPr>
          <p:cNvCxnSpPr/>
          <p:nvPr/>
        </p:nvCxnSpPr>
        <p:spPr>
          <a:xfrm xmlns:a="http://schemas.openxmlformats.org/drawingml/2006/main" flipH="0" flipV="0">
            <a:off x="3266776" y="3477891"/>
            <a:ext cx="55114" cy="43325"/>
          </a:xfrm>
          <a:prstGeom xmlns:a="http://schemas.openxmlformats.org/drawingml/2006/main" prst="straightConnector1">
            <a:avLst/>
          </a:prstGeom>
          <a:ln xmlns:a="http://schemas.openxmlformats.org/drawingml/2006/main" w="6191">
            <a:solidFill>
              <a:srgbClr val="A9B8C2"/>
            </a:solidFill>
            <a:prstDash val="solid"/>
          </a:ln>
        </p:spPr>
      </p:cxnSp>
      <p:cxnSp>
        <p:nvCxnSpPr>
          <p:cNvPr id="178" name="">
            <a:extLst xmlns:a="http://schemas.openxmlformats.org/drawingml/2006/main">
              <a:ext uri="{FF2B5EF4-FFF2-40B4-BE49-F238E27FC236}">
                <a16:creationId xmlns:a16="http://schemas.microsoft.com/office/drawing/2014/main" id="{6F03214B-864A-4476-B11F-D173F6DF7C79}"/>
              </a:ext>
            </a:extLst>
          </p:cNvPr>
          <p:cNvCxnSpPr/>
          <p:nvPr/>
        </p:nvCxnSpPr>
        <p:spPr>
          <a:xfrm xmlns:a="http://schemas.openxmlformats.org/drawingml/2006/main" flipH="0" flipV="0">
            <a:off x="3321890" y="3521217"/>
            <a:ext cx="33604" cy="21965"/>
          </a:xfrm>
          <a:prstGeom xmlns:a="http://schemas.openxmlformats.org/drawingml/2006/main" prst="straightConnector1">
            <a:avLst/>
          </a:prstGeom>
          <a:ln xmlns:a="http://schemas.openxmlformats.org/drawingml/2006/main" w="6191">
            <a:solidFill>
              <a:srgbClr val="A9B8C2"/>
            </a:solidFill>
            <a:prstDash val="solid"/>
          </a:ln>
        </p:spPr>
      </p:cxnSp>
      <p:cxnSp>
        <p:nvCxnSpPr>
          <p:cNvPr id="179" name="">
            <a:extLst xmlns:a="http://schemas.openxmlformats.org/drawingml/2006/main">
              <a:ext uri="{FF2B5EF4-FFF2-40B4-BE49-F238E27FC236}">
                <a16:creationId xmlns:a16="http://schemas.microsoft.com/office/drawing/2014/main" id="{A597DB02-E39F-49D0-8FCA-1EBA6FC5E27E}"/>
              </a:ext>
            </a:extLst>
          </p:cNvPr>
          <p:cNvCxnSpPr/>
          <p:nvPr/>
        </p:nvCxnSpPr>
        <p:spPr>
          <a:xfrm xmlns:a="http://schemas.openxmlformats.org/drawingml/2006/main" flipH="0" flipV="0">
            <a:off x="3355494" y="3543182"/>
            <a:ext cx="107657" cy="62268"/>
          </a:xfrm>
          <a:prstGeom xmlns:a="http://schemas.openxmlformats.org/drawingml/2006/main" prst="straightConnector1">
            <a:avLst/>
          </a:prstGeom>
          <a:ln xmlns:a="http://schemas.openxmlformats.org/drawingml/2006/main" w="6191">
            <a:solidFill>
              <a:srgbClr val="A9B8C2"/>
            </a:solidFill>
            <a:prstDash val="solid"/>
          </a:ln>
        </p:spPr>
      </p:cxnSp>
      <p:cxnSp>
        <p:nvCxnSpPr>
          <p:cNvPr id="180" name="">
            <a:extLst xmlns:a="http://schemas.openxmlformats.org/drawingml/2006/main">
              <a:ext uri="{FF2B5EF4-FFF2-40B4-BE49-F238E27FC236}">
                <a16:creationId xmlns:a16="http://schemas.microsoft.com/office/drawing/2014/main" id="{5F319A3B-8E08-4E3D-B80E-7C2BDE3326B3}"/>
              </a:ext>
            </a:extLst>
          </p:cNvPr>
          <p:cNvCxnSpPr/>
          <p:nvPr/>
        </p:nvCxnSpPr>
        <p:spPr>
          <a:xfrm xmlns:a="http://schemas.openxmlformats.org/drawingml/2006/main" flipH="0" flipV="1">
            <a:off x="2683494" y="3770288"/>
            <a:ext cx="104638" cy="46953"/>
          </a:xfrm>
          <a:prstGeom xmlns:a="http://schemas.openxmlformats.org/drawingml/2006/main" prst="straightConnector1">
            <a:avLst/>
          </a:prstGeom>
          <a:ln xmlns:a="http://schemas.openxmlformats.org/drawingml/2006/main" w="6191">
            <a:solidFill>
              <a:srgbClr val="A9B8C2"/>
            </a:solidFill>
            <a:prstDash val="solid"/>
          </a:ln>
        </p:spPr>
      </p:cxnSp>
      <p:cxnSp>
        <p:nvCxnSpPr>
          <p:cNvPr id="181" name="">
            <a:extLst xmlns:a="http://schemas.openxmlformats.org/drawingml/2006/main">
              <a:ext uri="{FF2B5EF4-FFF2-40B4-BE49-F238E27FC236}">
                <a16:creationId xmlns:a16="http://schemas.microsoft.com/office/drawing/2014/main" id="{040119FA-D09E-4A35-951E-AC0C313DC679}"/>
              </a:ext>
            </a:extLst>
          </p:cNvPr>
          <p:cNvCxnSpPr/>
          <p:nvPr/>
        </p:nvCxnSpPr>
        <p:spPr>
          <a:xfrm xmlns:a="http://schemas.openxmlformats.org/drawingml/2006/main" flipH="0" flipV="1">
            <a:off x="2788132" y="3719103"/>
            <a:ext cx="25088" cy="51184"/>
          </a:xfrm>
          <a:prstGeom xmlns:a="http://schemas.openxmlformats.org/drawingml/2006/main" prst="straightConnector1">
            <a:avLst/>
          </a:prstGeom>
          <a:ln xmlns:a="http://schemas.openxmlformats.org/drawingml/2006/main" w="6191">
            <a:solidFill>
              <a:srgbClr val="A9B8C2"/>
            </a:solidFill>
            <a:prstDash val="solid"/>
          </a:ln>
        </p:spPr>
      </p:cxnSp>
      <p:cxnSp>
        <p:nvCxnSpPr>
          <p:cNvPr id="182" name="">
            <a:extLst xmlns:a="http://schemas.openxmlformats.org/drawingml/2006/main">
              <a:ext uri="{FF2B5EF4-FFF2-40B4-BE49-F238E27FC236}">
                <a16:creationId xmlns:a16="http://schemas.microsoft.com/office/drawing/2014/main" id="{3130AEE8-87BA-49E8-9B15-966DE00D6547}"/>
              </a:ext>
            </a:extLst>
          </p:cNvPr>
          <p:cNvCxnSpPr/>
          <p:nvPr/>
        </p:nvCxnSpPr>
        <p:spPr>
          <a:xfrm xmlns:a="http://schemas.openxmlformats.org/drawingml/2006/main" flipH="0" flipV="1">
            <a:off x="2813221" y="3702781"/>
            <a:ext cx="16976" cy="16323"/>
          </a:xfrm>
          <a:prstGeom xmlns:a="http://schemas.openxmlformats.org/drawingml/2006/main" prst="straightConnector1">
            <a:avLst/>
          </a:prstGeom>
          <a:ln xmlns:a="http://schemas.openxmlformats.org/drawingml/2006/main" w="6191">
            <a:solidFill>
              <a:srgbClr val="A9B8C2"/>
            </a:solidFill>
            <a:prstDash val="solid"/>
          </a:ln>
        </p:spPr>
      </p:cxnSp>
      <p:cxnSp>
        <p:nvCxnSpPr>
          <p:cNvPr id="183" name="">
            <a:extLst xmlns:a="http://schemas.openxmlformats.org/drawingml/2006/main">
              <a:ext uri="{FF2B5EF4-FFF2-40B4-BE49-F238E27FC236}">
                <a16:creationId xmlns:a16="http://schemas.microsoft.com/office/drawing/2014/main" id="{810A6631-EB39-4230-8A32-ECE9DAD557DA}"/>
              </a:ext>
            </a:extLst>
          </p:cNvPr>
          <p:cNvCxnSpPr/>
          <p:nvPr/>
        </p:nvCxnSpPr>
        <p:spPr>
          <a:xfrm xmlns:a="http://schemas.openxmlformats.org/drawingml/2006/main" flipH="0" flipV="1">
            <a:off x="2830196" y="3678801"/>
            <a:ext cx="21312" cy="23980"/>
          </a:xfrm>
          <a:prstGeom xmlns:a="http://schemas.openxmlformats.org/drawingml/2006/main" prst="straightConnector1">
            <a:avLst/>
          </a:prstGeom>
          <a:ln xmlns:a="http://schemas.openxmlformats.org/drawingml/2006/main" w="6191">
            <a:solidFill>
              <a:srgbClr val="A9B8C2"/>
            </a:solidFill>
            <a:prstDash val="solid"/>
          </a:ln>
        </p:spPr>
      </p:cxnSp>
      <p:cxnSp>
        <p:nvCxnSpPr>
          <p:cNvPr id="184" name="">
            <a:extLst xmlns:a="http://schemas.openxmlformats.org/drawingml/2006/main">
              <a:ext uri="{FF2B5EF4-FFF2-40B4-BE49-F238E27FC236}">
                <a16:creationId xmlns:a16="http://schemas.microsoft.com/office/drawing/2014/main" id="{588C17E6-7CDD-41B7-893A-56FBAD29D7BF}"/>
              </a:ext>
            </a:extLst>
          </p:cNvPr>
          <p:cNvCxnSpPr/>
          <p:nvPr/>
        </p:nvCxnSpPr>
        <p:spPr>
          <a:xfrm xmlns:a="http://schemas.openxmlformats.org/drawingml/2006/main" flipH="0" flipV="1">
            <a:off x="2851508" y="3674569"/>
            <a:ext cx="15363" cy="4232"/>
          </a:xfrm>
          <a:prstGeom xmlns:a="http://schemas.openxmlformats.org/drawingml/2006/main" prst="straightConnector1">
            <a:avLst/>
          </a:prstGeom>
          <a:ln xmlns:a="http://schemas.openxmlformats.org/drawingml/2006/main" w="6191">
            <a:solidFill>
              <a:srgbClr val="A9B8C2"/>
            </a:solidFill>
            <a:prstDash val="solid"/>
          </a:ln>
        </p:spPr>
      </p:cxnSp>
      <p:cxnSp>
        <p:nvCxnSpPr>
          <p:cNvPr id="185" name="">
            <a:extLst xmlns:a="http://schemas.openxmlformats.org/drawingml/2006/main">
              <a:ext uri="{FF2B5EF4-FFF2-40B4-BE49-F238E27FC236}">
                <a16:creationId xmlns:a16="http://schemas.microsoft.com/office/drawing/2014/main" id="{79CD03D5-A36D-4979-872F-86DEA72AE2B5}"/>
              </a:ext>
            </a:extLst>
          </p:cNvPr>
          <p:cNvCxnSpPr/>
          <p:nvPr/>
        </p:nvCxnSpPr>
        <p:spPr>
          <a:xfrm xmlns:a="http://schemas.openxmlformats.org/drawingml/2006/main" flipH="0" flipV="1">
            <a:off x="2866872" y="3625803"/>
            <a:ext cx="14207" cy="48766"/>
          </a:xfrm>
          <a:prstGeom xmlns:a="http://schemas.openxmlformats.org/drawingml/2006/main" prst="straightConnector1">
            <a:avLst/>
          </a:prstGeom>
          <a:ln xmlns:a="http://schemas.openxmlformats.org/drawingml/2006/main" w="6191">
            <a:solidFill>
              <a:srgbClr val="A9B8C2"/>
            </a:solidFill>
            <a:prstDash val="solid"/>
          </a:ln>
        </p:spPr>
      </p:cxnSp>
      <p:cxnSp>
        <p:nvCxnSpPr>
          <p:cNvPr id="186" name="">
            <a:extLst xmlns:a="http://schemas.openxmlformats.org/drawingml/2006/main">
              <a:ext uri="{FF2B5EF4-FFF2-40B4-BE49-F238E27FC236}">
                <a16:creationId xmlns:a16="http://schemas.microsoft.com/office/drawing/2014/main" id="{4D87BB42-7D69-4974-A321-C897DD21E047}"/>
              </a:ext>
            </a:extLst>
          </p:cNvPr>
          <p:cNvCxnSpPr/>
          <p:nvPr/>
        </p:nvCxnSpPr>
        <p:spPr>
          <a:xfrm xmlns:a="http://schemas.openxmlformats.org/drawingml/2006/main" flipH="0" flipV="0">
            <a:off x="2653622" y="3509529"/>
            <a:ext cx="21207" cy="12695"/>
          </a:xfrm>
          <a:prstGeom xmlns:a="http://schemas.openxmlformats.org/drawingml/2006/main" prst="straightConnector1">
            <a:avLst/>
          </a:prstGeom>
          <a:ln xmlns:a="http://schemas.openxmlformats.org/drawingml/2006/main" w="6191">
            <a:solidFill>
              <a:srgbClr val="A9B8C2"/>
            </a:solidFill>
            <a:prstDash val="solid"/>
          </a:ln>
        </p:spPr>
      </p:cxnSp>
      <p:cxnSp>
        <p:nvCxnSpPr>
          <p:cNvPr id="187" name="">
            <a:extLst xmlns:a="http://schemas.openxmlformats.org/drawingml/2006/main">
              <a:ext uri="{FF2B5EF4-FFF2-40B4-BE49-F238E27FC236}">
                <a16:creationId xmlns:a16="http://schemas.microsoft.com/office/drawing/2014/main" id="{28022C46-4A35-481D-8E49-10E8CDC788E0}"/>
              </a:ext>
            </a:extLst>
          </p:cNvPr>
          <p:cNvCxnSpPr/>
          <p:nvPr/>
        </p:nvCxnSpPr>
        <p:spPr>
          <a:xfrm xmlns:a="http://schemas.openxmlformats.org/drawingml/2006/main" flipH="0" flipV="0">
            <a:off x="2674829" y="3522224"/>
            <a:ext cx="25189" cy="15920"/>
          </a:xfrm>
          <a:prstGeom xmlns:a="http://schemas.openxmlformats.org/drawingml/2006/main" prst="straightConnector1">
            <a:avLst/>
          </a:prstGeom>
          <a:ln xmlns:a="http://schemas.openxmlformats.org/drawingml/2006/main" w="6191">
            <a:solidFill>
              <a:srgbClr val="A9B8C2"/>
            </a:solidFill>
            <a:prstDash val="solid"/>
          </a:ln>
        </p:spPr>
      </p:cxnSp>
      <p:cxnSp>
        <p:nvCxnSpPr>
          <p:cNvPr id="188" name="">
            <a:extLst xmlns:a="http://schemas.openxmlformats.org/drawingml/2006/main">
              <a:ext uri="{FF2B5EF4-FFF2-40B4-BE49-F238E27FC236}">
                <a16:creationId xmlns:a16="http://schemas.microsoft.com/office/drawing/2014/main" id="{A0599F71-0D98-4F4A-B1D1-21DEC18EF51D}"/>
              </a:ext>
            </a:extLst>
          </p:cNvPr>
          <p:cNvCxnSpPr/>
          <p:nvPr/>
        </p:nvCxnSpPr>
        <p:spPr>
          <a:xfrm xmlns:a="http://schemas.openxmlformats.org/drawingml/2006/main" flipH="0" flipV="0">
            <a:off x="2700018" y="3538144"/>
            <a:ext cx="29219" cy="16524"/>
          </a:xfrm>
          <a:prstGeom xmlns:a="http://schemas.openxmlformats.org/drawingml/2006/main" prst="straightConnector1">
            <a:avLst/>
          </a:prstGeom>
          <a:ln xmlns:a="http://schemas.openxmlformats.org/drawingml/2006/main" w="6191">
            <a:solidFill>
              <a:srgbClr val="A9B8C2"/>
            </a:solidFill>
            <a:prstDash val="solid"/>
          </a:ln>
        </p:spPr>
      </p:cxnSp>
      <p:cxnSp>
        <p:nvCxnSpPr>
          <p:cNvPr id="189" name="">
            <a:extLst xmlns:a="http://schemas.openxmlformats.org/drawingml/2006/main">
              <a:ext uri="{FF2B5EF4-FFF2-40B4-BE49-F238E27FC236}">
                <a16:creationId xmlns:a16="http://schemas.microsoft.com/office/drawing/2014/main" id="{209BF645-2BC1-473D-9E10-83DD97550F26}"/>
              </a:ext>
            </a:extLst>
          </p:cNvPr>
          <p:cNvCxnSpPr/>
          <p:nvPr/>
        </p:nvCxnSpPr>
        <p:spPr>
          <a:xfrm xmlns:a="http://schemas.openxmlformats.org/drawingml/2006/main" flipH="0" flipV="0">
            <a:off x="2729238" y="3554668"/>
            <a:ext cx="44232" cy="17935"/>
          </a:xfrm>
          <a:prstGeom xmlns:a="http://schemas.openxmlformats.org/drawingml/2006/main" prst="straightConnector1">
            <a:avLst/>
          </a:prstGeom>
          <a:ln xmlns:a="http://schemas.openxmlformats.org/drawingml/2006/main" w="6191">
            <a:solidFill>
              <a:srgbClr val="A9B8C2"/>
            </a:solidFill>
            <a:prstDash val="solid"/>
          </a:ln>
        </p:spPr>
      </p:cxnSp>
      <p:cxnSp>
        <p:nvCxnSpPr>
          <p:cNvPr id="190" name="">
            <a:extLst xmlns:a="http://schemas.openxmlformats.org/drawingml/2006/main">
              <a:ext uri="{FF2B5EF4-FFF2-40B4-BE49-F238E27FC236}">
                <a16:creationId xmlns:a16="http://schemas.microsoft.com/office/drawing/2014/main" id="{23923FFE-FD89-4AE1-8214-3148CC78D812}"/>
              </a:ext>
            </a:extLst>
          </p:cNvPr>
          <p:cNvCxnSpPr/>
          <p:nvPr/>
        </p:nvCxnSpPr>
        <p:spPr>
          <a:xfrm xmlns:a="http://schemas.openxmlformats.org/drawingml/2006/main" flipH="0" flipV="0">
            <a:off x="2773470" y="3572603"/>
            <a:ext cx="107608" cy="53200"/>
          </a:xfrm>
          <a:prstGeom xmlns:a="http://schemas.openxmlformats.org/drawingml/2006/main" prst="straightConnector1">
            <a:avLst/>
          </a:prstGeom>
          <a:ln xmlns:a="http://schemas.openxmlformats.org/drawingml/2006/main" w="6191">
            <a:solidFill>
              <a:srgbClr val="A9B8C2"/>
            </a:solidFill>
            <a:prstDash val="solid"/>
          </a:ln>
        </p:spPr>
      </p:cxnSp>
      <p:cxnSp>
        <p:nvCxnSpPr>
          <p:cNvPr id="191" name="">
            <a:extLst xmlns:a="http://schemas.openxmlformats.org/drawingml/2006/main">
              <a:ext uri="{FF2B5EF4-FFF2-40B4-BE49-F238E27FC236}">
                <a16:creationId xmlns:a16="http://schemas.microsoft.com/office/drawing/2014/main" id="{F0772CFD-D20F-4087-87DA-09173CDC9831}"/>
              </a:ext>
            </a:extLst>
          </p:cNvPr>
          <p:cNvCxnSpPr/>
          <p:nvPr/>
        </p:nvCxnSpPr>
        <p:spPr>
          <a:xfrm xmlns:a="http://schemas.openxmlformats.org/drawingml/2006/main" flipH="0" flipV="0">
            <a:off x="2881079" y="3625803"/>
            <a:ext cx="6348" cy="2620"/>
          </a:xfrm>
          <a:prstGeom xmlns:a="http://schemas.openxmlformats.org/drawingml/2006/main" prst="straightConnector1">
            <a:avLst/>
          </a:prstGeom>
          <a:ln xmlns:a="http://schemas.openxmlformats.org/drawingml/2006/main" w="6191">
            <a:solidFill>
              <a:srgbClr val="A9B8C2"/>
            </a:solidFill>
            <a:prstDash val="solid"/>
          </a:ln>
        </p:spPr>
      </p:cxnSp>
      <p:cxnSp>
        <p:nvCxnSpPr>
          <p:cNvPr id="192" name="">
            <a:extLst xmlns:a="http://schemas.openxmlformats.org/drawingml/2006/main">
              <a:ext uri="{FF2B5EF4-FFF2-40B4-BE49-F238E27FC236}">
                <a16:creationId xmlns:a16="http://schemas.microsoft.com/office/drawing/2014/main" id="{E61C987F-CA3D-4B94-842C-544EEAACD20C}"/>
              </a:ext>
            </a:extLst>
          </p:cNvPr>
          <p:cNvCxnSpPr/>
          <p:nvPr/>
        </p:nvCxnSpPr>
        <p:spPr>
          <a:xfrm xmlns:a="http://schemas.openxmlformats.org/drawingml/2006/main" flipH="0" flipV="0">
            <a:off x="2887426" y="3628422"/>
            <a:ext cx="19398" cy="13300"/>
          </a:xfrm>
          <a:prstGeom xmlns:a="http://schemas.openxmlformats.org/drawingml/2006/main" prst="straightConnector1">
            <a:avLst/>
          </a:prstGeom>
          <a:ln xmlns:a="http://schemas.openxmlformats.org/drawingml/2006/main" w="6191">
            <a:solidFill>
              <a:srgbClr val="A9B8C2"/>
            </a:solidFill>
            <a:prstDash val="solid"/>
          </a:ln>
        </p:spPr>
      </p:cxnSp>
      <p:cxnSp>
        <p:nvCxnSpPr>
          <p:cNvPr id="193" name="">
            <a:extLst xmlns:a="http://schemas.openxmlformats.org/drawingml/2006/main">
              <a:ext uri="{FF2B5EF4-FFF2-40B4-BE49-F238E27FC236}">
                <a16:creationId xmlns:a16="http://schemas.microsoft.com/office/drawing/2014/main" id="{FEC57BAB-E6DE-4372-9438-25546249E4A5}"/>
              </a:ext>
            </a:extLst>
          </p:cNvPr>
          <p:cNvCxnSpPr/>
          <p:nvPr/>
        </p:nvCxnSpPr>
        <p:spPr>
          <a:xfrm xmlns:a="http://schemas.openxmlformats.org/drawingml/2006/main" flipH="0" flipV="0">
            <a:off x="2906824" y="3641722"/>
            <a:ext cx="42620" cy="34257"/>
          </a:xfrm>
          <a:prstGeom xmlns:a="http://schemas.openxmlformats.org/drawingml/2006/main" prst="straightConnector1">
            <a:avLst/>
          </a:prstGeom>
          <a:ln xmlns:a="http://schemas.openxmlformats.org/drawingml/2006/main" w="6191">
            <a:solidFill>
              <a:srgbClr val="A9B8C2"/>
            </a:solidFill>
            <a:prstDash val="solid"/>
          </a:ln>
        </p:spPr>
      </p:cxnSp>
      <p:cxnSp>
        <p:nvCxnSpPr>
          <p:cNvPr id="194" name="">
            <a:extLst xmlns:a="http://schemas.openxmlformats.org/drawingml/2006/main">
              <a:ext uri="{FF2B5EF4-FFF2-40B4-BE49-F238E27FC236}">
                <a16:creationId xmlns:a16="http://schemas.microsoft.com/office/drawing/2014/main" id="{8D3B0989-659F-4F51-99AC-1CD058A52ECA}"/>
              </a:ext>
            </a:extLst>
          </p:cNvPr>
          <p:cNvCxnSpPr/>
          <p:nvPr/>
        </p:nvCxnSpPr>
        <p:spPr>
          <a:xfrm xmlns:a="http://schemas.openxmlformats.org/drawingml/2006/main" flipH="0" flipV="1">
            <a:off x="2906824" y="3549832"/>
            <a:ext cx="46699" cy="91890"/>
          </a:xfrm>
          <a:prstGeom xmlns:a="http://schemas.openxmlformats.org/drawingml/2006/main" prst="straightConnector1">
            <a:avLst/>
          </a:prstGeom>
          <a:ln xmlns:a="http://schemas.openxmlformats.org/drawingml/2006/main" w="6191">
            <a:solidFill>
              <a:srgbClr val="A9B8C2"/>
            </a:solidFill>
            <a:prstDash val="solid"/>
          </a:ln>
        </p:spPr>
      </p:cxnSp>
      <p:cxnSp>
        <p:nvCxnSpPr>
          <p:cNvPr id="195" name="">
            <a:extLst xmlns:a="http://schemas.openxmlformats.org/drawingml/2006/main">
              <a:ext uri="{FF2B5EF4-FFF2-40B4-BE49-F238E27FC236}">
                <a16:creationId xmlns:a16="http://schemas.microsoft.com/office/drawing/2014/main" id="{A1244460-9311-45EA-BED5-44C8A1E0317E}"/>
              </a:ext>
            </a:extLst>
          </p:cNvPr>
          <p:cNvCxnSpPr/>
          <p:nvPr/>
        </p:nvCxnSpPr>
        <p:spPr>
          <a:xfrm xmlns:a="http://schemas.openxmlformats.org/drawingml/2006/main" flipH="0" flipV="0">
            <a:off x="2953523" y="3549832"/>
            <a:ext cx="16020" cy="3627"/>
          </a:xfrm>
          <a:prstGeom xmlns:a="http://schemas.openxmlformats.org/drawingml/2006/main" prst="straightConnector1">
            <a:avLst/>
          </a:prstGeom>
          <a:ln xmlns:a="http://schemas.openxmlformats.org/drawingml/2006/main" w="6191">
            <a:solidFill>
              <a:srgbClr val="A9B8C2"/>
            </a:solidFill>
            <a:prstDash val="solid"/>
          </a:ln>
        </p:spPr>
      </p:cxnSp>
      <p:cxnSp>
        <p:nvCxnSpPr>
          <p:cNvPr id="196" name="">
            <a:extLst xmlns:a="http://schemas.openxmlformats.org/drawingml/2006/main">
              <a:ext uri="{FF2B5EF4-FFF2-40B4-BE49-F238E27FC236}">
                <a16:creationId xmlns:a16="http://schemas.microsoft.com/office/drawing/2014/main" id="{88FBBF9B-921A-4A00-B3E0-6FF752E6D5E9}"/>
              </a:ext>
            </a:extLst>
          </p:cNvPr>
          <p:cNvCxnSpPr/>
          <p:nvPr/>
        </p:nvCxnSpPr>
        <p:spPr>
          <a:xfrm xmlns:a="http://schemas.openxmlformats.org/drawingml/2006/main" flipH="0" flipV="0">
            <a:off x="2949444" y="3675979"/>
            <a:ext cx="55666" cy="34056"/>
          </a:xfrm>
          <a:prstGeom xmlns:a="http://schemas.openxmlformats.org/drawingml/2006/main" prst="straightConnector1">
            <a:avLst/>
          </a:prstGeom>
          <a:ln xmlns:a="http://schemas.openxmlformats.org/drawingml/2006/main" w="6191">
            <a:solidFill>
              <a:srgbClr val="A9B8C2"/>
            </a:solidFill>
            <a:prstDash val="solid"/>
          </a:ln>
        </p:spPr>
      </p:cxnSp>
      <p:cxnSp>
        <p:nvCxnSpPr>
          <p:cNvPr id="197" name="">
            <a:extLst xmlns:a="http://schemas.openxmlformats.org/drawingml/2006/main">
              <a:ext uri="{FF2B5EF4-FFF2-40B4-BE49-F238E27FC236}">
                <a16:creationId xmlns:a16="http://schemas.microsoft.com/office/drawing/2014/main" id="{33C34DC6-4C7C-48F5-8EF0-AE33653E1A4C}"/>
              </a:ext>
            </a:extLst>
          </p:cNvPr>
          <p:cNvCxnSpPr/>
          <p:nvPr/>
        </p:nvCxnSpPr>
        <p:spPr>
          <a:xfrm xmlns:a="http://schemas.openxmlformats.org/drawingml/2006/main" flipH="0" flipV="1">
            <a:off x="2969543" y="3505700"/>
            <a:ext cx="27406" cy="47759"/>
          </a:xfrm>
          <a:prstGeom xmlns:a="http://schemas.openxmlformats.org/drawingml/2006/main" prst="straightConnector1">
            <a:avLst/>
          </a:prstGeom>
          <a:ln xmlns:a="http://schemas.openxmlformats.org/drawingml/2006/main" w="6191">
            <a:solidFill>
              <a:srgbClr val="A9B8C2"/>
            </a:solidFill>
            <a:prstDash val="solid"/>
          </a:ln>
        </p:spPr>
      </p:cxnSp>
      <p:cxnSp>
        <p:nvCxnSpPr>
          <p:cNvPr id="198" name="">
            <a:extLst xmlns:a="http://schemas.openxmlformats.org/drawingml/2006/main">
              <a:ext uri="{FF2B5EF4-FFF2-40B4-BE49-F238E27FC236}">
                <a16:creationId xmlns:a16="http://schemas.microsoft.com/office/drawing/2014/main" id="{626B9C53-2699-477F-A929-AC1AD809F912}"/>
              </a:ext>
            </a:extLst>
          </p:cNvPr>
          <p:cNvCxnSpPr/>
          <p:nvPr/>
        </p:nvCxnSpPr>
        <p:spPr>
          <a:xfrm xmlns:a="http://schemas.openxmlformats.org/drawingml/2006/main" flipH="0" flipV="0">
            <a:off x="2996949" y="3505700"/>
            <a:ext cx="20305" cy="11083"/>
          </a:xfrm>
          <a:prstGeom xmlns:a="http://schemas.openxmlformats.org/drawingml/2006/main" prst="straightConnector1">
            <a:avLst/>
          </a:prstGeom>
          <a:ln xmlns:a="http://schemas.openxmlformats.org/drawingml/2006/main" w="6191">
            <a:solidFill>
              <a:srgbClr val="A9B8C2"/>
            </a:solidFill>
            <a:prstDash val="solid"/>
          </a:ln>
        </p:spPr>
      </p:cxnSp>
      <p:cxnSp>
        <p:nvCxnSpPr>
          <p:cNvPr id="199" name="">
            <a:extLst xmlns:a="http://schemas.openxmlformats.org/drawingml/2006/main">
              <a:ext uri="{FF2B5EF4-FFF2-40B4-BE49-F238E27FC236}">
                <a16:creationId xmlns:a16="http://schemas.microsoft.com/office/drawing/2014/main" id="{55D5EE70-FB19-434E-8245-C485B0605E37}"/>
              </a:ext>
            </a:extLst>
          </p:cNvPr>
          <p:cNvCxnSpPr/>
          <p:nvPr/>
        </p:nvCxnSpPr>
        <p:spPr>
          <a:xfrm xmlns:a="http://schemas.openxmlformats.org/drawingml/2006/main" flipH="0" flipV="1">
            <a:off x="3017254" y="3459151"/>
            <a:ext cx="32242" cy="57633"/>
          </a:xfrm>
          <a:prstGeom xmlns:a="http://schemas.openxmlformats.org/drawingml/2006/main" prst="straightConnector1">
            <a:avLst/>
          </a:prstGeom>
          <a:ln xmlns:a="http://schemas.openxmlformats.org/drawingml/2006/main" w="6191">
            <a:solidFill>
              <a:srgbClr val="A9B8C2"/>
            </a:solidFill>
            <a:prstDash val="solid"/>
          </a:ln>
        </p:spPr>
      </p:cxnSp>
      <p:cxnSp>
        <p:nvCxnSpPr>
          <p:cNvPr id="200" name="">
            <a:extLst xmlns:a="http://schemas.openxmlformats.org/drawingml/2006/main">
              <a:ext uri="{FF2B5EF4-FFF2-40B4-BE49-F238E27FC236}">
                <a16:creationId xmlns:a16="http://schemas.microsoft.com/office/drawing/2014/main" id="{5365B2F1-378F-4B6C-B9E5-710E53394878}"/>
              </a:ext>
            </a:extLst>
          </p:cNvPr>
          <p:cNvCxnSpPr/>
          <p:nvPr/>
        </p:nvCxnSpPr>
        <p:spPr>
          <a:xfrm xmlns:a="http://schemas.openxmlformats.org/drawingml/2006/main" flipH="0" flipV="1">
            <a:off x="3049496" y="3398293"/>
            <a:ext cx="48565" cy="60857"/>
          </a:xfrm>
          <a:prstGeom xmlns:a="http://schemas.openxmlformats.org/drawingml/2006/main" prst="straightConnector1">
            <a:avLst/>
          </a:prstGeom>
          <a:ln xmlns:a="http://schemas.openxmlformats.org/drawingml/2006/main" w="6191">
            <a:solidFill>
              <a:srgbClr val="A9B8C2"/>
            </a:solidFill>
            <a:prstDash val="solid"/>
          </a:ln>
        </p:spPr>
      </p:cxnSp>
      <p:cxnSp>
        <p:nvCxnSpPr>
          <p:cNvPr id="201" name="">
            <a:extLst xmlns:a="http://schemas.openxmlformats.org/drawingml/2006/main">
              <a:ext uri="{FF2B5EF4-FFF2-40B4-BE49-F238E27FC236}">
                <a16:creationId xmlns:a16="http://schemas.microsoft.com/office/drawing/2014/main" id="{97CE9763-F4E2-4B2A-AF82-1DEEEB0EE861}"/>
              </a:ext>
            </a:extLst>
          </p:cNvPr>
          <p:cNvCxnSpPr/>
          <p:nvPr/>
        </p:nvCxnSpPr>
        <p:spPr>
          <a:xfrm xmlns:a="http://schemas.openxmlformats.org/drawingml/2006/main" flipH="0" flipV="0">
            <a:off x="3017254" y="3516784"/>
            <a:ext cx="85289" cy="41310"/>
          </a:xfrm>
          <a:prstGeom xmlns:a="http://schemas.openxmlformats.org/drawingml/2006/main" prst="straightConnector1">
            <a:avLst/>
          </a:prstGeom>
          <a:ln xmlns:a="http://schemas.openxmlformats.org/drawingml/2006/main" w="6191">
            <a:solidFill>
              <a:srgbClr val="A9B8C2"/>
            </a:solidFill>
            <a:prstDash val="solid"/>
          </a:ln>
        </p:spPr>
      </p:cxnSp>
      <p:cxnSp>
        <p:nvCxnSpPr>
          <p:cNvPr id="202" name="">
            <a:extLst xmlns:a="http://schemas.openxmlformats.org/drawingml/2006/main">
              <a:ext uri="{FF2B5EF4-FFF2-40B4-BE49-F238E27FC236}">
                <a16:creationId xmlns:a16="http://schemas.microsoft.com/office/drawing/2014/main" id="{8715F844-913B-4B6C-A229-DB90472DC663}"/>
              </a:ext>
            </a:extLst>
          </p:cNvPr>
          <p:cNvCxnSpPr/>
          <p:nvPr/>
        </p:nvCxnSpPr>
        <p:spPr>
          <a:xfrm xmlns:a="http://schemas.openxmlformats.org/drawingml/2006/main" flipH="1" flipV="0">
            <a:off x="3053123" y="3558094"/>
            <a:ext cx="49419" cy="71537"/>
          </a:xfrm>
          <a:prstGeom xmlns:a="http://schemas.openxmlformats.org/drawingml/2006/main" prst="straightConnector1">
            <a:avLst/>
          </a:prstGeom>
          <a:ln xmlns:a="http://schemas.openxmlformats.org/drawingml/2006/main" w="6191">
            <a:solidFill>
              <a:srgbClr val="A9B8C2"/>
            </a:solidFill>
            <a:prstDash val="solid"/>
          </a:ln>
        </p:spPr>
      </p:cxnSp>
      <p:cxnSp>
        <p:nvCxnSpPr>
          <p:cNvPr id="203" name="">
            <a:extLst xmlns:a="http://schemas.openxmlformats.org/drawingml/2006/main">
              <a:ext uri="{FF2B5EF4-FFF2-40B4-BE49-F238E27FC236}">
                <a16:creationId xmlns:a16="http://schemas.microsoft.com/office/drawing/2014/main" id="{6D28CA9C-CD4A-40AC-A714-0F827B4D9B91}"/>
              </a:ext>
            </a:extLst>
          </p:cNvPr>
          <p:cNvCxnSpPr/>
          <p:nvPr/>
        </p:nvCxnSpPr>
        <p:spPr>
          <a:xfrm xmlns:a="http://schemas.openxmlformats.org/drawingml/2006/main" flipH="0" flipV="1">
            <a:off x="3005110" y="3629631"/>
            <a:ext cx="48013" cy="80404"/>
          </a:xfrm>
          <a:prstGeom xmlns:a="http://schemas.openxmlformats.org/drawingml/2006/main" prst="straightConnector1">
            <a:avLst/>
          </a:prstGeom>
          <a:ln xmlns:a="http://schemas.openxmlformats.org/drawingml/2006/main" w="6191">
            <a:solidFill>
              <a:srgbClr val="A9B8C2"/>
            </a:solidFill>
            <a:prstDash val="solid"/>
          </a:ln>
        </p:spPr>
      </p:cxnSp>
      <p:cxnSp>
        <p:nvCxnSpPr>
          <p:cNvPr id="204" name="">
            <a:extLst xmlns:a="http://schemas.openxmlformats.org/drawingml/2006/main">
              <a:ext uri="{FF2B5EF4-FFF2-40B4-BE49-F238E27FC236}">
                <a16:creationId xmlns:a16="http://schemas.microsoft.com/office/drawing/2014/main" id="{0702F6D3-EB91-48AF-B0BB-F1F6FD8CA87B}"/>
              </a:ext>
            </a:extLst>
          </p:cNvPr>
          <p:cNvCxnSpPr/>
          <p:nvPr/>
        </p:nvCxnSpPr>
        <p:spPr>
          <a:xfrm xmlns:a="http://schemas.openxmlformats.org/drawingml/2006/main" flipH="0" flipV="0">
            <a:off x="3156802" y="3789835"/>
            <a:ext cx="46800" cy="27204"/>
          </a:xfrm>
          <a:prstGeom xmlns:a="http://schemas.openxmlformats.org/drawingml/2006/main" prst="straightConnector1">
            <a:avLst/>
          </a:prstGeom>
          <a:ln xmlns:a="http://schemas.openxmlformats.org/drawingml/2006/main" w="6191">
            <a:solidFill>
              <a:srgbClr val="A9B8C2"/>
            </a:solidFill>
            <a:prstDash val="solid"/>
          </a:ln>
        </p:spPr>
      </p:cxnSp>
      <p:cxnSp>
        <p:nvCxnSpPr>
          <p:cNvPr id="205" name="">
            <a:extLst xmlns:a="http://schemas.openxmlformats.org/drawingml/2006/main">
              <a:ext uri="{FF2B5EF4-FFF2-40B4-BE49-F238E27FC236}">
                <a16:creationId xmlns:a16="http://schemas.microsoft.com/office/drawing/2014/main" id="{BA903133-7102-49CA-A15D-B13E5348B806}"/>
              </a:ext>
            </a:extLst>
          </p:cNvPr>
          <p:cNvCxnSpPr/>
          <p:nvPr/>
        </p:nvCxnSpPr>
        <p:spPr>
          <a:xfrm xmlns:a="http://schemas.openxmlformats.org/drawingml/2006/main" flipH="0" flipV="0">
            <a:off x="3203601" y="3817039"/>
            <a:ext cx="60708" cy="36474"/>
          </a:xfrm>
          <a:prstGeom xmlns:a="http://schemas.openxmlformats.org/drawingml/2006/main" prst="straightConnector1">
            <a:avLst/>
          </a:prstGeom>
          <a:ln xmlns:a="http://schemas.openxmlformats.org/drawingml/2006/main" w="6191">
            <a:solidFill>
              <a:srgbClr val="A9B8C2"/>
            </a:solidFill>
            <a:prstDash val="solid"/>
          </a:ln>
        </p:spPr>
      </p:cxnSp>
      <p:cxnSp>
        <p:nvCxnSpPr>
          <p:cNvPr id="206" name="">
            <a:extLst xmlns:a="http://schemas.openxmlformats.org/drawingml/2006/main">
              <a:ext uri="{FF2B5EF4-FFF2-40B4-BE49-F238E27FC236}">
                <a16:creationId xmlns:a16="http://schemas.microsoft.com/office/drawing/2014/main" id="{A97D6F8F-6B9C-4E7F-ADD0-63FC0E75216D}"/>
              </a:ext>
            </a:extLst>
          </p:cNvPr>
          <p:cNvCxnSpPr/>
          <p:nvPr/>
        </p:nvCxnSpPr>
        <p:spPr>
          <a:xfrm xmlns:a="http://schemas.openxmlformats.org/drawingml/2006/main" flipH="0" flipV="0">
            <a:off x="3264309" y="3853513"/>
            <a:ext cx="80352" cy="47356"/>
          </a:xfrm>
          <a:prstGeom xmlns:a="http://schemas.openxmlformats.org/drawingml/2006/main" prst="straightConnector1">
            <a:avLst/>
          </a:prstGeom>
          <a:ln xmlns:a="http://schemas.openxmlformats.org/drawingml/2006/main" w="6191">
            <a:solidFill>
              <a:srgbClr val="A9B8C2"/>
            </a:solidFill>
            <a:prstDash val="solid"/>
          </a:ln>
        </p:spPr>
      </p:cxnSp>
      <p:cxnSp>
        <p:nvCxnSpPr>
          <p:cNvPr id="207" name="">
            <a:extLst xmlns:a="http://schemas.openxmlformats.org/drawingml/2006/main">
              <a:ext uri="{FF2B5EF4-FFF2-40B4-BE49-F238E27FC236}">
                <a16:creationId xmlns:a16="http://schemas.microsoft.com/office/drawing/2014/main" id="{74EE3622-C825-49C0-8523-6A6170571C30}"/>
              </a:ext>
            </a:extLst>
          </p:cNvPr>
          <p:cNvCxnSpPr/>
          <p:nvPr/>
        </p:nvCxnSpPr>
        <p:spPr>
          <a:xfrm xmlns:a="http://schemas.openxmlformats.org/drawingml/2006/main" flipH="1" flipV="0">
            <a:off x="3141938" y="3853513"/>
            <a:ext cx="122371" cy="212194"/>
          </a:xfrm>
          <a:prstGeom xmlns:a="http://schemas.openxmlformats.org/drawingml/2006/main" prst="straightConnector1">
            <a:avLst/>
          </a:prstGeom>
          <a:ln xmlns:a="http://schemas.openxmlformats.org/drawingml/2006/main" w="6191">
            <a:solidFill>
              <a:srgbClr val="A9B8C2"/>
            </a:solidFill>
            <a:prstDash val="solid"/>
          </a:ln>
        </p:spPr>
      </p:cxnSp>
      <p:cxnSp>
        <p:nvCxnSpPr>
          <p:cNvPr id="208" name="">
            <a:extLst xmlns:a="http://schemas.openxmlformats.org/drawingml/2006/main">
              <a:ext uri="{FF2B5EF4-FFF2-40B4-BE49-F238E27FC236}">
                <a16:creationId xmlns:a16="http://schemas.microsoft.com/office/drawing/2014/main" id="{E50CC986-5326-4065-A904-4BAB5095CC91}"/>
              </a:ext>
            </a:extLst>
          </p:cNvPr>
          <p:cNvCxnSpPr/>
          <p:nvPr/>
        </p:nvCxnSpPr>
        <p:spPr>
          <a:xfrm xmlns:a="http://schemas.openxmlformats.org/drawingml/2006/main" flipH="0" flipV="0">
            <a:off x="2252811" y="4079612"/>
            <a:ext cx="47960" cy="11486"/>
          </a:xfrm>
          <a:prstGeom xmlns:a="http://schemas.openxmlformats.org/drawingml/2006/main" prst="straightConnector1">
            <a:avLst/>
          </a:prstGeom>
          <a:ln xmlns:a="http://schemas.openxmlformats.org/drawingml/2006/main" w="6191">
            <a:solidFill>
              <a:srgbClr val="A9B8C2"/>
            </a:solidFill>
            <a:prstDash val="solid"/>
          </a:ln>
        </p:spPr>
      </p:cxnSp>
      <p:cxnSp>
        <p:nvCxnSpPr>
          <p:cNvPr id="209" name="">
            <a:extLst xmlns:a="http://schemas.openxmlformats.org/drawingml/2006/main">
              <a:ext uri="{FF2B5EF4-FFF2-40B4-BE49-F238E27FC236}">
                <a16:creationId xmlns:a16="http://schemas.microsoft.com/office/drawing/2014/main" id="{99DDE253-0C46-4BC5-A563-AA72803E9AF8}"/>
              </a:ext>
            </a:extLst>
          </p:cNvPr>
          <p:cNvCxnSpPr/>
          <p:nvPr/>
        </p:nvCxnSpPr>
        <p:spPr>
          <a:xfrm xmlns:a="http://schemas.openxmlformats.org/drawingml/2006/main" flipH="1" flipV="0">
            <a:off x="2293618" y="4091098"/>
            <a:ext cx="7154" cy="14509"/>
          </a:xfrm>
          <a:prstGeom xmlns:a="http://schemas.openxmlformats.org/drawingml/2006/main" prst="straightConnector1">
            <a:avLst/>
          </a:prstGeom>
          <a:ln xmlns:a="http://schemas.openxmlformats.org/drawingml/2006/main" w="6191">
            <a:solidFill>
              <a:srgbClr val="A9B8C2"/>
            </a:solidFill>
            <a:prstDash val="solid"/>
          </a:ln>
        </p:spPr>
      </p:cxnSp>
      <p:cxnSp>
        <p:nvCxnSpPr>
          <p:cNvPr id="210" name="">
            <a:extLst xmlns:a="http://schemas.openxmlformats.org/drawingml/2006/main">
              <a:ext uri="{FF2B5EF4-FFF2-40B4-BE49-F238E27FC236}">
                <a16:creationId xmlns:a16="http://schemas.microsoft.com/office/drawing/2014/main" id="{AEA0DDC7-9479-49B2-9F52-4A961FCFB82F}"/>
              </a:ext>
            </a:extLst>
          </p:cNvPr>
          <p:cNvCxnSpPr/>
          <p:nvPr/>
        </p:nvCxnSpPr>
        <p:spPr>
          <a:xfrm xmlns:a="http://schemas.openxmlformats.org/drawingml/2006/main" flipH="1" flipV="0">
            <a:off x="2238350" y="4105607"/>
            <a:ext cx="55267" cy="108011"/>
          </a:xfrm>
          <a:prstGeom xmlns:a="http://schemas.openxmlformats.org/drawingml/2006/main" prst="straightConnector1">
            <a:avLst/>
          </a:prstGeom>
          <a:ln xmlns:a="http://schemas.openxmlformats.org/drawingml/2006/main" w="6191">
            <a:solidFill>
              <a:srgbClr val="A9B8C2"/>
            </a:solidFill>
            <a:prstDash val="solid"/>
          </a:ln>
        </p:spPr>
      </p:cxnSp>
      <p:cxnSp>
        <p:nvCxnSpPr>
          <p:cNvPr id="211" name="">
            <a:extLst xmlns:a="http://schemas.openxmlformats.org/drawingml/2006/main">
              <a:ext uri="{FF2B5EF4-FFF2-40B4-BE49-F238E27FC236}">
                <a16:creationId xmlns:a16="http://schemas.microsoft.com/office/drawing/2014/main" id="{D8F8C50E-13E3-4CBF-87B7-BA597CB63CFA}"/>
              </a:ext>
            </a:extLst>
          </p:cNvPr>
          <p:cNvCxnSpPr/>
          <p:nvPr/>
        </p:nvCxnSpPr>
        <p:spPr>
          <a:xfrm xmlns:a="http://schemas.openxmlformats.org/drawingml/2006/main" flipH="0" flipV="0">
            <a:off x="2238350" y="4213618"/>
            <a:ext cx="40605" cy="7456"/>
          </a:xfrm>
          <a:prstGeom xmlns:a="http://schemas.openxmlformats.org/drawingml/2006/main" prst="straightConnector1">
            <a:avLst/>
          </a:prstGeom>
          <a:ln xmlns:a="http://schemas.openxmlformats.org/drawingml/2006/main" w="6191">
            <a:solidFill>
              <a:srgbClr val="A9B8C2"/>
            </a:solidFill>
            <a:prstDash val="solid"/>
          </a:ln>
        </p:spPr>
      </p:cxnSp>
      <p:cxnSp>
        <p:nvCxnSpPr>
          <p:cNvPr id="212" name="">
            <a:extLst xmlns:a="http://schemas.openxmlformats.org/drawingml/2006/main">
              <a:ext uri="{FF2B5EF4-FFF2-40B4-BE49-F238E27FC236}">
                <a16:creationId xmlns:a16="http://schemas.microsoft.com/office/drawing/2014/main" id="{4646B3A5-8B2E-4EE5-98ED-945B4CFC4B4E}"/>
              </a:ext>
            </a:extLst>
          </p:cNvPr>
          <p:cNvCxnSpPr/>
          <p:nvPr/>
        </p:nvCxnSpPr>
        <p:spPr>
          <a:xfrm xmlns:a="http://schemas.openxmlformats.org/drawingml/2006/main" flipH="0" flipV="0">
            <a:off x="2278955" y="4221074"/>
            <a:ext cx="439050" cy="54006"/>
          </a:xfrm>
          <a:prstGeom xmlns:a="http://schemas.openxmlformats.org/drawingml/2006/main" prst="straightConnector1">
            <a:avLst/>
          </a:prstGeom>
          <a:ln xmlns:a="http://schemas.openxmlformats.org/drawingml/2006/main" w="6191">
            <a:solidFill>
              <a:srgbClr val="A9B8C2"/>
            </a:solidFill>
            <a:prstDash val="solid"/>
          </a:ln>
        </p:spPr>
      </p:cxnSp>
      <p:cxnSp>
        <p:nvCxnSpPr>
          <p:cNvPr id="213" name="">
            <a:extLst xmlns:a="http://schemas.openxmlformats.org/drawingml/2006/main">
              <a:ext uri="{FF2B5EF4-FFF2-40B4-BE49-F238E27FC236}">
                <a16:creationId xmlns:a16="http://schemas.microsoft.com/office/drawing/2014/main" id="{6935900B-9AC0-497C-A3BE-37758997CB96}"/>
              </a:ext>
            </a:extLst>
          </p:cNvPr>
          <p:cNvCxnSpPr/>
          <p:nvPr/>
        </p:nvCxnSpPr>
        <p:spPr>
          <a:xfrm xmlns:a="http://schemas.openxmlformats.org/drawingml/2006/main" flipH="1" flipV="0">
            <a:off x="2265555" y="4221074"/>
            <a:ext cx="13401" cy="79396"/>
          </a:xfrm>
          <a:prstGeom xmlns:a="http://schemas.openxmlformats.org/drawingml/2006/main" prst="straightConnector1">
            <a:avLst/>
          </a:prstGeom>
          <a:ln xmlns:a="http://schemas.openxmlformats.org/drawingml/2006/main" w="6191">
            <a:solidFill>
              <a:srgbClr val="A9B8C2"/>
            </a:solidFill>
            <a:prstDash val="solid"/>
          </a:ln>
        </p:spPr>
      </p:cxnSp>
      <p:cxnSp>
        <p:nvCxnSpPr>
          <p:cNvPr id="214" name="">
            <a:extLst xmlns:a="http://schemas.openxmlformats.org/drawingml/2006/main">
              <a:ext uri="{FF2B5EF4-FFF2-40B4-BE49-F238E27FC236}">
                <a16:creationId xmlns:a16="http://schemas.microsoft.com/office/drawing/2014/main" id="{83817986-1361-4F3A-B0BE-763787FCFB4C}"/>
              </a:ext>
            </a:extLst>
          </p:cNvPr>
          <p:cNvCxnSpPr/>
          <p:nvPr/>
        </p:nvCxnSpPr>
        <p:spPr>
          <a:xfrm xmlns:a="http://schemas.openxmlformats.org/drawingml/2006/main" flipH="1" flipV="0">
            <a:off x="2232003" y="4300471"/>
            <a:ext cx="33552" cy="55416"/>
          </a:xfrm>
          <a:prstGeom xmlns:a="http://schemas.openxmlformats.org/drawingml/2006/main" prst="straightConnector1">
            <a:avLst/>
          </a:prstGeom>
          <a:ln xmlns:a="http://schemas.openxmlformats.org/drawingml/2006/main" w="6191">
            <a:solidFill>
              <a:srgbClr val="A9B8C2"/>
            </a:solidFill>
            <a:prstDash val="solid"/>
          </a:ln>
        </p:spPr>
      </p:cxnSp>
      <p:cxnSp>
        <p:nvCxnSpPr>
          <p:cNvPr id="215" name="">
            <a:extLst xmlns:a="http://schemas.openxmlformats.org/drawingml/2006/main">
              <a:ext uri="{FF2B5EF4-FFF2-40B4-BE49-F238E27FC236}">
                <a16:creationId xmlns:a16="http://schemas.microsoft.com/office/drawing/2014/main" id="{44509EDA-0FF8-4AC7-853E-A12DBA0267CA}"/>
              </a:ext>
            </a:extLst>
          </p:cNvPr>
          <p:cNvCxnSpPr/>
          <p:nvPr/>
        </p:nvCxnSpPr>
        <p:spPr>
          <a:xfrm xmlns:a="http://schemas.openxmlformats.org/drawingml/2006/main" flipH="1" flipV="0">
            <a:off x="2215229" y="4355887"/>
            <a:ext cx="16774" cy="28615"/>
          </a:xfrm>
          <a:prstGeom xmlns:a="http://schemas.openxmlformats.org/drawingml/2006/main" prst="straightConnector1">
            <a:avLst/>
          </a:prstGeom>
          <a:ln xmlns:a="http://schemas.openxmlformats.org/drawingml/2006/main" w="6191">
            <a:solidFill>
              <a:srgbClr val="A9B8C2"/>
            </a:solidFill>
            <a:prstDash val="solid"/>
          </a:ln>
        </p:spPr>
      </p:cxnSp>
      <p:cxnSp>
        <p:nvCxnSpPr>
          <p:cNvPr id="216" name="">
            <a:extLst xmlns:a="http://schemas.openxmlformats.org/drawingml/2006/main">
              <a:ext uri="{FF2B5EF4-FFF2-40B4-BE49-F238E27FC236}">
                <a16:creationId xmlns:a16="http://schemas.microsoft.com/office/drawing/2014/main" id="{A8E39758-E377-4389-97A9-4F857705393A}"/>
              </a:ext>
            </a:extLst>
          </p:cNvPr>
          <p:cNvCxnSpPr/>
          <p:nvPr/>
        </p:nvCxnSpPr>
        <p:spPr>
          <a:xfrm xmlns:a="http://schemas.openxmlformats.org/drawingml/2006/main" flipH="0" flipV="0">
            <a:off x="2718006" y="4275080"/>
            <a:ext cx="55465" cy="2418"/>
          </a:xfrm>
          <a:prstGeom xmlns:a="http://schemas.openxmlformats.org/drawingml/2006/main" prst="straightConnector1">
            <a:avLst/>
          </a:prstGeom>
          <a:ln xmlns:a="http://schemas.openxmlformats.org/drawingml/2006/main" w="6191">
            <a:solidFill>
              <a:srgbClr val="A9B8C2"/>
            </a:solidFill>
            <a:prstDash val="solid"/>
          </a:ln>
        </p:spPr>
      </p:cxnSp>
      <p:cxnSp>
        <p:nvCxnSpPr>
          <p:cNvPr id="217" name="">
            <a:extLst xmlns:a="http://schemas.openxmlformats.org/drawingml/2006/main">
              <a:ext uri="{FF2B5EF4-FFF2-40B4-BE49-F238E27FC236}">
                <a16:creationId xmlns:a16="http://schemas.microsoft.com/office/drawing/2014/main" id="{2432FC62-D152-4A52-8497-A74F0A17D36B}"/>
              </a:ext>
            </a:extLst>
          </p:cNvPr>
          <p:cNvCxnSpPr/>
          <p:nvPr/>
        </p:nvCxnSpPr>
        <p:spPr>
          <a:xfrm xmlns:a="http://schemas.openxmlformats.org/drawingml/2006/main" flipH="0" flipV="1">
            <a:off x="2773470" y="4220268"/>
            <a:ext cx="72646" cy="57230"/>
          </a:xfrm>
          <a:prstGeom xmlns:a="http://schemas.openxmlformats.org/drawingml/2006/main" prst="straightConnector1">
            <a:avLst/>
          </a:prstGeom>
          <a:ln xmlns:a="http://schemas.openxmlformats.org/drawingml/2006/main" w="6191">
            <a:solidFill>
              <a:srgbClr val="A9B8C2"/>
            </a:solidFill>
            <a:prstDash val="solid"/>
          </a:ln>
        </p:spPr>
      </p:cxnSp>
      <p:cxnSp>
        <p:nvCxnSpPr>
          <p:cNvPr id="218" name="">
            <a:extLst xmlns:a="http://schemas.openxmlformats.org/drawingml/2006/main">
              <a:ext uri="{FF2B5EF4-FFF2-40B4-BE49-F238E27FC236}">
                <a16:creationId xmlns:a16="http://schemas.microsoft.com/office/drawing/2014/main" id="{59490244-B26B-4721-983D-FB7F7B8F6BC5}"/>
              </a:ext>
            </a:extLst>
          </p:cNvPr>
          <p:cNvCxnSpPr/>
          <p:nvPr/>
        </p:nvCxnSpPr>
        <p:spPr>
          <a:xfrm xmlns:a="http://schemas.openxmlformats.org/drawingml/2006/main" flipH="0" flipV="1">
            <a:off x="2846116" y="4196490"/>
            <a:ext cx="38288" cy="23779"/>
          </a:xfrm>
          <a:prstGeom xmlns:a="http://schemas.openxmlformats.org/drawingml/2006/main" prst="straightConnector1">
            <a:avLst/>
          </a:prstGeom>
          <a:ln xmlns:a="http://schemas.openxmlformats.org/drawingml/2006/main" w="6191">
            <a:solidFill>
              <a:srgbClr val="A9B8C2"/>
            </a:solidFill>
            <a:prstDash val="solid"/>
          </a:ln>
        </p:spPr>
      </p:cxnSp>
      <p:cxnSp>
        <p:nvCxnSpPr>
          <p:cNvPr id="219" name="">
            <a:extLst xmlns:a="http://schemas.openxmlformats.org/drawingml/2006/main">
              <a:ext uri="{FF2B5EF4-FFF2-40B4-BE49-F238E27FC236}">
                <a16:creationId xmlns:a16="http://schemas.microsoft.com/office/drawing/2014/main" id="{8FF66364-533A-40E8-B044-A1174D786A5B}"/>
              </a:ext>
            </a:extLst>
          </p:cNvPr>
          <p:cNvCxnSpPr/>
          <p:nvPr/>
        </p:nvCxnSpPr>
        <p:spPr>
          <a:xfrm xmlns:a="http://schemas.openxmlformats.org/drawingml/2006/main" flipH="0" flipV="1">
            <a:off x="2884404" y="4192258"/>
            <a:ext cx="42217" cy="4232"/>
          </a:xfrm>
          <a:prstGeom xmlns:a="http://schemas.openxmlformats.org/drawingml/2006/main" prst="straightConnector1">
            <a:avLst/>
          </a:prstGeom>
          <a:ln xmlns:a="http://schemas.openxmlformats.org/drawingml/2006/main" w="6191">
            <a:solidFill>
              <a:srgbClr val="A9B8C2"/>
            </a:solidFill>
            <a:prstDash val="solid"/>
          </a:ln>
        </p:spPr>
      </p:cxnSp>
      <p:cxnSp>
        <p:nvCxnSpPr>
          <p:cNvPr id="220" name="">
            <a:extLst xmlns:a="http://schemas.openxmlformats.org/drawingml/2006/main">
              <a:ext uri="{FF2B5EF4-FFF2-40B4-BE49-F238E27FC236}">
                <a16:creationId xmlns:a16="http://schemas.microsoft.com/office/drawing/2014/main" id="{D206FF2D-B772-4AD5-A555-415CAC4CE069}"/>
              </a:ext>
            </a:extLst>
          </p:cNvPr>
          <p:cNvCxnSpPr/>
          <p:nvPr/>
        </p:nvCxnSpPr>
        <p:spPr>
          <a:xfrm xmlns:a="http://schemas.openxmlformats.org/drawingml/2006/main" flipH="0" flipV="1">
            <a:off x="2926621" y="4172711"/>
            <a:ext cx="116527" cy="19547"/>
          </a:xfrm>
          <a:prstGeom xmlns:a="http://schemas.openxmlformats.org/drawingml/2006/main" prst="straightConnector1">
            <a:avLst/>
          </a:prstGeom>
          <a:ln xmlns:a="http://schemas.openxmlformats.org/drawingml/2006/main" w="6191">
            <a:solidFill>
              <a:srgbClr val="A9B8C2"/>
            </a:solidFill>
            <a:prstDash val="solid"/>
          </a:ln>
        </p:spPr>
      </p:cxnSp>
      <p:cxnSp>
        <p:nvCxnSpPr>
          <p:cNvPr id="221" name="">
            <a:extLst xmlns:a="http://schemas.openxmlformats.org/drawingml/2006/main">
              <a:ext uri="{FF2B5EF4-FFF2-40B4-BE49-F238E27FC236}">
                <a16:creationId xmlns:a16="http://schemas.microsoft.com/office/drawing/2014/main" id="{23DF8ABD-CCFD-46B6-A75C-4079D0DFA2F9}"/>
              </a:ext>
            </a:extLst>
          </p:cNvPr>
          <p:cNvCxnSpPr/>
          <p:nvPr/>
        </p:nvCxnSpPr>
        <p:spPr>
          <a:xfrm xmlns:a="http://schemas.openxmlformats.org/drawingml/2006/main" flipH="0" flipV="0">
            <a:off x="3043148" y="4172711"/>
            <a:ext cx="18439" cy="5239"/>
          </a:xfrm>
          <a:prstGeom xmlns:a="http://schemas.openxmlformats.org/drawingml/2006/main" prst="straightConnector1">
            <a:avLst/>
          </a:prstGeom>
          <a:ln xmlns:a="http://schemas.openxmlformats.org/drawingml/2006/main" w="6191">
            <a:solidFill>
              <a:srgbClr val="A9B8C2"/>
            </a:solidFill>
            <a:prstDash val="solid"/>
          </a:ln>
        </p:spPr>
      </p:cxnSp>
      <p:cxnSp>
        <p:nvCxnSpPr>
          <p:cNvPr id="222" name="">
            <a:extLst xmlns:a="http://schemas.openxmlformats.org/drawingml/2006/main">
              <a:ext uri="{FF2B5EF4-FFF2-40B4-BE49-F238E27FC236}">
                <a16:creationId xmlns:a16="http://schemas.microsoft.com/office/drawing/2014/main" id="{5CAECF73-B691-4871-9382-02D04FD6D314}"/>
              </a:ext>
            </a:extLst>
          </p:cNvPr>
          <p:cNvCxnSpPr/>
          <p:nvPr/>
        </p:nvCxnSpPr>
        <p:spPr>
          <a:xfrm xmlns:a="http://schemas.openxmlformats.org/drawingml/2006/main" flipH="0" flipV="1">
            <a:off x="3061587" y="4065707"/>
            <a:ext cx="80352" cy="112243"/>
          </a:xfrm>
          <a:prstGeom xmlns:a="http://schemas.openxmlformats.org/drawingml/2006/main" prst="straightConnector1">
            <a:avLst/>
          </a:prstGeom>
          <a:ln xmlns:a="http://schemas.openxmlformats.org/drawingml/2006/main" w="6191">
            <a:solidFill>
              <a:srgbClr val="A9B8C2"/>
            </a:solidFill>
            <a:prstDash val="solid"/>
          </a:ln>
        </p:spPr>
      </p:cxnSp>
      <p:cxnSp>
        <p:nvCxnSpPr>
          <p:cNvPr id="223" name="">
            <a:extLst xmlns:a="http://schemas.openxmlformats.org/drawingml/2006/main">
              <a:ext uri="{FF2B5EF4-FFF2-40B4-BE49-F238E27FC236}">
                <a16:creationId xmlns:a16="http://schemas.microsoft.com/office/drawing/2014/main" id="{24EA6B96-D202-4F60-860C-EF2579FC23FE}"/>
              </a:ext>
            </a:extLst>
          </p:cNvPr>
          <p:cNvCxnSpPr/>
          <p:nvPr/>
        </p:nvCxnSpPr>
        <p:spPr>
          <a:xfrm xmlns:a="http://schemas.openxmlformats.org/drawingml/2006/main" flipH="0" flipV="1">
            <a:off x="3177908" y="4093919"/>
            <a:ext cx="42419" cy="23980"/>
          </a:xfrm>
          <a:prstGeom xmlns:a="http://schemas.openxmlformats.org/drawingml/2006/main" prst="straightConnector1">
            <a:avLst/>
          </a:prstGeom>
          <a:ln xmlns:a="http://schemas.openxmlformats.org/drawingml/2006/main" w="6191">
            <a:solidFill>
              <a:srgbClr val="A9B8C2"/>
            </a:solidFill>
            <a:prstDash val="solid"/>
          </a:ln>
        </p:spPr>
      </p:cxnSp>
      <p:cxnSp>
        <p:nvCxnSpPr>
          <p:cNvPr id="224" name="">
            <a:extLst xmlns:a="http://schemas.openxmlformats.org/drawingml/2006/main">
              <a:ext uri="{FF2B5EF4-FFF2-40B4-BE49-F238E27FC236}">
                <a16:creationId xmlns:a16="http://schemas.microsoft.com/office/drawing/2014/main" id="{3109DA6E-CF63-4B73-9144-AA9E56E75024}"/>
              </a:ext>
            </a:extLst>
          </p:cNvPr>
          <p:cNvCxnSpPr/>
          <p:nvPr/>
        </p:nvCxnSpPr>
        <p:spPr>
          <a:xfrm xmlns:a="http://schemas.openxmlformats.org/drawingml/2006/main" flipH="0" flipV="1">
            <a:off x="3220327" y="4030442"/>
            <a:ext cx="41262" cy="63477"/>
          </a:xfrm>
          <a:prstGeom xmlns:a="http://schemas.openxmlformats.org/drawingml/2006/main" prst="straightConnector1">
            <a:avLst/>
          </a:prstGeom>
          <a:ln xmlns:a="http://schemas.openxmlformats.org/drawingml/2006/main" w="6191">
            <a:solidFill>
              <a:srgbClr val="A9B8C2"/>
            </a:solidFill>
            <a:prstDash val="solid"/>
          </a:ln>
        </p:spPr>
      </p:cxnSp>
      <p:cxnSp>
        <p:nvCxnSpPr>
          <p:cNvPr id="225" name="">
            <a:extLst xmlns:a="http://schemas.openxmlformats.org/drawingml/2006/main">
              <a:ext uri="{FF2B5EF4-FFF2-40B4-BE49-F238E27FC236}">
                <a16:creationId xmlns:a16="http://schemas.microsoft.com/office/drawing/2014/main" id="{2C45D504-12CA-423A-BD1F-B399E6607F4C}"/>
              </a:ext>
            </a:extLst>
          </p:cNvPr>
          <p:cNvCxnSpPr/>
          <p:nvPr/>
        </p:nvCxnSpPr>
        <p:spPr>
          <a:xfrm xmlns:a="http://schemas.openxmlformats.org/drawingml/2006/main" flipH="0" flipV="0">
            <a:off x="3069143" y="3961927"/>
            <a:ext cx="72795" cy="103780"/>
          </a:xfrm>
          <a:prstGeom xmlns:a="http://schemas.openxmlformats.org/drawingml/2006/main" prst="straightConnector1">
            <a:avLst/>
          </a:prstGeom>
          <a:ln xmlns:a="http://schemas.openxmlformats.org/drawingml/2006/main" w="6191">
            <a:solidFill>
              <a:srgbClr val="A9B8C2"/>
            </a:solidFill>
            <a:prstDash val="solid"/>
          </a:ln>
        </p:spPr>
      </p:cxnSp>
      <p:cxnSp>
        <p:nvCxnSpPr>
          <p:cNvPr id="226" name="">
            <a:extLst xmlns:a="http://schemas.openxmlformats.org/drawingml/2006/main">
              <a:ext uri="{FF2B5EF4-FFF2-40B4-BE49-F238E27FC236}">
                <a16:creationId xmlns:a16="http://schemas.microsoft.com/office/drawing/2014/main" id="{2F1FFA14-6DA8-40E7-BF54-706E640134F5}"/>
              </a:ext>
            </a:extLst>
          </p:cNvPr>
          <p:cNvCxnSpPr/>
          <p:nvPr/>
        </p:nvCxnSpPr>
        <p:spPr>
          <a:xfrm xmlns:a="http://schemas.openxmlformats.org/drawingml/2006/main" flipH="0" flipV="0">
            <a:off x="3141938" y="4065707"/>
            <a:ext cx="35970" cy="52192"/>
          </a:xfrm>
          <a:prstGeom xmlns:a="http://schemas.openxmlformats.org/drawingml/2006/main" prst="straightConnector1">
            <a:avLst/>
          </a:prstGeom>
          <a:ln xmlns:a="http://schemas.openxmlformats.org/drawingml/2006/main" w="6191">
            <a:solidFill>
              <a:srgbClr val="A9B8C2"/>
            </a:solidFill>
            <a:prstDash val="solid"/>
          </a:ln>
        </p:spPr>
      </p:cxnSp>
      <p:cxnSp>
        <p:nvCxnSpPr>
          <p:cNvPr id="227" name="">
            <a:extLst xmlns:a="http://schemas.openxmlformats.org/drawingml/2006/main">
              <a:ext uri="{FF2B5EF4-FFF2-40B4-BE49-F238E27FC236}">
                <a16:creationId xmlns:a16="http://schemas.microsoft.com/office/drawing/2014/main" id="{FE067294-D20E-4F58-8000-6F9F541CEFA2}"/>
              </a:ext>
            </a:extLst>
          </p:cNvPr>
          <p:cNvCxnSpPr/>
          <p:nvPr/>
        </p:nvCxnSpPr>
        <p:spPr>
          <a:xfrm xmlns:a="http://schemas.openxmlformats.org/drawingml/2006/main" flipH="0" flipV="0">
            <a:off x="3177908" y="4117899"/>
            <a:ext cx="24335" cy="33854"/>
          </a:xfrm>
          <a:prstGeom xmlns:a="http://schemas.openxmlformats.org/drawingml/2006/main" prst="straightConnector1">
            <a:avLst/>
          </a:prstGeom>
          <a:ln xmlns:a="http://schemas.openxmlformats.org/drawingml/2006/main" w="6191">
            <a:solidFill>
              <a:srgbClr val="A9B8C2"/>
            </a:solidFill>
            <a:prstDash val="solid"/>
          </a:ln>
        </p:spPr>
      </p:cxnSp>
      <p:cxnSp>
        <p:nvCxnSpPr>
          <p:cNvPr id="228" name="">
            <a:extLst xmlns:a="http://schemas.openxmlformats.org/drawingml/2006/main">
              <a:ext uri="{FF2B5EF4-FFF2-40B4-BE49-F238E27FC236}">
                <a16:creationId xmlns:a16="http://schemas.microsoft.com/office/drawing/2014/main" id="{B9784FBB-FA7E-4E3C-952D-538D5F494398}"/>
              </a:ext>
            </a:extLst>
          </p:cNvPr>
          <p:cNvCxnSpPr/>
          <p:nvPr/>
        </p:nvCxnSpPr>
        <p:spPr>
          <a:xfrm xmlns:a="http://schemas.openxmlformats.org/drawingml/2006/main" flipH="0" flipV="0">
            <a:off x="3202243" y="4151753"/>
            <a:ext cx="96775" cy="78187"/>
          </a:xfrm>
          <a:prstGeom xmlns:a="http://schemas.openxmlformats.org/drawingml/2006/main" prst="straightConnector1">
            <a:avLst/>
          </a:prstGeom>
          <a:ln xmlns:a="http://schemas.openxmlformats.org/drawingml/2006/main" w="6191">
            <a:solidFill>
              <a:srgbClr val="A9B8C2"/>
            </a:solidFill>
            <a:prstDash val="solid"/>
          </a:ln>
        </p:spPr>
      </p:cxnSp>
      <p:cxnSp>
        <p:nvCxnSpPr>
          <p:cNvPr id="229" name="">
            <a:extLst xmlns:a="http://schemas.openxmlformats.org/drawingml/2006/main">
              <a:ext uri="{FF2B5EF4-FFF2-40B4-BE49-F238E27FC236}">
                <a16:creationId xmlns:a16="http://schemas.microsoft.com/office/drawing/2014/main" id="{6401A90C-2440-4D69-93EA-96238F6AC1D2}"/>
              </a:ext>
            </a:extLst>
          </p:cNvPr>
          <p:cNvCxnSpPr/>
          <p:nvPr/>
        </p:nvCxnSpPr>
        <p:spPr>
          <a:xfrm xmlns:a="http://schemas.openxmlformats.org/drawingml/2006/main" flipH="0" flipV="0">
            <a:off x="3299018" y="4229941"/>
            <a:ext cx="66197" cy="49572"/>
          </a:xfrm>
          <a:prstGeom xmlns:a="http://schemas.openxmlformats.org/drawingml/2006/main" prst="straightConnector1">
            <a:avLst/>
          </a:prstGeom>
          <a:ln xmlns:a="http://schemas.openxmlformats.org/drawingml/2006/main" w="6191">
            <a:solidFill>
              <a:srgbClr val="A9B8C2"/>
            </a:solidFill>
            <a:prstDash val="solid"/>
          </a:ln>
        </p:spPr>
      </p:cxnSp>
      <p:cxnSp>
        <p:nvCxnSpPr>
          <p:cNvPr id="230" name="">
            <a:extLst xmlns:a="http://schemas.openxmlformats.org/drawingml/2006/main">
              <a:ext uri="{FF2B5EF4-FFF2-40B4-BE49-F238E27FC236}">
                <a16:creationId xmlns:a16="http://schemas.microsoft.com/office/drawing/2014/main" id="{4B7AF6B7-9A0A-4D8E-9FA1-20C4394FF177}"/>
              </a:ext>
            </a:extLst>
          </p:cNvPr>
          <p:cNvCxnSpPr/>
          <p:nvPr/>
        </p:nvCxnSpPr>
        <p:spPr>
          <a:xfrm xmlns:a="http://schemas.openxmlformats.org/drawingml/2006/main" flipH="0" flipV="0">
            <a:off x="3365215" y="4279513"/>
            <a:ext cx="55872" cy="76374"/>
          </a:xfrm>
          <a:prstGeom xmlns:a="http://schemas.openxmlformats.org/drawingml/2006/main" prst="straightConnector1">
            <a:avLst/>
          </a:prstGeom>
          <a:ln xmlns:a="http://schemas.openxmlformats.org/drawingml/2006/main" w="6191">
            <a:solidFill>
              <a:srgbClr val="A9B8C2"/>
            </a:solidFill>
            <a:prstDash val="solid"/>
          </a:ln>
        </p:spPr>
      </p:cxnSp>
      <p:cxnSp>
        <p:nvCxnSpPr>
          <p:cNvPr id="231" name="">
            <a:extLst xmlns:a="http://schemas.openxmlformats.org/drawingml/2006/main">
              <a:ext uri="{FF2B5EF4-FFF2-40B4-BE49-F238E27FC236}">
                <a16:creationId xmlns:a16="http://schemas.microsoft.com/office/drawing/2014/main" id="{E4E6834E-687B-47F6-8087-68A70033E331}"/>
              </a:ext>
            </a:extLst>
          </p:cNvPr>
          <p:cNvCxnSpPr/>
          <p:nvPr/>
        </p:nvCxnSpPr>
        <p:spPr>
          <a:xfrm xmlns:a="http://schemas.openxmlformats.org/drawingml/2006/main" flipH="0" flipV="0">
            <a:off x="3421087" y="4355887"/>
            <a:ext cx="29018" cy="33048"/>
          </a:xfrm>
          <a:prstGeom xmlns:a="http://schemas.openxmlformats.org/drawingml/2006/main" prst="straightConnector1">
            <a:avLst/>
          </a:prstGeom>
          <a:ln xmlns:a="http://schemas.openxmlformats.org/drawingml/2006/main" w="6191">
            <a:solidFill>
              <a:srgbClr val="A9B8C2"/>
            </a:solidFill>
            <a:prstDash val="solid"/>
          </a:ln>
        </p:spPr>
      </p:cxnSp>
      <p:cxnSp>
        <p:nvCxnSpPr>
          <p:cNvPr id="232" name="">
            <a:extLst xmlns:a="http://schemas.openxmlformats.org/drawingml/2006/main">
              <a:ext uri="{FF2B5EF4-FFF2-40B4-BE49-F238E27FC236}">
                <a16:creationId xmlns:a16="http://schemas.microsoft.com/office/drawing/2014/main" id="{E147E41D-1DCF-4BAB-832D-9C597595236D}"/>
              </a:ext>
            </a:extLst>
          </p:cNvPr>
          <p:cNvCxnSpPr/>
          <p:nvPr/>
        </p:nvCxnSpPr>
        <p:spPr>
          <a:xfrm xmlns:a="http://schemas.openxmlformats.org/drawingml/2006/main" flipH="0" flipV="0">
            <a:off x="3450105" y="4388935"/>
            <a:ext cx="92342" cy="51588"/>
          </a:xfrm>
          <a:prstGeom xmlns:a="http://schemas.openxmlformats.org/drawingml/2006/main" prst="straightConnector1">
            <a:avLst/>
          </a:prstGeom>
          <a:ln xmlns:a="http://schemas.openxmlformats.org/drawingml/2006/main" w="6191">
            <a:solidFill>
              <a:srgbClr val="A9B8C2"/>
            </a:solidFill>
            <a:prstDash val="solid"/>
          </a:ln>
        </p:spPr>
      </p:cxnSp>
      <p:cxnSp>
        <p:nvCxnSpPr>
          <p:cNvPr id="233" name="">
            <a:extLst xmlns:a="http://schemas.openxmlformats.org/drawingml/2006/main">
              <a:ext uri="{FF2B5EF4-FFF2-40B4-BE49-F238E27FC236}">
                <a16:creationId xmlns:a16="http://schemas.microsoft.com/office/drawing/2014/main" id="{57B3BAF2-01A7-4202-8D8F-C6D14879D3DD}"/>
              </a:ext>
            </a:extLst>
          </p:cNvPr>
          <p:cNvCxnSpPr/>
          <p:nvPr/>
        </p:nvCxnSpPr>
        <p:spPr>
          <a:xfrm xmlns:a="http://schemas.openxmlformats.org/drawingml/2006/main" flipH="0" flipV="0">
            <a:off x="3542447" y="4440523"/>
            <a:ext cx="48919" cy="37482"/>
          </a:xfrm>
          <a:prstGeom xmlns:a="http://schemas.openxmlformats.org/drawingml/2006/main" prst="straightConnector1">
            <a:avLst/>
          </a:prstGeom>
          <a:ln xmlns:a="http://schemas.openxmlformats.org/drawingml/2006/main" w="6191">
            <a:solidFill>
              <a:srgbClr val="A9B8C2"/>
            </a:solidFill>
            <a:prstDash val="solid"/>
          </a:ln>
        </p:spPr>
      </p:cxnSp>
      <p:cxnSp>
        <p:nvCxnSpPr>
          <p:cNvPr id="234" name="">
            <a:extLst xmlns:a="http://schemas.openxmlformats.org/drawingml/2006/main">
              <a:ext uri="{FF2B5EF4-FFF2-40B4-BE49-F238E27FC236}">
                <a16:creationId xmlns:a16="http://schemas.microsoft.com/office/drawing/2014/main" id="{497E890C-72BA-4B4A-BE99-6E6DF724C852}"/>
              </a:ext>
            </a:extLst>
          </p:cNvPr>
          <p:cNvCxnSpPr/>
          <p:nvPr/>
        </p:nvCxnSpPr>
        <p:spPr>
          <a:xfrm xmlns:a="http://schemas.openxmlformats.org/drawingml/2006/main" flipH="0" flipV="0">
            <a:off x="3591366" y="4478004"/>
            <a:ext cx="67608" cy="69522"/>
          </a:xfrm>
          <a:prstGeom xmlns:a="http://schemas.openxmlformats.org/drawingml/2006/main" prst="straightConnector1">
            <a:avLst/>
          </a:prstGeom>
          <a:ln xmlns:a="http://schemas.openxmlformats.org/drawingml/2006/main" w="6191">
            <a:solidFill>
              <a:srgbClr val="A9B8C2"/>
            </a:solidFill>
            <a:prstDash val="solid"/>
          </a:ln>
        </p:spPr>
      </p:cxnSp>
      <p:cxnSp>
        <p:nvCxnSpPr>
          <p:cNvPr id="235" name="">
            <a:extLst xmlns:a="http://schemas.openxmlformats.org/drawingml/2006/main">
              <a:ext uri="{FF2B5EF4-FFF2-40B4-BE49-F238E27FC236}">
                <a16:creationId xmlns:a16="http://schemas.microsoft.com/office/drawing/2014/main" id="{47944210-5A88-4454-B046-AED8EB3E63F8}"/>
              </a:ext>
            </a:extLst>
          </p:cNvPr>
          <p:cNvCxnSpPr/>
          <p:nvPr/>
        </p:nvCxnSpPr>
        <p:spPr>
          <a:xfrm xmlns:a="http://schemas.openxmlformats.org/drawingml/2006/main" flipH="0" flipV="1">
            <a:off x="3261589" y="3900869"/>
            <a:ext cx="83072" cy="129573"/>
          </a:xfrm>
          <a:prstGeom xmlns:a="http://schemas.openxmlformats.org/drawingml/2006/main" prst="straightConnector1">
            <a:avLst/>
          </a:prstGeom>
          <a:ln xmlns:a="http://schemas.openxmlformats.org/drawingml/2006/main" w="6191">
            <a:solidFill>
              <a:srgbClr val="A9B8C2"/>
            </a:solidFill>
            <a:prstDash val="solid"/>
          </a:ln>
        </p:spPr>
      </p:cxnSp>
      <p:cxnSp>
        <p:nvCxnSpPr>
          <p:cNvPr id="236" name="">
            <a:extLst xmlns:a="http://schemas.openxmlformats.org/drawingml/2006/main">
              <a:ext uri="{FF2B5EF4-FFF2-40B4-BE49-F238E27FC236}">
                <a16:creationId xmlns:a16="http://schemas.microsoft.com/office/drawing/2014/main" id="{D49E4EC9-77AB-4DEE-B689-809FCB7CBC65}"/>
              </a:ext>
            </a:extLst>
          </p:cNvPr>
          <p:cNvCxnSpPr/>
          <p:nvPr/>
        </p:nvCxnSpPr>
        <p:spPr>
          <a:xfrm xmlns:a="http://schemas.openxmlformats.org/drawingml/2006/main" flipH="0" flipV="1">
            <a:off x="3344661" y="3770086"/>
            <a:ext cx="75769" cy="130782"/>
          </a:xfrm>
          <a:prstGeom xmlns:a="http://schemas.openxmlformats.org/drawingml/2006/main" prst="straightConnector1">
            <a:avLst/>
          </a:prstGeom>
          <a:ln xmlns:a="http://schemas.openxmlformats.org/drawingml/2006/main" w="6191">
            <a:solidFill>
              <a:srgbClr val="A9B8C2"/>
            </a:solidFill>
            <a:prstDash val="solid"/>
          </a:ln>
        </p:spPr>
      </p:cxnSp>
      <p:cxnSp>
        <p:nvCxnSpPr>
          <p:cNvPr id="237" name="">
            <a:extLst xmlns:a="http://schemas.openxmlformats.org/drawingml/2006/main">
              <a:ext uri="{FF2B5EF4-FFF2-40B4-BE49-F238E27FC236}">
                <a16:creationId xmlns:a16="http://schemas.microsoft.com/office/drawing/2014/main" id="{610F93B2-5DDC-4D7C-85CF-1B57462C4457}"/>
              </a:ext>
            </a:extLst>
          </p:cNvPr>
          <p:cNvCxnSpPr/>
          <p:nvPr/>
        </p:nvCxnSpPr>
        <p:spPr>
          <a:xfrm xmlns:a="http://schemas.openxmlformats.org/drawingml/2006/main" flipH="0" flipV="1">
            <a:off x="3420430" y="3644745"/>
            <a:ext cx="27406" cy="125342"/>
          </a:xfrm>
          <a:prstGeom xmlns:a="http://schemas.openxmlformats.org/drawingml/2006/main" prst="straightConnector1">
            <a:avLst/>
          </a:prstGeom>
          <a:ln xmlns:a="http://schemas.openxmlformats.org/drawingml/2006/main" w="6191">
            <a:solidFill>
              <a:srgbClr val="A9B8C2"/>
            </a:solidFill>
            <a:prstDash val="solid"/>
          </a:ln>
        </p:spPr>
      </p:cxnSp>
      <p:cxnSp>
        <p:nvCxnSpPr>
          <p:cNvPr id="238" name="">
            <a:extLst xmlns:a="http://schemas.openxmlformats.org/drawingml/2006/main">
              <a:ext uri="{FF2B5EF4-FFF2-40B4-BE49-F238E27FC236}">
                <a16:creationId xmlns:a16="http://schemas.microsoft.com/office/drawing/2014/main" id="{B6AA3835-34AD-43D7-AD21-D1926019943C}"/>
              </a:ext>
            </a:extLst>
          </p:cNvPr>
          <p:cNvCxnSpPr/>
          <p:nvPr/>
        </p:nvCxnSpPr>
        <p:spPr>
          <a:xfrm xmlns:a="http://schemas.openxmlformats.org/drawingml/2006/main" flipH="0" flipV="1">
            <a:off x="3447836" y="3605450"/>
            <a:ext cx="15315" cy="39295"/>
          </a:xfrm>
          <a:prstGeom xmlns:a="http://schemas.openxmlformats.org/drawingml/2006/main" prst="straightConnector1">
            <a:avLst/>
          </a:prstGeom>
          <a:ln xmlns:a="http://schemas.openxmlformats.org/drawingml/2006/main" w="6191">
            <a:solidFill>
              <a:srgbClr val="A9B8C2"/>
            </a:solidFill>
            <a:prstDash val="solid"/>
          </a:ln>
        </p:spPr>
      </p:cxnSp>
      <p:cxnSp>
        <p:nvCxnSpPr>
          <p:cNvPr id="239" name="">
            <a:extLst xmlns:a="http://schemas.openxmlformats.org/drawingml/2006/main">
              <a:ext uri="{FF2B5EF4-FFF2-40B4-BE49-F238E27FC236}">
                <a16:creationId xmlns:a16="http://schemas.microsoft.com/office/drawing/2014/main" id="{45F02BE2-BD56-4249-9FE6-D985FA85FD30}"/>
              </a:ext>
            </a:extLst>
          </p:cNvPr>
          <p:cNvCxnSpPr/>
          <p:nvPr/>
        </p:nvCxnSpPr>
        <p:spPr>
          <a:xfrm xmlns:a="http://schemas.openxmlformats.org/drawingml/2006/main" flipH="0" flipV="1">
            <a:off x="3463151" y="3601419"/>
            <a:ext cx="16980" cy="4030"/>
          </a:xfrm>
          <a:prstGeom xmlns:a="http://schemas.openxmlformats.org/drawingml/2006/main" prst="straightConnector1">
            <a:avLst/>
          </a:prstGeom>
          <a:ln xmlns:a="http://schemas.openxmlformats.org/drawingml/2006/main" w="6191">
            <a:solidFill>
              <a:srgbClr val="A9B8C2"/>
            </a:solidFill>
            <a:prstDash val="solid"/>
          </a:ln>
        </p:spPr>
      </p:cxnSp>
      <p:cxnSp>
        <p:nvCxnSpPr>
          <p:cNvPr id="240" name="">
            <a:extLst xmlns:a="http://schemas.openxmlformats.org/drawingml/2006/main">
              <a:ext uri="{FF2B5EF4-FFF2-40B4-BE49-F238E27FC236}">
                <a16:creationId xmlns:a16="http://schemas.microsoft.com/office/drawing/2014/main" id="{D730B367-5932-4A72-AA16-04928EF17C1B}"/>
              </a:ext>
            </a:extLst>
          </p:cNvPr>
          <p:cNvCxnSpPr/>
          <p:nvPr/>
        </p:nvCxnSpPr>
        <p:spPr>
          <a:xfrm xmlns:a="http://schemas.openxmlformats.org/drawingml/2006/main" flipH="0" flipV="0">
            <a:off x="3480131" y="3601419"/>
            <a:ext cx="150781" cy="65290"/>
          </a:xfrm>
          <a:prstGeom xmlns:a="http://schemas.openxmlformats.org/drawingml/2006/main" prst="straightConnector1">
            <a:avLst/>
          </a:prstGeom>
          <a:ln xmlns:a="http://schemas.openxmlformats.org/drawingml/2006/main" w="6191">
            <a:solidFill>
              <a:srgbClr val="A9B8C2"/>
            </a:solidFill>
            <a:prstDash val="solid"/>
          </a:ln>
        </p:spPr>
      </p:cxnSp>
      <p:cxnSp>
        <p:nvCxnSpPr>
          <p:cNvPr id="241" name="">
            <a:extLst xmlns:a="http://schemas.openxmlformats.org/drawingml/2006/main">
              <a:ext uri="{FF2B5EF4-FFF2-40B4-BE49-F238E27FC236}">
                <a16:creationId xmlns:a16="http://schemas.microsoft.com/office/drawing/2014/main" id="{6ADB1ACE-4FAD-459E-B4EC-8EE6BD414D43}"/>
              </a:ext>
            </a:extLst>
          </p:cNvPr>
          <p:cNvCxnSpPr/>
          <p:nvPr/>
        </p:nvCxnSpPr>
        <p:spPr>
          <a:xfrm xmlns:a="http://schemas.openxmlformats.org/drawingml/2006/main" flipH="0" flipV="0">
            <a:off x="3630911" y="3666710"/>
            <a:ext cx="141463" cy="66298"/>
          </a:xfrm>
          <a:prstGeom xmlns:a="http://schemas.openxmlformats.org/drawingml/2006/main" prst="straightConnector1">
            <a:avLst/>
          </a:prstGeom>
          <a:ln xmlns:a="http://schemas.openxmlformats.org/drawingml/2006/main" w="6191">
            <a:solidFill>
              <a:srgbClr val="A9B8C2"/>
            </a:solidFill>
            <a:prstDash val="solid"/>
          </a:ln>
        </p:spPr>
      </p:cxnSp>
      <p:cxnSp>
        <p:nvCxnSpPr>
          <p:cNvPr id="242" name="">
            <a:extLst xmlns:a="http://schemas.openxmlformats.org/drawingml/2006/main">
              <a:ext uri="{FF2B5EF4-FFF2-40B4-BE49-F238E27FC236}">
                <a16:creationId xmlns:a16="http://schemas.microsoft.com/office/drawing/2014/main" id="{9D47D4F5-DAF3-43EE-855C-E4058627981B}"/>
              </a:ext>
            </a:extLst>
          </p:cNvPr>
          <p:cNvCxnSpPr/>
          <p:nvPr/>
        </p:nvCxnSpPr>
        <p:spPr>
          <a:xfrm xmlns:a="http://schemas.openxmlformats.org/drawingml/2006/main" flipH="0" flipV="0">
            <a:off x="3772374" y="3733008"/>
            <a:ext cx="43023" cy="1411"/>
          </a:xfrm>
          <a:prstGeom xmlns:a="http://schemas.openxmlformats.org/drawingml/2006/main" prst="straightConnector1">
            <a:avLst/>
          </a:prstGeom>
          <a:ln xmlns:a="http://schemas.openxmlformats.org/drawingml/2006/main" w="6191">
            <a:solidFill>
              <a:srgbClr val="A9B8C2"/>
            </a:solidFill>
            <a:prstDash val="solid"/>
          </a:ln>
        </p:spPr>
      </p:cxnSp>
      <p:cxnSp>
        <p:nvCxnSpPr>
          <p:cNvPr id="243" name="">
            <a:extLst xmlns:a="http://schemas.openxmlformats.org/drawingml/2006/main">
              <a:ext uri="{FF2B5EF4-FFF2-40B4-BE49-F238E27FC236}">
                <a16:creationId xmlns:a16="http://schemas.microsoft.com/office/drawing/2014/main" id="{AE161CE9-6FE6-4042-8F4A-A9C7D6FB9500}"/>
              </a:ext>
            </a:extLst>
          </p:cNvPr>
          <p:cNvCxnSpPr/>
          <p:nvPr/>
        </p:nvCxnSpPr>
        <p:spPr>
          <a:xfrm xmlns:a="http://schemas.openxmlformats.org/drawingml/2006/main" flipH="0" flipV="0">
            <a:off x="3815397" y="3734418"/>
            <a:ext cx="5542" cy="33854"/>
          </a:xfrm>
          <a:prstGeom xmlns:a="http://schemas.openxmlformats.org/drawingml/2006/main" prst="straightConnector1">
            <a:avLst/>
          </a:prstGeom>
          <a:ln xmlns:a="http://schemas.openxmlformats.org/drawingml/2006/main" w="6191">
            <a:solidFill>
              <a:srgbClr val="A9B8C2"/>
            </a:solidFill>
            <a:prstDash val="solid"/>
          </a:ln>
        </p:spPr>
      </p:cxnSp>
      <p:cxnSp>
        <p:nvCxnSpPr>
          <p:cNvPr id="244" name="">
            <a:extLst xmlns:a="http://schemas.openxmlformats.org/drawingml/2006/main">
              <a:ext uri="{FF2B5EF4-FFF2-40B4-BE49-F238E27FC236}">
                <a16:creationId xmlns:a16="http://schemas.microsoft.com/office/drawing/2014/main" id="{FFEC4305-B298-4EE6-AC37-8414515A9784}"/>
              </a:ext>
            </a:extLst>
          </p:cNvPr>
          <p:cNvCxnSpPr/>
          <p:nvPr/>
        </p:nvCxnSpPr>
        <p:spPr>
          <a:xfrm xmlns:a="http://schemas.openxmlformats.org/drawingml/2006/main" flipH="0" flipV="0">
            <a:off x="3820939" y="3768273"/>
            <a:ext cx="69474" cy="51386"/>
          </a:xfrm>
          <a:prstGeom xmlns:a="http://schemas.openxmlformats.org/drawingml/2006/main" prst="straightConnector1">
            <a:avLst/>
          </a:prstGeom>
          <a:ln xmlns:a="http://schemas.openxmlformats.org/drawingml/2006/main" w="6191">
            <a:solidFill>
              <a:srgbClr val="A9B8C2"/>
            </a:solidFill>
            <a:prstDash val="solid"/>
          </a:ln>
        </p:spPr>
      </p:cxnSp>
      <p:cxnSp>
        <p:nvCxnSpPr>
          <p:cNvPr id="245" name="">
            <a:extLst xmlns:a="http://schemas.openxmlformats.org/drawingml/2006/main">
              <a:ext uri="{FF2B5EF4-FFF2-40B4-BE49-F238E27FC236}">
                <a16:creationId xmlns:a16="http://schemas.microsoft.com/office/drawing/2014/main" id="{D47CA94C-AB7F-4DDE-ADB4-2971457098A2}"/>
              </a:ext>
            </a:extLst>
          </p:cNvPr>
          <p:cNvCxnSpPr/>
          <p:nvPr/>
        </p:nvCxnSpPr>
        <p:spPr>
          <a:xfrm xmlns:a="http://schemas.openxmlformats.org/drawingml/2006/main" flipH="0" flipV="0">
            <a:off x="3890413" y="3819659"/>
            <a:ext cx="41512" cy="23174"/>
          </a:xfrm>
          <a:prstGeom xmlns:a="http://schemas.openxmlformats.org/drawingml/2006/main" prst="straightConnector1">
            <a:avLst/>
          </a:prstGeom>
          <a:ln xmlns:a="http://schemas.openxmlformats.org/drawingml/2006/main" w="6191">
            <a:solidFill>
              <a:srgbClr val="A9B8C2"/>
            </a:solidFill>
            <a:prstDash val="solid"/>
          </a:ln>
        </p:spPr>
      </p:cxnSp>
      <p:cxnSp>
        <p:nvCxnSpPr>
          <p:cNvPr id="246" name="">
            <a:extLst xmlns:a="http://schemas.openxmlformats.org/drawingml/2006/main">
              <a:ext uri="{FF2B5EF4-FFF2-40B4-BE49-F238E27FC236}">
                <a16:creationId xmlns:a16="http://schemas.microsoft.com/office/drawing/2014/main" id="{6A72C6C7-DB14-4773-9A50-E8BD1020FC5F}"/>
              </a:ext>
            </a:extLst>
          </p:cNvPr>
          <p:cNvCxnSpPr/>
          <p:nvPr/>
        </p:nvCxnSpPr>
        <p:spPr>
          <a:xfrm xmlns:a="http://schemas.openxmlformats.org/drawingml/2006/main" flipH="0" flipV="0">
            <a:off x="3931925" y="3842833"/>
            <a:ext cx="75467" cy="32242"/>
          </a:xfrm>
          <a:prstGeom xmlns:a="http://schemas.openxmlformats.org/drawingml/2006/main" prst="straightConnector1">
            <a:avLst/>
          </a:prstGeom>
          <a:ln xmlns:a="http://schemas.openxmlformats.org/drawingml/2006/main" w="6191">
            <a:solidFill>
              <a:srgbClr val="A9B8C2"/>
            </a:solidFill>
            <a:prstDash val="solid"/>
          </a:ln>
        </p:spPr>
      </p:cxnSp>
      <p:cxnSp>
        <p:nvCxnSpPr>
          <p:cNvPr id="247" name="">
            <a:extLst xmlns:a="http://schemas.openxmlformats.org/drawingml/2006/main">
              <a:ext uri="{FF2B5EF4-FFF2-40B4-BE49-F238E27FC236}">
                <a16:creationId xmlns:a16="http://schemas.microsoft.com/office/drawing/2014/main" id="{BE3C9EF8-4F58-4FCB-A10A-09D0AB3B1DC5}"/>
              </a:ext>
            </a:extLst>
          </p:cNvPr>
          <p:cNvCxnSpPr/>
          <p:nvPr/>
        </p:nvCxnSpPr>
        <p:spPr>
          <a:xfrm xmlns:a="http://schemas.openxmlformats.org/drawingml/2006/main" flipH="1" flipV="1">
            <a:off x="1822627" y="3977646"/>
            <a:ext cx="10680" cy="5038"/>
          </a:xfrm>
          <a:prstGeom xmlns:a="http://schemas.openxmlformats.org/drawingml/2006/main" prst="straightConnector1">
            <a:avLst/>
          </a:prstGeom>
          <a:ln xmlns:a="http://schemas.openxmlformats.org/drawingml/2006/main" w="6191">
            <a:solidFill>
              <a:srgbClr val="A9B8C2"/>
            </a:solidFill>
            <a:prstDash val="solid"/>
          </a:ln>
        </p:spPr>
      </p:cxnSp>
      <p:cxnSp>
        <p:nvCxnSpPr>
          <p:cNvPr id="248" name="">
            <a:extLst xmlns:a="http://schemas.openxmlformats.org/drawingml/2006/main">
              <a:ext uri="{FF2B5EF4-FFF2-40B4-BE49-F238E27FC236}">
                <a16:creationId xmlns:a16="http://schemas.microsoft.com/office/drawing/2014/main" id="{A52FFC38-55DF-48C3-909F-B4328999A642}"/>
              </a:ext>
            </a:extLst>
          </p:cNvPr>
          <p:cNvCxnSpPr/>
          <p:nvPr/>
        </p:nvCxnSpPr>
        <p:spPr>
          <a:xfrm xmlns:a="http://schemas.openxmlformats.org/drawingml/2006/main" flipH="0" flipV="1">
            <a:off x="1822627" y="3916385"/>
            <a:ext cx="31489" cy="61260"/>
          </a:xfrm>
          <a:prstGeom xmlns:a="http://schemas.openxmlformats.org/drawingml/2006/main" prst="straightConnector1">
            <a:avLst/>
          </a:prstGeom>
          <a:ln xmlns:a="http://schemas.openxmlformats.org/drawingml/2006/main" w="6191">
            <a:solidFill>
              <a:srgbClr val="A9B8C2"/>
            </a:solidFill>
            <a:prstDash val="solid"/>
          </a:ln>
        </p:spPr>
      </p:cxnSp>
      <p:cxnSp>
        <p:nvCxnSpPr>
          <p:cNvPr id="249" name="">
            <a:extLst xmlns:a="http://schemas.openxmlformats.org/drawingml/2006/main">
              <a:ext uri="{FF2B5EF4-FFF2-40B4-BE49-F238E27FC236}">
                <a16:creationId xmlns:a16="http://schemas.microsoft.com/office/drawing/2014/main" id="{E0033926-9B1A-4E0B-A4F4-35F529D1011D}"/>
              </a:ext>
            </a:extLst>
          </p:cNvPr>
          <p:cNvCxnSpPr/>
          <p:nvPr/>
        </p:nvCxnSpPr>
        <p:spPr>
          <a:xfrm xmlns:a="http://schemas.openxmlformats.org/drawingml/2006/main" flipH="1" flipV="1">
            <a:off x="1761621" y="3873261"/>
            <a:ext cx="92495" cy="43124"/>
          </a:xfrm>
          <a:prstGeom xmlns:a="http://schemas.openxmlformats.org/drawingml/2006/main" prst="straightConnector1">
            <a:avLst/>
          </a:prstGeom>
          <a:ln xmlns:a="http://schemas.openxmlformats.org/drawingml/2006/main" w="6191">
            <a:solidFill>
              <a:srgbClr val="A9B8C2"/>
            </a:solidFill>
            <a:prstDash val="solid"/>
          </a:ln>
        </p:spPr>
      </p:cxnSp>
      <p:cxnSp>
        <p:nvCxnSpPr>
          <p:cNvPr id="250" name="">
            <a:extLst xmlns:a="http://schemas.openxmlformats.org/drawingml/2006/main">
              <a:ext uri="{FF2B5EF4-FFF2-40B4-BE49-F238E27FC236}">
                <a16:creationId xmlns:a16="http://schemas.microsoft.com/office/drawing/2014/main" id="{3A29A59F-81B0-4494-9771-FE907E9735A7}"/>
              </a:ext>
            </a:extLst>
          </p:cNvPr>
          <p:cNvCxnSpPr/>
          <p:nvPr/>
        </p:nvCxnSpPr>
        <p:spPr>
          <a:xfrm xmlns:a="http://schemas.openxmlformats.org/drawingml/2006/main" flipH="1" flipV="1">
            <a:off x="1642930" y="3816435"/>
            <a:ext cx="118692" cy="56827"/>
          </a:xfrm>
          <a:prstGeom xmlns:a="http://schemas.openxmlformats.org/drawingml/2006/main" prst="straightConnector1">
            <a:avLst/>
          </a:prstGeom>
          <a:ln xmlns:a="http://schemas.openxmlformats.org/drawingml/2006/main" w="6191">
            <a:solidFill>
              <a:srgbClr val="A9B8C2"/>
            </a:solidFill>
            <a:prstDash val="solid"/>
          </a:ln>
        </p:spPr>
      </p:cxnSp>
      <p:cxnSp>
        <p:nvCxnSpPr>
          <p:cNvPr id="251" name="">
            <a:extLst xmlns:a="http://schemas.openxmlformats.org/drawingml/2006/main">
              <a:ext uri="{FF2B5EF4-FFF2-40B4-BE49-F238E27FC236}">
                <a16:creationId xmlns:a16="http://schemas.microsoft.com/office/drawing/2014/main" id="{F03A6C6F-3E3C-4314-BC37-22B11B1EDEB7}"/>
              </a:ext>
            </a:extLst>
          </p:cNvPr>
          <p:cNvCxnSpPr/>
          <p:nvPr/>
        </p:nvCxnSpPr>
        <p:spPr>
          <a:xfrm xmlns:a="http://schemas.openxmlformats.org/drawingml/2006/main" flipH="0" flipV="1">
            <a:off x="1642930" y="3687063"/>
            <a:ext cx="57480" cy="129372"/>
          </a:xfrm>
          <a:prstGeom xmlns:a="http://schemas.openxmlformats.org/drawingml/2006/main" prst="straightConnector1">
            <a:avLst/>
          </a:prstGeom>
          <a:ln xmlns:a="http://schemas.openxmlformats.org/drawingml/2006/main" w="6191">
            <a:solidFill>
              <a:srgbClr val="A9B8C2"/>
            </a:solidFill>
            <a:prstDash val="solid"/>
          </a:ln>
        </p:spPr>
      </p:cxnSp>
      <p:cxnSp>
        <p:nvCxnSpPr>
          <p:cNvPr id="252" name="">
            <a:extLst xmlns:a="http://schemas.openxmlformats.org/drawingml/2006/main">
              <a:ext uri="{FF2B5EF4-FFF2-40B4-BE49-F238E27FC236}">
                <a16:creationId xmlns:a16="http://schemas.microsoft.com/office/drawing/2014/main" id="{0CAEC233-B8E6-475E-9C2D-2F2742A84F97}"/>
              </a:ext>
            </a:extLst>
          </p:cNvPr>
          <p:cNvCxnSpPr/>
          <p:nvPr/>
        </p:nvCxnSpPr>
        <p:spPr>
          <a:xfrm xmlns:a="http://schemas.openxmlformats.org/drawingml/2006/main" flipH="0" flipV="0">
            <a:off x="1700409" y="3687063"/>
            <a:ext cx="44587" cy="17330"/>
          </a:xfrm>
          <a:prstGeom xmlns:a="http://schemas.openxmlformats.org/drawingml/2006/main" prst="straightConnector1">
            <a:avLst/>
          </a:prstGeom>
          <a:ln xmlns:a="http://schemas.openxmlformats.org/drawingml/2006/main" w="6191">
            <a:solidFill>
              <a:srgbClr val="A9B8C2"/>
            </a:solidFill>
            <a:prstDash val="solid"/>
          </a:ln>
        </p:spPr>
      </p:cxnSp>
      <p:cxnSp>
        <p:nvCxnSpPr>
          <p:cNvPr id="253" name="">
            <a:extLst xmlns:a="http://schemas.openxmlformats.org/drawingml/2006/main">
              <a:ext uri="{FF2B5EF4-FFF2-40B4-BE49-F238E27FC236}">
                <a16:creationId xmlns:a16="http://schemas.microsoft.com/office/drawing/2014/main" id="{A03D4147-199E-44C7-91EB-9D78B2A02C60}"/>
              </a:ext>
            </a:extLst>
          </p:cNvPr>
          <p:cNvCxnSpPr/>
          <p:nvPr/>
        </p:nvCxnSpPr>
        <p:spPr>
          <a:xfrm xmlns:a="http://schemas.openxmlformats.org/drawingml/2006/main" flipH="0" flipV="0">
            <a:off x="2127216" y="3632654"/>
            <a:ext cx="72396" cy="42318"/>
          </a:xfrm>
          <a:prstGeom xmlns:a="http://schemas.openxmlformats.org/drawingml/2006/main" prst="straightConnector1">
            <a:avLst/>
          </a:prstGeom>
          <a:ln xmlns:a="http://schemas.openxmlformats.org/drawingml/2006/main" w="6191">
            <a:solidFill>
              <a:srgbClr val="A9B8C2"/>
            </a:solidFill>
            <a:prstDash val="solid"/>
          </a:ln>
        </p:spPr>
      </p:cxnSp>
      <p:cxnSp>
        <p:nvCxnSpPr>
          <p:cNvPr id="254" name="">
            <a:extLst xmlns:a="http://schemas.openxmlformats.org/drawingml/2006/main">
              <a:ext uri="{FF2B5EF4-FFF2-40B4-BE49-F238E27FC236}">
                <a16:creationId xmlns:a16="http://schemas.microsoft.com/office/drawing/2014/main" id="{147C2697-ED52-44F8-85C2-161926645C38}"/>
              </a:ext>
            </a:extLst>
          </p:cNvPr>
          <p:cNvCxnSpPr/>
          <p:nvPr/>
        </p:nvCxnSpPr>
        <p:spPr>
          <a:xfrm xmlns:a="http://schemas.openxmlformats.org/drawingml/2006/main" flipH="0" flipV="0">
            <a:off x="2199611" y="3674972"/>
            <a:ext cx="90782" cy="71134"/>
          </a:xfrm>
          <a:prstGeom xmlns:a="http://schemas.openxmlformats.org/drawingml/2006/main" prst="straightConnector1">
            <a:avLst/>
          </a:prstGeom>
          <a:ln xmlns:a="http://schemas.openxmlformats.org/drawingml/2006/main" w="6191">
            <a:solidFill>
              <a:srgbClr val="A9B8C2"/>
            </a:solidFill>
            <a:prstDash val="solid"/>
          </a:ln>
        </p:spPr>
      </p:cxnSp>
      <p:cxnSp>
        <p:nvCxnSpPr>
          <p:cNvPr id="255" name="">
            <a:extLst xmlns:a="http://schemas.openxmlformats.org/drawingml/2006/main">
              <a:ext uri="{FF2B5EF4-FFF2-40B4-BE49-F238E27FC236}">
                <a16:creationId xmlns:a16="http://schemas.microsoft.com/office/drawing/2014/main" id="{6D350E02-A518-42D6-833D-B53FE0383118}"/>
              </a:ext>
            </a:extLst>
          </p:cNvPr>
          <p:cNvCxnSpPr/>
          <p:nvPr/>
        </p:nvCxnSpPr>
        <p:spPr>
          <a:xfrm xmlns:a="http://schemas.openxmlformats.org/drawingml/2006/main" flipH="0" flipV="0">
            <a:off x="2290393" y="3746106"/>
            <a:ext cx="88513" cy="95316"/>
          </a:xfrm>
          <a:prstGeom xmlns:a="http://schemas.openxmlformats.org/drawingml/2006/main" prst="straightConnector1">
            <a:avLst/>
          </a:prstGeom>
          <a:ln xmlns:a="http://schemas.openxmlformats.org/drawingml/2006/main" w="6191">
            <a:solidFill>
              <a:srgbClr val="A9B8C2"/>
            </a:solidFill>
            <a:prstDash val="solid"/>
          </a:ln>
        </p:spPr>
      </p:cxnSp>
      <p:cxnSp>
        <p:nvCxnSpPr>
          <p:cNvPr id="256" name="">
            <a:extLst xmlns:a="http://schemas.openxmlformats.org/drawingml/2006/main">
              <a:ext uri="{FF2B5EF4-FFF2-40B4-BE49-F238E27FC236}">
                <a16:creationId xmlns:a16="http://schemas.microsoft.com/office/drawing/2014/main" id="{92CA0686-2277-4D7B-968E-E4695F3A19D8}"/>
              </a:ext>
            </a:extLst>
          </p:cNvPr>
          <p:cNvCxnSpPr/>
          <p:nvPr/>
        </p:nvCxnSpPr>
        <p:spPr>
          <a:xfrm xmlns:a="http://schemas.openxmlformats.org/drawingml/2006/main" flipH="0" flipV="0">
            <a:off x="2378906" y="3841422"/>
            <a:ext cx="71638" cy="79396"/>
          </a:xfrm>
          <a:prstGeom xmlns:a="http://schemas.openxmlformats.org/drawingml/2006/main" prst="straightConnector1">
            <a:avLst/>
          </a:prstGeom>
          <a:ln xmlns:a="http://schemas.openxmlformats.org/drawingml/2006/main" w="6191">
            <a:solidFill>
              <a:srgbClr val="A9B8C2"/>
            </a:solidFill>
            <a:prstDash val="solid"/>
          </a:ln>
        </p:spPr>
      </p:cxnSp>
      <p:cxnSp>
        <p:nvCxnSpPr>
          <p:cNvPr id="257" name="">
            <a:extLst xmlns:a="http://schemas.openxmlformats.org/drawingml/2006/main">
              <a:ext uri="{FF2B5EF4-FFF2-40B4-BE49-F238E27FC236}">
                <a16:creationId xmlns:a16="http://schemas.microsoft.com/office/drawing/2014/main" id="{5240290A-9356-4C11-807F-2DEB2709346C}"/>
              </a:ext>
            </a:extLst>
          </p:cNvPr>
          <p:cNvCxnSpPr/>
          <p:nvPr/>
        </p:nvCxnSpPr>
        <p:spPr>
          <a:xfrm xmlns:a="http://schemas.openxmlformats.org/drawingml/2006/main" flipH="0" flipV="1">
            <a:off x="2025653" y="3443030"/>
            <a:ext cx="72343" cy="147105"/>
          </a:xfrm>
          <a:prstGeom xmlns:a="http://schemas.openxmlformats.org/drawingml/2006/main" prst="straightConnector1">
            <a:avLst/>
          </a:prstGeom>
          <a:ln xmlns:a="http://schemas.openxmlformats.org/drawingml/2006/main" w="6191">
            <a:solidFill>
              <a:srgbClr val="A9B8C2"/>
            </a:solidFill>
            <a:prstDash val="solid"/>
          </a:ln>
        </p:spPr>
      </p:cxnSp>
      <p:cxnSp>
        <p:nvCxnSpPr>
          <p:cNvPr id="258" name="">
            <a:extLst xmlns:a="http://schemas.openxmlformats.org/drawingml/2006/main">
              <a:ext uri="{FF2B5EF4-FFF2-40B4-BE49-F238E27FC236}">
                <a16:creationId xmlns:a16="http://schemas.microsoft.com/office/drawing/2014/main" id="{C0311E3A-7A82-47FC-B966-A0335D8C1F1F}"/>
              </a:ext>
            </a:extLst>
          </p:cNvPr>
          <p:cNvCxnSpPr/>
          <p:nvPr/>
        </p:nvCxnSpPr>
        <p:spPr>
          <a:xfrm xmlns:a="http://schemas.openxmlformats.org/drawingml/2006/main" flipH="0" flipV="1">
            <a:off x="2097996" y="3255219"/>
            <a:ext cx="92293" cy="187811"/>
          </a:xfrm>
          <a:prstGeom xmlns:a="http://schemas.openxmlformats.org/drawingml/2006/main" prst="straightConnector1">
            <a:avLst/>
          </a:prstGeom>
          <a:ln xmlns:a="http://schemas.openxmlformats.org/drawingml/2006/main" w="6191">
            <a:solidFill>
              <a:srgbClr val="A9B8C2"/>
            </a:solidFill>
            <a:prstDash val="solid"/>
          </a:ln>
        </p:spPr>
      </p:cxnSp>
      <p:cxnSp>
        <p:nvCxnSpPr>
          <p:cNvPr id="259" name="">
            <a:extLst xmlns:a="http://schemas.openxmlformats.org/drawingml/2006/main">
              <a:ext uri="{FF2B5EF4-FFF2-40B4-BE49-F238E27FC236}">
                <a16:creationId xmlns:a16="http://schemas.microsoft.com/office/drawing/2014/main" id="{8106BA00-11E0-4EAE-9C5F-E473BDB568F9}"/>
              </a:ext>
            </a:extLst>
          </p:cNvPr>
          <p:cNvCxnSpPr/>
          <p:nvPr/>
        </p:nvCxnSpPr>
        <p:spPr>
          <a:xfrm xmlns:a="http://schemas.openxmlformats.org/drawingml/2006/main" flipH="0" flipV="0">
            <a:off x="2097996" y="3443030"/>
            <a:ext cx="109978" cy="47960"/>
          </a:xfrm>
          <a:prstGeom xmlns:a="http://schemas.openxmlformats.org/drawingml/2006/main" prst="straightConnector1">
            <a:avLst/>
          </a:prstGeom>
          <a:ln xmlns:a="http://schemas.openxmlformats.org/drawingml/2006/main" w="6191">
            <a:solidFill>
              <a:srgbClr val="A9B8C2"/>
            </a:solidFill>
            <a:prstDash val="solid"/>
          </a:ln>
        </p:spPr>
      </p:cxnSp>
      <p:cxnSp>
        <p:nvCxnSpPr>
          <p:cNvPr id="260" name="">
            <a:extLst xmlns:a="http://schemas.openxmlformats.org/drawingml/2006/main">
              <a:ext uri="{FF2B5EF4-FFF2-40B4-BE49-F238E27FC236}">
                <a16:creationId xmlns:a16="http://schemas.microsoft.com/office/drawing/2014/main" id="{5EEE519D-76ED-428C-9895-C0AC206CCB17}"/>
              </a:ext>
            </a:extLst>
          </p:cNvPr>
          <p:cNvCxnSpPr/>
          <p:nvPr/>
        </p:nvCxnSpPr>
        <p:spPr>
          <a:xfrm xmlns:a="http://schemas.openxmlformats.org/drawingml/2006/main" flipH="0" flipV="0">
            <a:off x="2480522" y="3907519"/>
            <a:ext cx="93805" cy="175317"/>
          </a:xfrm>
          <a:prstGeom xmlns:a="http://schemas.openxmlformats.org/drawingml/2006/main" prst="straightConnector1">
            <a:avLst/>
          </a:prstGeom>
          <a:ln xmlns:a="http://schemas.openxmlformats.org/drawingml/2006/main" w="6191">
            <a:solidFill>
              <a:srgbClr val="A9B8C2"/>
            </a:solidFill>
            <a:prstDash val="solid"/>
          </a:ln>
        </p:spPr>
      </p:cxnSp>
      <p:cxnSp>
        <p:nvCxnSpPr>
          <p:cNvPr id="261" name="">
            <a:extLst xmlns:a="http://schemas.openxmlformats.org/drawingml/2006/main">
              <a:ext uri="{FF2B5EF4-FFF2-40B4-BE49-F238E27FC236}">
                <a16:creationId xmlns:a16="http://schemas.microsoft.com/office/drawing/2014/main" id="{46E7DD43-880D-4B4B-A52D-031EC8CBAD21}"/>
              </a:ext>
            </a:extLst>
          </p:cNvPr>
          <p:cNvCxnSpPr/>
          <p:nvPr/>
        </p:nvCxnSpPr>
        <p:spPr>
          <a:xfrm xmlns:a="http://schemas.openxmlformats.org/drawingml/2006/main" flipH="0" flipV="0">
            <a:off x="2574326" y="4082836"/>
            <a:ext cx="32343" cy="46550"/>
          </a:xfrm>
          <a:prstGeom xmlns:a="http://schemas.openxmlformats.org/drawingml/2006/main" prst="straightConnector1">
            <a:avLst/>
          </a:prstGeom>
          <a:ln xmlns:a="http://schemas.openxmlformats.org/drawingml/2006/main" w="6191">
            <a:solidFill>
              <a:srgbClr val="A9B8C2"/>
            </a:solidFill>
            <a:prstDash val="solid"/>
          </a:ln>
        </p:spPr>
      </p:cxnSp>
      <p:cxnSp>
        <p:nvCxnSpPr>
          <p:cNvPr id="262" name="">
            <a:extLst xmlns:a="http://schemas.openxmlformats.org/drawingml/2006/main">
              <a:ext uri="{FF2B5EF4-FFF2-40B4-BE49-F238E27FC236}">
                <a16:creationId xmlns:a16="http://schemas.microsoft.com/office/drawing/2014/main" id="{703EA1CF-816D-4752-B8F1-66641DCF9481}"/>
              </a:ext>
            </a:extLst>
          </p:cNvPr>
          <p:cNvCxnSpPr/>
          <p:nvPr/>
        </p:nvCxnSpPr>
        <p:spPr>
          <a:xfrm xmlns:a="http://schemas.openxmlformats.org/drawingml/2006/main" flipH="0" flipV="0">
            <a:off x="2606669" y="4129385"/>
            <a:ext cx="76221" cy="20353"/>
          </a:xfrm>
          <a:prstGeom xmlns:a="http://schemas.openxmlformats.org/drawingml/2006/main" prst="straightConnector1">
            <a:avLst/>
          </a:prstGeom>
          <a:ln xmlns:a="http://schemas.openxmlformats.org/drawingml/2006/main" w="6191">
            <a:solidFill>
              <a:srgbClr val="A9B8C2"/>
            </a:solidFill>
            <a:prstDash val="solid"/>
          </a:ln>
        </p:spPr>
      </p:cxnSp>
      <p:cxnSp>
        <p:nvCxnSpPr>
          <p:cNvPr id="263" name="">
            <a:extLst xmlns:a="http://schemas.openxmlformats.org/drawingml/2006/main">
              <a:ext uri="{FF2B5EF4-FFF2-40B4-BE49-F238E27FC236}">
                <a16:creationId xmlns:a16="http://schemas.microsoft.com/office/drawing/2014/main" id="{8AFB986D-F28F-469D-BD73-454F6C80BCD5}"/>
              </a:ext>
            </a:extLst>
          </p:cNvPr>
          <p:cNvCxnSpPr/>
          <p:nvPr/>
        </p:nvCxnSpPr>
        <p:spPr>
          <a:xfrm xmlns:a="http://schemas.openxmlformats.org/drawingml/2006/main" flipH="0" flipV="0">
            <a:off x="2682890" y="4149738"/>
            <a:ext cx="68615" cy="17532"/>
          </a:xfrm>
          <a:prstGeom xmlns:a="http://schemas.openxmlformats.org/drawingml/2006/main" prst="straightConnector1">
            <a:avLst/>
          </a:prstGeom>
          <a:ln xmlns:a="http://schemas.openxmlformats.org/drawingml/2006/main" w="6191">
            <a:solidFill>
              <a:srgbClr val="A9B8C2"/>
            </a:solidFill>
            <a:prstDash val="solid"/>
          </a:ln>
        </p:spPr>
      </p:cxnSp>
      <p:cxnSp>
        <p:nvCxnSpPr>
          <p:cNvPr id="264" name="">
            <a:extLst xmlns:a="http://schemas.openxmlformats.org/drawingml/2006/main">
              <a:ext uri="{FF2B5EF4-FFF2-40B4-BE49-F238E27FC236}">
                <a16:creationId xmlns:a16="http://schemas.microsoft.com/office/drawing/2014/main" id="{5AD015FE-083D-4F68-8429-C647CE547492}"/>
              </a:ext>
            </a:extLst>
          </p:cNvPr>
          <p:cNvCxnSpPr/>
          <p:nvPr/>
        </p:nvCxnSpPr>
        <p:spPr>
          <a:xfrm xmlns:a="http://schemas.openxmlformats.org/drawingml/2006/main" flipH="0" flipV="0">
            <a:off x="2751505" y="4167270"/>
            <a:ext cx="56678" cy="15315"/>
          </a:xfrm>
          <a:prstGeom xmlns:a="http://schemas.openxmlformats.org/drawingml/2006/main" prst="straightConnector1">
            <a:avLst/>
          </a:prstGeom>
          <a:ln xmlns:a="http://schemas.openxmlformats.org/drawingml/2006/main" w="6191">
            <a:solidFill>
              <a:srgbClr val="A9B8C2"/>
            </a:solidFill>
            <a:prstDash val="solid"/>
          </a:ln>
        </p:spPr>
      </p:cxnSp>
      <p:cxnSp>
        <p:nvCxnSpPr>
          <p:cNvPr id="265" name="">
            <a:extLst xmlns:a="http://schemas.openxmlformats.org/drawingml/2006/main">
              <a:ext uri="{FF2B5EF4-FFF2-40B4-BE49-F238E27FC236}">
                <a16:creationId xmlns:a16="http://schemas.microsoft.com/office/drawing/2014/main" id="{CB2A6295-5360-452B-B602-EA295D5E5319}"/>
              </a:ext>
            </a:extLst>
          </p:cNvPr>
          <p:cNvCxnSpPr/>
          <p:nvPr/>
        </p:nvCxnSpPr>
        <p:spPr>
          <a:xfrm xmlns:a="http://schemas.openxmlformats.org/drawingml/2006/main" flipH="0" flipV="0">
            <a:off x="2808183" y="4182585"/>
            <a:ext cx="37933" cy="37683"/>
          </a:xfrm>
          <a:prstGeom xmlns:a="http://schemas.openxmlformats.org/drawingml/2006/main" prst="straightConnector1">
            <a:avLst/>
          </a:prstGeom>
          <a:ln xmlns:a="http://schemas.openxmlformats.org/drawingml/2006/main" w="6191">
            <a:solidFill>
              <a:srgbClr val="A9B8C2"/>
            </a:solidFill>
            <a:prstDash val="solid"/>
          </a:ln>
        </p:spPr>
      </p:cxnSp>
      <p:cxnSp>
        <p:nvCxnSpPr>
          <p:cNvPr id="266" name="">
            <a:extLst xmlns:a="http://schemas.openxmlformats.org/drawingml/2006/main">
              <a:ext uri="{FF2B5EF4-FFF2-40B4-BE49-F238E27FC236}">
                <a16:creationId xmlns:a16="http://schemas.microsoft.com/office/drawing/2014/main" id="{C8EFB607-4E39-410C-AF4A-D3DC8021FB15}"/>
              </a:ext>
            </a:extLst>
          </p:cNvPr>
          <p:cNvCxnSpPr/>
          <p:nvPr/>
        </p:nvCxnSpPr>
        <p:spPr>
          <a:xfrm xmlns:a="http://schemas.openxmlformats.org/drawingml/2006/main" flipH="0" flipV="0">
            <a:off x="2763092" y="4035077"/>
            <a:ext cx="21763" cy="3023"/>
          </a:xfrm>
          <a:prstGeom xmlns:a="http://schemas.openxmlformats.org/drawingml/2006/main" prst="straightConnector1">
            <a:avLst/>
          </a:prstGeom>
          <a:ln xmlns:a="http://schemas.openxmlformats.org/drawingml/2006/main" w="6191">
            <a:solidFill>
              <a:srgbClr val="A9B8C2"/>
            </a:solidFill>
            <a:prstDash val="solid"/>
          </a:ln>
        </p:spPr>
      </p:cxnSp>
      <p:cxnSp>
        <p:nvCxnSpPr>
          <p:cNvPr id="267" name="">
            <a:extLst xmlns:a="http://schemas.openxmlformats.org/drawingml/2006/main">
              <a:ext uri="{FF2B5EF4-FFF2-40B4-BE49-F238E27FC236}">
                <a16:creationId xmlns:a16="http://schemas.microsoft.com/office/drawing/2014/main" id="{6AA0459F-A896-4954-B9D1-BDF64F9BEE9D}"/>
              </a:ext>
            </a:extLst>
          </p:cNvPr>
          <p:cNvCxnSpPr/>
          <p:nvPr/>
        </p:nvCxnSpPr>
        <p:spPr>
          <a:xfrm xmlns:a="http://schemas.openxmlformats.org/drawingml/2006/main" flipH="0" flipV="0">
            <a:off x="2784856" y="4038100"/>
            <a:ext cx="126853" cy="18338"/>
          </a:xfrm>
          <a:prstGeom xmlns:a="http://schemas.openxmlformats.org/drawingml/2006/main" prst="straightConnector1">
            <a:avLst/>
          </a:prstGeom>
          <a:ln xmlns:a="http://schemas.openxmlformats.org/drawingml/2006/main" w="6191">
            <a:solidFill>
              <a:srgbClr val="A9B8C2"/>
            </a:solidFill>
            <a:prstDash val="solid"/>
          </a:ln>
        </p:spPr>
      </p:cxnSp>
      <p:cxnSp>
        <p:nvCxnSpPr>
          <p:cNvPr id="268" name="">
            <a:extLst xmlns:a="http://schemas.openxmlformats.org/drawingml/2006/main">
              <a:ext uri="{FF2B5EF4-FFF2-40B4-BE49-F238E27FC236}">
                <a16:creationId xmlns:a16="http://schemas.microsoft.com/office/drawing/2014/main" id="{B6427288-2414-4B46-B092-B2F0A063DE9B}"/>
              </a:ext>
            </a:extLst>
          </p:cNvPr>
          <p:cNvCxnSpPr/>
          <p:nvPr/>
        </p:nvCxnSpPr>
        <p:spPr>
          <a:xfrm xmlns:a="http://schemas.openxmlformats.org/drawingml/2006/main" flipH="0" flipV="0">
            <a:off x="2911709" y="4056437"/>
            <a:ext cx="104485" cy="56424"/>
          </a:xfrm>
          <a:prstGeom xmlns:a="http://schemas.openxmlformats.org/drawingml/2006/main" prst="straightConnector1">
            <a:avLst/>
          </a:prstGeom>
          <a:ln xmlns:a="http://schemas.openxmlformats.org/drawingml/2006/main" w="6191">
            <a:solidFill>
              <a:srgbClr val="A9B8C2"/>
            </a:solidFill>
            <a:prstDash val="solid"/>
          </a:ln>
        </p:spPr>
      </p:cxnSp>
      <p:cxnSp>
        <p:nvCxnSpPr>
          <p:cNvPr id="269" name="">
            <a:extLst xmlns:a="http://schemas.openxmlformats.org/drawingml/2006/main">
              <a:ext uri="{FF2B5EF4-FFF2-40B4-BE49-F238E27FC236}">
                <a16:creationId xmlns:a16="http://schemas.microsoft.com/office/drawing/2014/main" id="{5D61FA7B-A110-48E8-A943-A62E2464C216}"/>
              </a:ext>
            </a:extLst>
          </p:cNvPr>
          <p:cNvCxnSpPr/>
          <p:nvPr/>
        </p:nvCxnSpPr>
        <p:spPr>
          <a:xfrm xmlns:a="http://schemas.openxmlformats.org/drawingml/2006/main" flipH="0" flipV="1">
            <a:off x="3016194" y="4110645"/>
            <a:ext cx="40657" cy="2217"/>
          </a:xfrm>
          <a:prstGeom xmlns:a="http://schemas.openxmlformats.org/drawingml/2006/main" prst="straightConnector1">
            <a:avLst/>
          </a:prstGeom>
          <a:ln xmlns:a="http://schemas.openxmlformats.org/drawingml/2006/main" w="6191">
            <a:solidFill>
              <a:srgbClr val="A9B8C2"/>
            </a:solidFill>
            <a:prstDash val="solid"/>
          </a:ln>
        </p:spPr>
      </p:cxnSp>
      <p:cxnSp>
        <p:nvCxnSpPr>
          <p:cNvPr id="270" name="">
            <a:extLst xmlns:a="http://schemas.openxmlformats.org/drawingml/2006/main">
              <a:ext uri="{FF2B5EF4-FFF2-40B4-BE49-F238E27FC236}">
                <a16:creationId xmlns:a16="http://schemas.microsoft.com/office/drawing/2014/main" id="{728B1AC3-8F61-411B-8BDF-E5D38E9A6CEB}"/>
              </a:ext>
            </a:extLst>
          </p:cNvPr>
          <p:cNvCxnSpPr/>
          <p:nvPr/>
        </p:nvCxnSpPr>
        <p:spPr>
          <a:xfrm xmlns:a="http://schemas.openxmlformats.org/drawingml/2006/main" flipH="0" flipV="1">
            <a:off x="3056851" y="4065707"/>
            <a:ext cx="85087" cy="44938"/>
          </a:xfrm>
          <a:prstGeom xmlns:a="http://schemas.openxmlformats.org/drawingml/2006/main" prst="straightConnector1">
            <a:avLst/>
          </a:prstGeom>
          <a:ln xmlns:a="http://schemas.openxmlformats.org/drawingml/2006/main" w="6191">
            <a:solidFill>
              <a:srgbClr val="A9B8C2"/>
            </a:solidFill>
            <a:prstDash val="solid"/>
          </a:ln>
        </p:spPr>
      </p:cxnSp>
      <p:cxnSp>
        <p:nvCxnSpPr>
          <p:cNvPr id="271" name="">
            <a:extLst xmlns:a="http://schemas.openxmlformats.org/drawingml/2006/main">
              <a:ext uri="{FF2B5EF4-FFF2-40B4-BE49-F238E27FC236}">
                <a16:creationId xmlns:a16="http://schemas.microsoft.com/office/drawing/2014/main" id="{C6DB47AE-623C-4997-B55B-52DECF7F4390}"/>
              </a:ext>
            </a:extLst>
          </p:cNvPr>
          <p:cNvCxnSpPr/>
          <p:nvPr/>
        </p:nvCxnSpPr>
        <p:spPr>
          <a:xfrm xmlns:a="http://schemas.openxmlformats.org/drawingml/2006/main" flipH="1" flipV="1">
            <a:off x="2911709" y="4056437"/>
            <a:ext cx="14912" cy="135820"/>
          </a:xfrm>
          <a:prstGeom xmlns:a="http://schemas.openxmlformats.org/drawingml/2006/main" prst="straightConnector1">
            <a:avLst/>
          </a:prstGeom>
          <a:ln xmlns:a="http://schemas.openxmlformats.org/drawingml/2006/main" w="6191">
            <a:solidFill>
              <a:srgbClr val="A9B8C2"/>
            </a:solidFill>
            <a:prstDash val="solid"/>
          </a:ln>
        </p:spPr>
      </p:cxnSp>
      <p:cxnSp>
        <p:nvCxnSpPr>
          <p:cNvPr id="272" name="">
            <a:extLst xmlns:a="http://schemas.openxmlformats.org/drawingml/2006/main">
              <a:ext uri="{FF2B5EF4-FFF2-40B4-BE49-F238E27FC236}">
                <a16:creationId xmlns:a16="http://schemas.microsoft.com/office/drawing/2014/main" id="{4510049B-B539-4CEE-A0CD-03CD87F35A50}"/>
              </a:ext>
            </a:extLst>
          </p:cNvPr>
          <p:cNvCxnSpPr/>
          <p:nvPr/>
        </p:nvCxnSpPr>
        <p:spPr>
          <a:xfrm xmlns:a="http://schemas.openxmlformats.org/drawingml/2006/main" flipH="0" flipV="0">
            <a:off x="2926621" y="4192258"/>
            <a:ext cx="25645" cy="234361"/>
          </a:xfrm>
          <a:prstGeom xmlns:a="http://schemas.openxmlformats.org/drawingml/2006/main" prst="straightConnector1">
            <a:avLst/>
          </a:prstGeom>
          <a:ln xmlns:a="http://schemas.openxmlformats.org/drawingml/2006/main" w="6191">
            <a:solidFill>
              <a:srgbClr val="A9B8C2"/>
            </a:solidFill>
            <a:prstDash val="solid"/>
          </a:ln>
        </p:spPr>
      </p:cxnSp>
      <p:cxnSp>
        <p:nvCxnSpPr>
          <p:cNvPr id="273" name="">
            <a:extLst xmlns:a="http://schemas.openxmlformats.org/drawingml/2006/main">
              <a:ext uri="{FF2B5EF4-FFF2-40B4-BE49-F238E27FC236}">
                <a16:creationId xmlns:a16="http://schemas.microsoft.com/office/drawing/2014/main" id="{9D435872-DFC8-43B2-9994-29198C4D84AD}"/>
              </a:ext>
            </a:extLst>
          </p:cNvPr>
          <p:cNvCxnSpPr/>
          <p:nvPr/>
        </p:nvCxnSpPr>
        <p:spPr>
          <a:xfrm xmlns:a="http://schemas.openxmlformats.org/drawingml/2006/main" flipH="1" flipV="1">
            <a:off x="2952265" y="4426618"/>
            <a:ext cx="8915" cy="99145"/>
          </a:xfrm>
          <a:prstGeom xmlns:a="http://schemas.openxmlformats.org/drawingml/2006/main" prst="straightConnector1">
            <a:avLst/>
          </a:prstGeom>
          <a:ln xmlns:a="http://schemas.openxmlformats.org/drawingml/2006/main" w="6191">
            <a:solidFill>
              <a:srgbClr val="A9B8C2"/>
            </a:solidFill>
            <a:prstDash val="solid"/>
          </a:ln>
        </p:spPr>
      </p:cxnSp>
      <p:cxnSp>
        <p:nvCxnSpPr>
          <p:cNvPr id="274" name="">
            <a:extLst xmlns:a="http://schemas.openxmlformats.org/drawingml/2006/main">
              <a:ext uri="{FF2B5EF4-FFF2-40B4-BE49-F238E27FC236}">
                <a16:creationId xmlns:a16="http://schemas.microsoft.com/office/drawing/2014/main" id="{A15E6292-23DA-4432-B138-6F5CD9A97B32}"/>
              </a:ext>
            </a:extLst>
          </p:cNvPr>
          <p:cNvCxnSpPr/>
          <p:nvPr/>
        </p:nvCxnSpPr>
        <p:spPr>
          <a:xfrm xmlns:a="http://schemas.openxmlformats.org/drawingml/2006/main" flipH="0" flipV="1">
            <a:off x="2952265" y="4424402"/>
            <a:ext cx="60099" cy="2217"/>
          </a:xfrm>
          <a:prstGeom xmlns:a="http://schemas.openxmlformats.org/drawingml/2006/main" prst="straightConnector1">
            <a:avLst/>
          </a:prstGeom>
          <a:ln xmlns:a="http://schemas.openxmlformats.org/drawingml/2006/main" w="6191">
            <a:solidFill>
              <a:srgbClr val="A9B8C2"/>
            </a:solidFill>
            <a:prstDash val="solid"/>
          </a:ln>
        </p:spPr>
      </p:cxnSp>
      <p:cxnSp>
        <p:nvCxnSpPr>
          <p:cNvPr id="275" name="">
            <a:extLst xmlns:a="http://schemas.openxmlformats.org/drawingml/2006/main">
              <a:ext uri="{FF2B5EF4-FFF2-40B4-BE49-F238E27FC236}">
                <a16:creationId xmlns:a16="http://schemas.microsoft.com/office/drawing/2014/main" id="{52A241F8-D706-4039-BC16-4EA207424AE4}"/>
              </a:ext>
            </a:extLst>
          </p:cNvPr>
          <p:cNvCxnSpPr/>
          <p:nvPr/>
        </p:nvCxnSpPr>
        <p:spPr>
          <a:xfrm xmlns:a="http://schemas.openxmlformats.org/drawingml/2006/main" flipH="0" flipV="1">
            <a:off x="3012365" y="4383293"/>
            <a:ext cx="0" cy="41109"/>
          </a:xfrm>
          <a:prstGeom xmlns:a="http://schemas.openxmlformats.org/drawingml/2006/main" prst="straightConnector1">
            <a:avLst/>
          </a:prstGeom>
          <a:ln xmlns:a="http://schemas.openxmlformats.org/drawingml/2006/main" w="6191">
            <a:solidFill>
              <a:srgbClr val="A9B8C2"/>
            </a:solidFill>
            <a:prstDash val="solid"/>
          </a:ln>
        </p:spPr>
      </p:cxnSp>
      <p:cxnSp>
        <p:nvCxnSpPr>
          <p:cNvPr id="276" name="">
            <a:extLst xmlns:a="http://schemas.openxmlformats.org/drawingml/2006/main">
              <a:ext uri="{FF2B5EF4-FFF2-40B4-BE49-F238E27FC236}">
                <a16:creationId xmlns:a16="http://schemas.microsoft.com/office/drawing/2014/main" id="{12C4F470-F4FA-4114-8FC9-553B8AB2A22F}"/>
              </a:ext>
            </a:extLst>
          </p:cNvPr>
          <p:cNvCxnSpPr/>
          <p:nvPr/>
        </p:nvCxnSpPr>
        <p:spPr>
          <a:xfrm xmlns:a="http://schemas.openxmlformats.org/drawingml/2006/main" flipH="0" flipV="0">
            <a:off x="3012365" y="4383293"/>
            <a:ext cx="152949" cy="34056"/>
          </a:xfrm>
          <a:prstGeom xmlns:a="http://schemas.openxmlformats.org/drawingml/2006/main" prst="straightConnector1">
            <a:avLst/>
          </a:prstGeom>
          <a:ln xmlns:a="http://schemas.openxmlformats.org/drawingml/2006/main" w="6191">
            <a:solidFill>
              <a:srgbClr val="A9B8C2"/>
            </a:solidFill>
            <a:prstDash val="solid"/>
          </a:ln>
        </p:spPr>
      </p:cxnSp>
      <p:cxnSp>
        <p:nvCxnSpPr>
          <p:cNvPr id="277" name="">
            <a:extLst xmlns:a="http://schemas.openxmlformats.org/drawingml/2006/main">
              <a:ext uri="{FF2B5EF4-FFF2-40B4-BE49-F238E27FC236}">
                <a16:creationId xmlns:a16="http://schemas.microsoft.com/office/drawing/2014/main" id="{7B58D6CA-07DA-4E80-AE8A-B35F1344EDA4}"/>
              </a:ext>
            </a:extLst>
          </p:cNvPr>
          <p:cNvCxnSpPr/>
          <p:nvPr/>
        </p:nvCxnSpPr>
        <p:spPr>
          <a:xfrm xmlns:a="http://schemas.openxmlformats.org/drawingml/2006/main" flipH="0" flipV="1">
            <a:off x="3165314" y="4325660"/>
            <a:ext cx="71993" cy="91689"/>
          </a:xfrm>
          <a:prstGeom xmlns:a="http://schemas.openxmlformats.org/drawingml/2006/main" prst="straightConnector1">
            <a:avLst/>
          </a:prstGeom>
          <a:ln xmlns:a="http://schemas.openxmlformats.org/drawingml/2006/main" w="6191">
            <a:solidFill>
              <a:srgbClr val="A9B8C2"/>
            </a:solidFill>
            <a:prstDash val="solid"/>
          </a:ln>
        </p:spPr>
      </p:cxnSp>
      <p:cxnSp>
        <p:nvCxnSpPr>
          <p:cNvPr id="278" name="">
            <a:extLst xmlns:a="http://schemas.openxmlformats.org/drawingml/2006/main">
              <a:ext uri="{FF2B5EF4-FFF2-40B4-BE49-F238E27FC236}">
                <a16:creationId xmlns:a16="http://schemas.microsoft.com/office/drawing/2014/main" id="{6A875208-AD51-4BB3-9883-B8ABB72DB682}"/>
              </a:ext>
            </a:extLst>
          </p:cNvPr>
          <p:cNvCxnSpPr/>
          <p:nvPr/>
        </p:nvCxnSpPr>
        <p:spPr>
          <a:xfrm xmlns:a="http://schemas.openxmlformats.org/drawingml/2006/main" flipH="0" flipV="1">
            <a:off x="3237307" y="4229941"/>
            <a:ext cx="61712" cy="95719"/>
          </a:xfrm>
          <a:prstGeom xmlns:a="http://schemas.openxmlformats.org/drawingml/2006/main" prst="straightConnector1">
            <a:avLst/>
          </a:prstGeom>
          <a:ln xmlns:a="http://schemas.openxmlformats.org/drawingml/2006/main" w="6191">
            <a:solidFill>
              <a:srgbClr val="A9B8C2"/>
            </a:solidFill>
            <a:prstDash val="solid"/>
          </a:ln>
        </p:spPr>
      </p:cxnSp>
      <p:cxnSp>
        <p:nvCxnSpPr>
          <p:cNvPr id="279" name="">
            <a:extLst xmlns:a="http://schemas.openxmlformats.org/drawingml/2006/main">
              <a:ext uri="{FF2B5EF4-FFF2-40B4-BE49-F238E27FC236}">
                <a16:creationId xmlns:a16="http://schemas.microsoft.com/office/drawing/2014/main" id="{2DE427C8-A057-4E65-BE14-D70B31760154}"/>
              </a:ext>
            </a:extLst>
          </p:cNvPr>
          <p:cNvCxnSpPr/>
          <p:nvPr/>
        </p:nvCxnSpPr>
        <p:spPr>
          <a:xfrm xmlns:a="http://schemas.openxmlformats.org/drawingml/2006/main" flipH="0" flipV="1">
            <a:off x="2613118" y="4368582"/>
            <a:ext cx="57230" cy="74560"/>
          </a:xfrm>
          <a:prstGeom xmlns:a="http://schemas.openxmlformats.org/drawingml/2006/main" prst="straightConnector1">
            <a:avLst/>
          </a:prstGeom>
          <a:ln xmlns:a="http://schemas.openxmlformats.org/drawingml/2006/main" w="6191">
            <a:solidFill>
              <a:srgbClr val="A9B8C2"/>
            </a:solidFill>
            <a:prstDash val="solid"/>
          </a:ln>
        </p:spPr>
      </p:cxnSp>
      <p:cxnSp>
        <p:nvCxnSpPr>
          <p:cNvPr id="280" name="">
            <a:extLst xmlns:a="http://schemas.openxmlformats.org/drawingml/2006/main">
              <a:ext uri="{FF2B5EF4-FFF2-40B4-BE49-F238E27FC236}">
                <a16:creationId xmlns:a16="http://schemas.microsoft.com/office/drawing/2014/main" id="{1D250596-9E6D-4C40-9DEE-AD7D853DD8D1}"/>
              </a:ext>
            </a:extLst>
          </p:cNvPr>
          <p:cNvCxnSpPr/>
          <p:nvPr/>
        </p:nvCxnSpPr>
        <p:spPr>
          <a:xfrm xmlns:a="http://schemas.openxmlformats.org/drawingml/2006/main" flipH="0" flipV="1">
            <a:off x="2670348" y="4293216"/>
            <a:ext cx="39041" cy="75366"/>
          </a:xfrm>
          <a:prstGeom xmlns:a="http://schemas.openxmlformats.org/drawingml/2006/main" prst="straightConnector1">
            <a:avLst/>
          </a:prstGeom>
          <a:ln xmlns:a="http://schemas.openxmlformats.org/drawingml/2006/main" w="6191">
            <a:solidFill>
              <a:srgbClr val="A9B8C2"/>
            </a:solidFill>
            <a:prstDash val="solid"/>
          </a:ln>
        </p:spPr>
      </p:cxnSp>
      <p:cxnSp>
        <p:nvCxnSpPr>
          <p:cNvPr id="281" name="">
            <a:extLst xmlns:a="http://schemas.openxmlformats.org/drawingml/2006/main">
              <a:ext uri="{FF2B5EF4-FFF2-40B4-BE49-F238E27FC236}">
                <a16:creationId xmlns:a16="http://schemas.microsoft.com/office/drawing/2014/main" id="{32709F44-BE09-446D-B8EC-220E031756C3}"/>
              </a:ext>
            </a:extLst>
          </p:cNvPr>
          <p:cNvCxnSpPr/>
          <p:nvPr/>
        </p:nvCxnSpPr>
        <p:spPr>
          <a:xfrm xmlns:a="http://schemas.openxmlformats.org/drawingml/2006/main" flipH="0" flipV="1">
            <a:off x="2709389" y="4275080"/>
            <a:ext cx="8617" cy="18136"/>
          </a:xfrm>
          <a:prstGeom xmlns:a="http://schemas.openxmlformats.org/drawingml/2006/main" prst="straightConnector1">
            <a:avLst/>
          </a:prstGeom>
          <a:ln xmlns:a="http://schemas.openxmlformats.org/drawingml/2006/main" w="6191">
            <a:solidFill>
              <a:srgbClr val="A9B8C2"/>
            </a:solidFill>
            <a:prstDash val="solid"/>
          </a:ln>
        </p:spPr>
      </p:cxnSp>
      <p:cxnSp>
        <p:nvCxnSpPr>
          <p:cNvPr id="282" name="">
            <a:extLst xmlns:a="http://schemas.openxmlformats.org/drawingml/2006/main">
              <a:ext uri="{FF2B5EF4-FFF2-40B4-BE49-F238E27FC236}">
                <a16:creationId xmlns:a16="http://schemas.microsoft.com/office/drawing/2014/main" id="{DE5A937D-4A38-4914-84E0-04D0977BB4C3}"/>
              </a:ext>
            </a:extLst>
          </p:cNvPr>
          <p:cNvCxnSpPr/>
          <p:nvPr/>
        </p:nvCxnSpPr>
        <p:spPr>
          <a:xfrm xmlns:a="http://schemas.openxmlformats.org/drawingml/2006/main" flipH="0" flipV="1">
            <a:off x="2718006" y="4167270"/>
            <a:ext cx="33500" cy="107810"/>
          </a:xfrm>
          <a:prstGeom xmlns:a="http://schemas.openxmlformats.org/drawingml/2006/main" prst="straightConnector1">
            <a:avLst/>
          </a:prstGeom>
          <a:ln xmlns:a="http://schemas.openxmlformats.org/drawingml/2006/main" w="6191">
            <a:solidFill>
              <a:srgbClr val="A9B8C2"/>
            </a:solidFill>
            <a:prstDash val="solid"/>
          </a:ln>
        </p:spPr>
      </p:cxnSp>
      <p:cxnSp>
        <p:nvCxnSpPr>
          <p:cNvPr id="283" name="">
            <a:extLst xmlns:a="http://schemas.openxmlformats.org/drawingml/2006/main">
              <a:ext uri="{FF2B5EF4-FFF2-40B4-BE49-F238E27FC236}">
                <a16:creationId xmlns:a16="http://schemas.microsoft.com/office/drawing/2014/main" id="{E245D0CB-2479-4525-9C0C-594846C1B428}"/>
              </a:ext>
            </a:extLst>
          </p:cNvPr>
          <p:cNvCxnSpPr/>
          <p:nvPr/>
        </p:nvCxnSpPr>
        <p:spPr>
          <a:xfrm xmlns:a="http://schemas.openxmlformats.org/drawingml/2006/main" flipH="0" flipV="1">
            <a:off x="2751505" y="4038100"/>
            <a:ext cx="33351" cy="129170"/>
          </a:xfrm>
          <a:prstGeom xmlns:a="http://schemas.openxmlformats.org/drawingml/2006/main" prst="straightConnector1">
            <a:avLst/>
          </a:prstGeom>
          <a:ln xmlns:a="http://schemas.openxmlformats.org/drawingml/2006/main" w="6191">
            <a:solidFill>
              <a:srgbClr val="A9B8C2"/>
            </a:solidFill>
            <a:prstDash val="solid"/>
          </a:ln>
        </p:spPr>
      </p:cxnSp>
      <p:cxnSp>
        <p:nvCxnSpPr>
          <p:cNvPr id="284" name="">
            <a:extLst xmlns:a="http://schemas.openxmlformats.org/drawingml/2006/main">
              <a:ext uri="{FF2B5EF4-FFF2-40B4-BE49-F238E27FC236}">
                <a16:creationId xmlns:a16="http://schemas.microsoft.com/office/drawing/2014/main" id="{E2991D58-8FEC-455F-B68E-8643A3B6C208}"/>
              </a:ext>
            </a:extLst>
          </p:cNvPr>
          <p:cNvCxnSpPr/>
          <p:nvPr/>
        </p:nvCxnSpPr>
        <p:spPr>
          <a:xfrm xmlns:a="http://schemas.openxmlformats.org/drawingml/2006/main" flipH="0" flipV="1">
            <a:off x="2784856" y="3950441"/>
            <a:ext cx="23879" cy="87658"/>
          </a:xfrm>
          <a:prstGeom xmlns:a="http://schemas.openxmlformats.org/drawingml/2006/main" prst="straightConnector1">
            <a:avLst/>
          </a:prstGeom>
          <a:ln xmlns:a="http://schemas.openxmlformats.org/drawingml/2006/main" w="6191">
            <a:solidFill>
              <a:srgbClr val="A9B8C2"/>
            </a:solidFill>
            <a:prstDash val="solid"/>
          </a:ln>
        </p:spPr>
      </p:cxnSp>
      <p:cxnSp>
        <p:nvCxnSpPr>
          <p:cNvPr id="285" name="">
            <a:extLst xmlns:a="http://schemas.openxmlformats.org/drawingml/2006/main">
              <a:ext uri="{FF2B5EF4-FFF2-40B4-BE49-F238E27FC236}">
                <a16:creationId xmlns:a16="http://schemas.microsoft.com/office/drawing/2014/main" id="{CA7CA2BC-252E-4424-B943-A7B495F01333}"/>
              </a:ext>
            </a:extLst>
          </p:cNvPr>
          <p:cNvCxnSpPr/>
          <p:nvPr/>
        </p:nvCxnSpPr>
        <p:spPr>
          <a:xfrm xmlns:a="http://schemas.openxmlformats.org/drawingml/2006/main" flipH="0" flipV="1">
            <a:off x="2808735" y="3877695"/>
            <a:ext cx="20607" cy="72746"/>
          </a:xfrm>
          <a:prstGeom xmlns:a="http://schemas.openxmlformats.org/drawingml/2006/main" prst="straightConnector1">
            <a:avLst/>
          </a:prstGeom>
          <a:ln xmlns:a="http://schemas.openxmlformats.org/drawingml/2006/main" w="6191">
            <a:solidFill>
              <a:srgbClr val="A9B8C2"/>
            </a:solidFill>
            <a:prstDash val="solid"/>
          </a:ln>
        </p:spPr>
      </p:cxnSp>
      <p:cxnSp>
        <p:nvCxnSpPr>
          <p:cNvPr id="286" name="">
            <a:extLst xmlns:a="http://schemas.openxmlformats.org/drawingml/2006/main">
              <a:ext uri="{FF2B5EF4-FFF2-40B4-BE49-F238E27FC236}">
                <a16:creationId xmlns:a16="http://schemas.microsoft.com/office/drawing/2014/main" id="{17333391-7312-43C7-8AED-4E333DE81C4E}"/>
              </a:ext>
            </a:extLst>
          </p:cNvPr>
          <p:cNvCxnSpPr/>
          <p:nvPr/>
        </p:nvCxnSpPr>
        <p:spPr>
          <a:xfrm xmlns:a="http://schemas.openxmlformats.org/drawingml/2006/main" flipH="0" flipV="1">
            <a:off x="2829342" y="3817039"/>
            <a:ext cx="19595" cy="60656"/>
          </a:xfrm>
          <a:prstGeom xmlns:a="http://schemas.openxmlformats.org/drawingml/2006/main" prst="straightConnector1">
            <a:avLst/>
          </a:prstGeom>
          <a:ln xmlns:a="http://schemas.openxmlformats.org/drawingml/2006/main" w="6191">
            <a:solidFill>
              <a:srgbClr val="A9B8C2"/>
            </a:solidFill>
            <a:prstDash val="solid"/>
          </a:ln>
        </p:spPr>
      </p:cxnSp>
      <p:cxnSp>
        <p:nvCxnSpPr>
          <p:cNvPr id="287" name="">
            <a:extLst xmlns:a="http://schemas.openxmlformats.org/drawingml/2006/main">
              <a:ext uri="{FF2B5EF4-FFF2-40B4-BE49-F238E27FC236}">
                <a16:creationId xmlns:a16="http://schemas.microsoft.com/office/drawing/2014/main" id="{0188D30E-7D4C-45F5-B409-56195956CC6E}"/>
              </a:ext>
            </a:extLst>
          </p:cNvPr>
          <p:cNvCxnSpPr/>
          <p:nvPr/>
        </p:nvCxnSpPr>
        <p:spPr>
          <a:xfrm xmlns:a="http://schemas.openxmlformats.org/drawingml/2006/main" flipH="0" flipV="1">
            <a:off x="2848937" y="3720514"/>
            <a:ext cx="18088" cy="96525"/>
          </a:xfrm>
          <a:prstGeom xmlns:a="http://schemas.openxmlformats.org/drawingml/2006/main" prst="straightConnector1">
            <a:avLst/>
          </a:prstGeom>
          <a:ln xmlns:a="http://schemas.openxmlformats.org/drawingml/2006/main" w="6191">
            <a:solidFill>
              <a:srgbClr val="A9B8C2"/>
            </a:solidFill>
            <a:prstDash val="solid"/>
          </a:ln>
        </p:spPr>
      </p:cxnSp>
      <p:cxnSp>
        <p:nvCxnSpPr>
          <p:cNvPr id="288" name="">
            <a:extLst xmlns:a="http://schemas.openxmlformats.org/drawingml/2006/main">
              <a:ext uri="{FF2B5EF4-FFF2-40B4-BE49-F238E27FC236}">
                <a16:creationId xmlns:a16="http://schemas.microsoft.com/office/drawing/2014/main" id="{C2ED0C5A-7C24-4745-9BC4-B83473C9DEE6}"/>
              </a:ext>
            </a:extLst>
          </p:cNvPr>
          <p:cNvCxnSpPr/>
          <p:nvPr/>
        </p:nvCxnSpPr>
        <p:spPr>
          <a:xfrm xmlns:a="http://schemas.openxmlformats.org/drawingml/2006/main" flipH="1" flipV="1">
            <a:off x="2830196" y="3702781"/>
            <a:ext cx="36829" cy="17733"/>
          </a:xfrm>
          <a:prstGeom xmlns:a="http://schemas.openxmlformats.org/drawingml/2006/main" prst="straightConnector1">
            <a:avLst/>
          </a:prstGeom>
          <a:ln xmlns:a="http://schemas.openxmlformats.org/drawingml/2006/main" w="6191">
            <a:solidFill>
              <a:srgbClr val="A9B8C2"/>
            </a:solidFill>
            <a:prstDash val="solid"/>
          </a:ln>
        </p:spPr>
      </p:cxnSp>
      <p:cxnSp>
        <p:nvCxnSpPr>
          <p:cNvPr id="289" name="">
            <a:extLst xmlns:a="http://schemas.openxmlformats.org/drawingml/2006/main">
              <a:ext uri="{FF2B5EF4-FFF2-40B4-BE49-F238E27FC236}">
                <a16:creationId xmlns:a16="http://schemas.microsoft.com/office/drawing/2014/main" id="{EB16A76D-38CD-4AF0-BB98-0C7081BBAAE8}"/>
              </a:ext>
            </a:extLst>
          </p:cNvPr>
          <p:cNvCxnSpPr/>
          <p:nvPr/>
        </p:nvCxnSpPr>
        <p:spPr>
          <a:xfrm xmlns:a="http://schemas.openxmlformats.org/drawingml/2006/main" flipH="0" flipV="0">
            <a:off x="3237307" y="4325660"/>
            <a:ext cx="118538" cy="81613"/>
          </a:xfrm>
          <a:prstGeom xmlns:a="http://schemas.openxmlformats.org/drawingml/2006/main" prst="straightConnector1">
            <a:avLst/>
          </a:prstGeom>
          <a:ln xmlns:a="http://schemas.openxmlformats.org/drawingml/2006/main" w="6191">
            <a:solidFill>
              <a:srgbClr val="A9B8C2"/>
            </a:solidFill>
            <a:prstDash val="solid"/>
          </a:ln>
        </p:spPr>
      </p:cxnSp>
      <p:cxnSp>
        <p:nvCxnSpPr>
          <p:cNvPr id="290" name="">
            <a:extLst xmlns:a="http://schemas.openxmlformats.org/drawingml/2006/main">
              <a:ext uri="{FF2B5EF4-FFF2-40B4-BE49-F238E27FC236}">
                <a16:creationId xmlns:a16="http://schemas.microsoft.com/office/drawing/2014/main" id="{673D4FFF-6E1C-4D92-9379-F24EDEC8B7EE}"/>
              </a:ext>
            </a:extLst>
          </p:cNvPr>
          <p:cNvCxnSpPr/>
          <p:nvPr/>
        </p:nvCxnSpPr>
        <p:spPr>
          <a:xfrm xmlns:a="http://schemas.openxmlformats.org/drawingml/2006/main" flipH="0" flipV="1">
            <a:off x="3355845" y="4406467"/>
            <a:ext cx="28164" cy="806"/>
          </a:xfrm>
          <a:prstGeom xmlns:a="http://schemas.openxmlformats.org/drawingml/2006/main" prst="straightConnector1">
            <a:avLst/>
          </a:prstGeom>
          <a:ln xmlns:a="http://schemas.openxmlformats.org/drawingml/2006/main" w="6191">
            <a:solidFill>
              <a:srgbClr val="A9B8C2"/>
            </a:solidFill>
            <a:prstDash val="solid"/>
          </a:ln>
        </p:spPr>
      </p:cxnSp>
      <p:cxnSp>
        <p:nvCxnSpPr>
          <p:cNvPr id="291" name="">
            <a:extLst xmlns:a="http://schemas.openxmlformats.org/drawingml/2006/main">
              <a:ext uri="{FF2B5EF4-FFF2-40B4-BE49-F238E27FC236}">
                <a16:creationId xmlns:a16="http://schemas.microsoft.com/office/drawing/2014/main" id="{BEF95FFB-7CEF-491C-8C60-531CD58E32B9}"/>
              </a:ext>
            </a:extLst>
          </p:cNvPr>
          <p:cNvCxnSpPr/>
          <p:nvPr/>
        </p:nvCxnSpPr>
        <p:spPr>
          <a:xfrm xmlns:a="http://schemas.openxmlformats.org/drawingml/2006/main" flipH="0" flipV="1">
            <a:off x="3384009" y="4355887"/>
            <a:ext cx="37079" cy="50580"/>
          </a:xfrm>
          <a:prstGeom xmlns:a="http://schemas.openxmlformats.org/drawingml/2006/main" prst="straightConnector1">
            <a:avLst/>
          </a:prstGeom>
          <a:ln xmlns:a="http://schemas.openxmlformats.org/drawingml/2006/main" w="6191">
            <a:solidFill>
              <a:srgbClr val="A9B8C2"/>
            </a:solidFill>
            <a:prstDash val="solid"/>
          </a:ln>
        </p:spPr>
      </p:cxnSp>
      <p:cxnSp>
        <p:nvCxnSpPr>
          <p:cNvPr id="292" name="">
            <a:extLst xmlns:a="http://schemas.openxmlformats.org/drawingml/2006/main">
              <a:ext uri="{FF2B5EF4-FFF2-40B4-BE49-F238E27FC236}">
                <a16:creationId xmlns:a16="http://schemas.microsoft.com/office/drawing/2014/main" id="{AD0F1C91-C03A-4B44-BB21-905D3BF39D61}"/>
              </a:ext>
            </a:extLst>
          </p:cNvPr>
          <p:cNvCxnSpPr/>
          <p:nvPr/>
        </p:nvCxnSpPr>
        <p:spPr>
          <a:xfrm xmlns:a="http://schemas.openxmlformats.org/drawingml/2006/main" flipH="0" flipV="1">
            <a:off x="3421087" y="4058654"/>
            <a:ext cx="212799" cy="297233"/>
          </a:xfrm>
          <a:prstGeom xmlns:a="http://schemas.openxmlformats.org/drawingml/2006/main" prst="straightConnector1">
            <a:avLst/>
          </a:prstGeom>
          <a:ln xmlns:a="http://schemas.openxmlformats.org/drawingml/2006/main" w="6191">
            <a:solidFill>
              <a:srgbClr val="A9B8C2"/>
            </a:solidFill>
            <a:prstDash val="solid"/>
          </a:ln>
        </p:spPr>
      </p:cxnSp>
      <p:cxnSp>
        <p:nvCxnSpPr>
          <p:cNvPr id="293" name="">
            <a:extLst xmlns:a="http://schemas.openxmlformats.org/drawingml/2006/main">
              <a:ext uri="{FF2B5EF4-FFF2-40B4-BE49-F238E27FC236}">
                <a16:creationId xmlns:a16="http://schemas.microsoft.com/office/drawing/2014/main" id="{9F3C02E6-1AF2-4D50-B71D-38902FA8D0B9}"/>
              </a:ext>
            </a:extLst>
          </p:cNvPr>
          <p:cNvCxnSpPr/>
          <p:nvPr/>
        </p:nvCxnSpPr>
        <p:spPr>
          <a:xfrm xmlns:a="http://schemas.openxmlformats.org/drawingml/2006/main" flipH="0" flipV="1">
            <a:off x="3633886" y="3952255"/>
            <a:ext cx="69168" cy="106399"/>
          </a:xfrm>
          <a:prstGeom xmlns:a="http://schemas.openxmlformats.org/drawingml/2006/main" prst="straightConnector1">
            <a:avLst/>
          </a:prstGeom>
          <a:ln xmlns:a="http://schemas.openxmlformats.org/drawingml/2006/main" w="6191">
            <a:solidFill>
              <a:srgbClr val="A9B8C2"/>
            </a:solidFill>
            <a:prstDash val="solid"/>
          </a:ln>
        </p:spPr>
      </p:cxnSp>
      <p:cxnSp>
        <p:nvCxnSpPr>
          <p:cNvPr id="294" name="">
            <a:extLst xmlns:a="http://schemas.openxmlformats.org/drawingml/2006/main">
              <a:ext uri="{FF2B5EF4-FFF2-40B4-BE49-F238E27FC236}">
                <a16:creationId xmlns:a16="http://schemas.microsoft.com/office/drawing/2014/main" id="{0A3DB2BD-1148-4811-8C2D-186F90967CF6}"/>
              </a:ext>
            </a:extLst>
          </p:cNvPr>
          <p:cNvCxnSpPr/>
          <p:nvPr/>
        </p:nvCxnSpPr>
        <p:spPr>
          <a:xfrm xmlns:a="http://schemas.openxmlformats.org/drawingml/2006/main" flipH="0" flipV="0">
            <a:off x="3344661" y="3900869"/>
            <a:ext cx="221315" cy="127558"/>
          </a:xfrm>
          <a:prstGeom xmlns:a="http://schemas.openxmlformats.org/drawingml/2006/main" prst="straightConnector1">
            <a:avLst/>
          </a:prstGeom>
          <a:ln xmlns:a="http://schemas.openxmlformats.org/drawingml/2006/main" w="6191">
            <a:solidFill>
              <a:srgbClr val="A9B8C2"/>
            </a:solidFill>
            <a:prstDash val="solid"/>
          </a:ln>
        </p:spPr>
      </p:cxnSp>
      <p:cxnSp>
        <p:nvCxnSpPr>
          <p:cNvPr id="295" name="">
            <a:extLst xmlns:a="http://schemas.openxmlformats.org/drawingml/2006/main">
              <a:ext uri="{FF2B5EF4-FFF2-40B4-BE49-F238E27FC236}">
                <a16:creationId xmlns:a16="http://schemas.microsoft.com/office/drawing/2014/main" id="{7DD3FE80-5ED6-4B99-BEE3-6EEF26C56824}"/>
              </a:ext>
            </a:extLst>
          </p:cNvPr>
          <p:cNvCxnSpPr/>
          <p:nvPr/>
        </p:nvCxnSpPr>
        <p:spPr>
          <a:xfrm xmlns:a="http://schemas.openxmlformats.org/drawingml/2006/main" flipH="0" flipV="0">
            <a:off x="3565976" y="4028427"/>
            <a:ext cx="67910" cy="30227"/>
          </a:xfrm>
          <a:prstGeom xmlns:a="http://schemas.openxmlformats.org/drawingml/2006/main" prst="straightConnector1">
            <a:avLst/>
          </a:prstGeom>
          <a:ln xmlns:a="http://schemas.openxmlformats.org/drawingml/2006/main" w="6191">
            <a:solidFill>
              <a:srgbClr val="A9B8C2"/>
            </a:solidFill>
            <a:prstDash val="solid"/>
          </a:ln>
        </p:spPr>
      </p:cxnSp>
      <p:cxnSp>
        <p:nvCxnSpPr>
          <p:cNvPr id="296" name="">
            <a:extLst xmlns:a="http://schemas.openxmlformats.org/drawingml/2006/main">
              <a:ext uri="{FF2B5EF4-FFF2-40B4-BE49-F238E27FC236}">
                <a16:creationId xmlns:a16="http://schemas.microsoft.com/office/drawing/2014/main" id="{67821936-7020-4CFE-9148-578B9DD4FE7C}"/>
              </a:ext>
            </a:extLst>
          </p:cNvPr>
          <p:cNvCxnSpPr/>
          <p:nvPr/>
        </p:nvCxnSpPr>
        <p:spPr>
          <a:xfrm xmlns:a="http://schemas.openxmlformats.org/drawingml/2006/main" flipH="0" flipV="1">
            <a:off x="3703053" y="3938552"/>
            <a:ext cx="47860" cy="13703"/>
          </a:xfrm>
          <a:prstGeom xmlns:a="http://schemas.openxmlformats.org/drawingml/2006/main" prst="straightConnector1">
            <a:avLst/>
          </a:prstGeom>
          <a:ln xmlns:a="http://schemas.openxmlformats.org/drawingml/2006/main" w="6191">
            <a:solidFill>
              <a:srgbClr val="A9B8C2"/>
            </a:solidFill>
            <a:prstDash val="solid"/>
          </a:ln>
        </p:spPr>
      </p:cxnSp>
      <p:cxnSp>
        <p:nvCxnSpPr>
          <p:cNvPr id="297" name="">
            <a:extLst xmlns:a="http://schemas.openxmlformats.org/drawingml/2006/main">
              <a:ext uri="{FF2B5EF4-FFF2-40B4-BE49-F238E27FC236}">
                <a16:creationId xmlns:a16="http://schemas.microsoft.com/office/drawing/2014/main" id="{C903A3B6-1D7E-40BB-A824-B77AE122582F}"/>
              </a:ext>
            </a:extLst>
          </p:cNvPr>
          <p:cNvCxnSpPr/>
          <p:nvPr/>
        </p:nvCxnSpPr>
        <p:spPr>
          <a:xfrm xmlns:a="http://schemas.openxmlformats.org/drawingml/2006/main" flipH="0" flipV="1">
            <a:off x="3750913" y="3936134"/>
            <a:ext cx="27204" cy="2418"/>
          </a:xfrm>
          <a:prstGeom xmlns:a="http://schemas.openxmlformats.org/drawingml/2006/main" prst="straightConnector1">
            <a:avLst/>
          </a:prstGeom>
          <a:ln xmlns:a="http://schemas.openxmlformats.org/drawingml/2006/main" w="6191">
            <a:solidFill>
              <a:srgbClr val="A9B8C2"/>
            </a:solidFill>
            <a:prstDash val="solid"/>
          </a:ln>
        </p:spPr>
      </p:cxnSp>
      <p:cxnSp>
        <p:nvCxnSpPr>
          <p:cNvPr id="298" name="">
            <a:extLst xmlns:a="http://schemas.openxmlformats.org/drawingml/2006/main">
              <a:ext uri="{FF2B5EF4-FFF2-40B4-BE49-F238E27FC236}">
                <a16:creationId xmlns:a16="http://schemas.microsoft.com/office/drawing/2014/main" id="{19991788-40F8-4AB4-A78F-769E7A259AC4}"/>
              </a:ext>
            </a:extLst>
          </p:cNvPr>
          <p:cNvCxnSpPr/>
          <p:nvPr/>
        </p:nvCxnSpPr>
        <p:spPr>
          <a:xfrm xmlns:a="http://schemas.openxmlformats.org/drawingml/2006/main" flipH="0" flipV="0">
            <a:off x="3778117" y="3936134"/>
            <a:ext cx="56525" cy="4836"/>
          </a:xfrm>
          <a:prstGeom xmlns:a="http://schemas.openxmlformats.org/drawingml/2006/main" prst="straightConnector1">
            <a:avLst/>
          </a:prstGeom>
          <a:ln xmlns:a="http://schemas.openxmlformats.org/drawingml/2006/main" w="6191">
            <a:solidFill>
              <a:srgbClr val="A9B8C2"/>
            </a:solidFill>
            <a:prstDash val="solid"/>
          </a:ln>
        </p:spPr>
      </p:cxnSp>
      <p:cxnSp>
        <p:nvCxnSpPr>
          <p:cNvPr id="299" name="">
            <a:extLst xmlns:a="http://schemas.openxmlformats.org/drawingml/2006/main">
              <a:ext uri="{FF2B5EF4-FFF2-40B4-BE49-F238E27FC236}">
                <a16:creationId xmlns:a16="http://schemas.microsoft.com/office/drawing/2014/main" id="{04BD5291-36E9-42E2-AD3F-2E246201BC4E}"/>
              </a:ext>
            </a:extLst>
          </p:cNvPr>
          <p:cNvCxnSpPr/>
          <p:nvPr/>
        </p:nvCxnSpPr>
        <p:spPr>
          <a:xfrm xmlns:a="http://schemas.openxmlformats.org/drawingml/2006/main" flipH="0" flipV="0">
            <a:off x="3834642" y="3940970"/>
            <a:ext cx="139649" cy="66097"/>
          </a:xfrm>
          <a:prstGeom xmlns:a="http://schemas.openxmlformats.org/drawingml/2006/main" prst="straightConnector1">
            <a:avLst/>
          </a:prstGeom>
          <a:ln xmlns:a="http://schemas.openxmlformats.org/drawingml/2006/main" w="6191">
            <a:solidFill>
              <a:srgbClr val="A9B8C2"/>
            </a:solidFill>
            <a:prstDash val="solid"/>
          </a:ln>
        </p:spPr>
      </p:cxnSp>
      <p:cxnSp>
        <p:nvCxnSpPr>
          <p:cNvPr id="300" name="">
            <a:extLst xmlns:a="http://schemas.openxmlformats.org/drawingml/2006/main">
              <a:ext uri="{FF2B5EF4-FFF2-40B4-BE49-F238E27FC236}">
                <a16:creationId xmlns:a16="http://schemas.microsoft.com/office/drawing/2014/main" id="{93703AB1-F858-4BF3-A649-A955F7CB04D6}"/>
              </a:ext>
            </a:extLst>
          </p:cNvPr>
          <p:cNvCxnSpPr/>
          <p:nvPr/>
        </p:nvCxnSpPr>
        <p:spPr>
          <a:xfrm xmlns:a="http://schemas.openxmlformats.org/drawingml/2006/main" flipH="0" flipV="1">
            <a:off x="3098814" y="3654417"/>
            <a:ext cx="57282" cy="103780"/>
          </a:xfrm>
          <a:prstGeom xmlns:a="http://schemas.openxmlformats.org/drawingml/2006/main" prst="straightConnector1">
            <a:avLst/>
          </a:prstGeom>
          <a:ln xmlns:a="http://schemas.openxmlformats.org/drawingml/2006/main" w="6191">
            <a:solidFill>
              <a:srgbClr val="A9B8C2"/>
            </a:solidFill>
            <a:prstDash val="solid"/>
          </a:ln>
        </p:spPr>
      </p:cxnSp>
      <p:cxnSp>
        <p:nvCxnSpPr>
          <p:cNvPr id="301" name="">
            <a:extLst xmlns:a="http://schemas.openxmlformats.org/drawingml/2006/main">
              <a:ext uri="{FF2B5EF4-FFF2-40B4-BE49-F238E27FC236}">
                <a16:creationId xmlns:a16="http://schemas.microsoft.com/office/drawing/2014/main" id="{3D59A049-C9DD-47A3-93DF-078BB380B821}"/>
              </a:ext>
            </a:extLst>
          </p:cNvPr>
          <p:cNvCxnSpPr/>
          <p:nvPr/>
        </p:nvCxnSpPr>
        <p:spPr>
          <a:xfrm xmlns:a="http://schemas.openxmlformats.org/drawingml/2006/main" flipH="0" flipV="1">
            <a:off x="3156097" y="3512753"/>
            <a:ext cx="82064" cy="141664"/>
          </a:xfrm>
          <a:prstGeom xmlns:a="http://schemas.openxmlformats.org/drawingml/2006/main" prst="straightConnector1">
            <a:avLst/>
          </a:prstGeom>
          <a:ln xmlns:a="http://schemas.openxmlformats.org/drawingml/2006/main" w="6191">
            <a:solidFill>
              <a:srgbClr val="A9B8C2"/>
            </a:solidFill>
            <a:prstDash val="solid"/>
          </a:ln>
        </p:spPr>
      </p:cxnSp>
      <p:cxnSp>
        <p:nvCxnSpPr>
          <p:cNvPr id="302" name="">
            <a:extLst xmlns:a="http://schemas.openxmlformats.org/drawingml/2006/main">
              <a:ext uri="{FF2B5EF4-FFF2-40B4-BE49-F238E27FC236}">
                <a16:creationId xmlns:a16="http://schemas.microsoft.com/office/drawing/2014/main" id="{ABD6033E-FDA7-4B53-B4D2-F7F4CB2E98A3}"/>
              </a:ext>
            </a:extLst>
          </p:cNvPr>
          <p:cNvCxnSpPr/>
          <p:nvPr/>
        </p:nvCxnSpPr>
        <p:spPr>
          <a:xfrm xmlns:a="http://schemas.openxmlformats.org/drawingml/2006/main" flipH="0" flipV="1">
            <a:off x="3238161" y="3477891"/>
            <a:ext cx="28615" cy="34862"/>
          </a:xfrm>
          <a:prstGeom xmlns:a="http://schemas.openxmlformats.org/drawingml/2006/main" prst="straightConnector1">
            <a:avLst/>
          </a:prstGeom>
          <a:ln xmlns:a="http://schemas.openxmlformats.org/drawingml/2006/main" w="6191">
            <a:solidFill>
              <a:srgbClr val="A9B8C2"/>
            </a:solidFill>
            <a:prstDash val="solid"/>
          </a:ln>
        </p:spPr>
      </p:cxnSp>
      <p:cxnSp>
        <p:nvCxnSpPr>
          <p:cNvPr id="303" name="">
            <a:extLst xmlns:a="http://schemas.openxmlformats.org/drawingml/2006/main">
              <a:ext uri="{FF2B5EF4-FFF2-40B4-BE49-F238E27FC236}">
                <a16:creationId xmlns:a16="http://schemas.microsoft.com/office/drawing/2014/main" id="{A19E5579-6550-451F-A311-7D0524A731B0}"/>
              </a:ext>
            </a:extLst>
          </p:cNvPr>
          <p:cNvCxnSpPr/>
          <p:nvPr/>
        </p:nvCxnSpPr>
        <p:spPr>
          <a:xfrm xmlns:a="http://schemas.openxmlformats.org/drawingml/2006/main" flipH="0" flipV="1">
            <a:off x="3321890" y="3364036"/>
            <a:ext cx="96827" cy="157181"/>
          </a:xfrm>
          <a:prstGeom xmlns:a="http://schemas.openxmlformats.org/drawingml/2006/main" prst="straightConnector1">
            <a:avLst/>
          </a:prstGeom>
          <a:ln xmlns:a="http://schemas.openxmlformats.org/drawingml/2006/main" w="6191">
            <a:solidFill>
              <a:srgbClr val="A9B8C2"/>
            </a:solidFill>
            <a:prstDash val="solid"/>
          </a:ln>
        </p:spPr>
      </p:cxnSp>
      <p:cxnSp>
        <p:nvCxnSpPr>
          <p:cNvPr id="304" name="">
            <a:extLst xmlns:a="http://schemas.openxmlformats.org/drawingml/2006/main">
              <a:ext uri="{FF2B5EF4-FFF2-40B4-BE49-F238E27FC236}">
                <a16:creationId xmlns:a16="http://schemas.microsoft.com/office/drawing/2014/main" id="{696128E5-6E6C-4D27-93F9-EDC094E6AF6A}"/>
              </a:ext>
            </a:extLst>
          </p:cNvPr>
          <p:cNvCxnSpPr/>
          <p:nvPr/>
        </p:nvCxnSpPr>
        <p:spPr>
          <a:xfrm xmlns:a="http://schemas.openxmlformats.org/drawingml/2006/main" flipH="0" flipV="1">
            <a:off x="3418717" y="3309224"/>
            <a:ext cx="38138" cy="54812"/>
          </a:xfrm>
          <a:prstGeom xmlns:a="http://schemas.openxmlformats.org/drawingml/2006/main" prst="straightConnector1">
            <a:avLst/>
          </a:prstGeom>
          <a:ln xmlns:a="http://schemas.openxmlformats.org/drawingml/2006/main" w="6191">
            <a:solidFill>
              <a:srgbClr val="A9B8C2"/>
            </a:solidFill>
            <a:prstDash val="solid"/>
          </a:ln>
        </p:spPr>
      </p:cxnSp>
      <p:cxnSp>
        <p:nvCxnSpPr>
          <p:cNvPr id="305" name="">
            <a:extLst xmlns:a="http://schemas.openxmlformats.org/drawingml/2006/main">
              <a:ext uri="{FF2B5EF4-FFF2-40B4-BE49-F238E27FC236}">
                <a16:creationId xmlns:a16="http://schemas.microsoft.com/office/drawing/2014/main" id="{A3F03281-904D-4FBC-BC7B-D936D55FA2E8}"/>
              </a:ext>
            </a:extLst>
          </p:cNvPr>
          <p:cNvCxnSpPr/>
          <p:nvPr/>
        </p:nvCxnSpPr>
        <p:spPr>
          <a:xfrm xmlns:a="http://schemas.openxmlformats.org/drawingml/2006/main" flipH="0" flipV="1">
            <a:off x="3456856" y="3296529"/>
            <a:ext cx="9016" cy="12695"/>
          </a:xfrm>
          <a:prstGeom xmlns:a="http://schemas.openxmlformats.org/drawingml/2006/main" prst="straightConnector1">
            <a:avLst/>
          </a:prstGeom>
          <a:ln xmlns:a="http://schemas.openxmlformats.org/drawingml/2006/main" w="6191">
            <a:solidFill>
              <a:srgbClr val="A9B8C2"/>
            </a:solidFill>
            <a:prstDash val="solid"/>
          </a:ln>
        </p:spPr>
      </p:cxnSp>
      <p:cxnSp>
        <p:nvCxnSpPr>
          <p:cNvPr id="306" name="">
            <a:extLst xmlns:a="http://schemas.openxmlformats.org/drawingml/2006/main">
              <a:ext uri="{FF2B5EF4-FFF2-40B4-BE49-F238E27FC236}">
                <a16:creationId xmlns:a16="http://schemas.microsoft.com/office/drawing/2014/main" id="{DB0C009A-EA17-4C5E-BFCA-F037CD8926D0}"/>
              </a:ext>
            </a:extLst>
          </p:cNvPr>
          <p:cNvCxnSpPr/>
          <p:nvPr/>
        </p:nvCxnSpPr>
        <p:spPr>
          <a:xfrm xmlns:a="http://schemas.openxmlformats.org/drawingml/2006/main" flipH="0" flipV="1">
            <a:off x="3465872" y="3231239"/>
            <a:ext cx="157584" cy="65290"/>
          </a:xfrm>
          <a:prstGeom xmlns:a="http://schemas.openxmlformats.org/drawingml/2006/main" prst="straightConnector1">
            <a:avLst/>
          </a:prstGeom>
          <a:ln xmlns:a="http://schemas.openxmlformats.org/drawingml/2006/main" w="6191">
            <a:solidFill>
              <a:srgbClr val="A9B8C2"/>
            </a:solidFill>
            <a:prstDash val="solid"/>
          </a:ln>
        </p:spPr>
      </p:cxnSp>
      <p:cxnSp>
        <p:nvCxnSpPr>
          <p:cNvPr id="307" name="">
            <a:extLst xmlns:a="http://schemas.openxmlformats.org/drawingml/2006/main">
              <a:ext uri="{FF2B5EF4-FFF2-40B4-BE49-F238E27FC236}">
                <a16:creationId xmlns:a16="http://schemas.microsoft.com/office/drawing/2014/main" id="{7BA8F92F-0B9F-4FF4-B6AA-54887EAA569F}"/>
              </a:ext>
            </a:extLst>
          </p:cNvPr>
          <p:cNvCxnSpPr/>
          <p:nvPr/>
        </p:nvCxnSpPr>
        <p:spPr>
          <a:xfrm xmlns:a="http://schemas.openxmlformats.org/drawingml/2006/main" flipH="0" flipV="1">
            <a:off x="3623455" y="3190331"/>
            <a:ext cx="89525" cy="40907"/>
          </a:xfrm>
          <a:prstGeom xmlns:a="http://schemas.openxmlformats.org/drawingml/2006/main" prst="straightConnector1">
            <a:avLst/>
          </a:prstGeom>
          <a:ln xmlns:a="http://schemas.openxmlformats.org/drawingml/2006/main" w="6191">
            <a:solidFill>
              <a:srgbClr val="A9B8C2"/>
            </a:solidFill>
            <a:prstDash val="solid"/>
          </a:ln>
        </p:spPr>
      </p:cxnSp>
      <p:cxnSp>
        <p:nvCxnSpPr>
          <p:cNvPr id="308" name="">
            <a:extLst xmlns:a="http://schemas.openxmlformats.org/drawingml/2006/main">
              <a:ext uri="{FF2B5EF4-FFF2-40B4-BE49-F238E27FC236}">
                <a16:creationId xmlns:a16="http://schemas.microsoft.com/office/drawing/2014/main" id="{B12CBF3F-B3EF-47BE-B029-420E6FADBC59}"/>
              </a:ext>
            </a:extLst>
          </p:cNvPr>
          <p:cNvCxnSpPr/>
          <p:nvPr/>
        </p:nvCxnSpPr>
        <p:spPr>
          <a:xfrm xmlns:a="http://schemas.openxmlformats.org/drawingml/2006/main" flipH="0" flipV="1">
            <a:off x="3712980" y="3176225"/>
            <a:ext cx="87759" cy="14106"/>
          </a:xfrm>
          <a:prstGeom xmlns:a="http://schemas.openxmlformats.org/drawingml/2006/main" prst="straightConnector1">
            <a:avLst/>
          </a:prstGeom>
          <a:ln xmlns:a="http://schemas.openxmlformats.org/drawingml/2006/main" w="6191">
            <a:solidFill>
              <a:srgbClr val="A9B8C2"/>
            </a:solidFill>
            <a:prstDash val="solid"/>
          </a:ln>
        </p:spPr>
      </p:cxnSp>
      <p:cxnSp>
        <p:nvCxnSpPr>
          <p:cNvPr id="309" name="">
            <a:extLst xmlns:a="http://schemas.openxmlformats.org/drawingml/2006/main">
              <a:ext uri="{FF2B5EF4-FFF2-40B4-BE49-F238E27FC236}">
                <a16:creationId xmlns:a16="http://schemas.microsoft.com/office/drawing/2014/main" id="{554FB0E5-FE65-40D5-9CDE-B23A3C88B66F}"/>
              </a:ext>
            </a:extLst>
          </p:cNvPr>
          <p:cNvCxnSpPr/>
          <p:nvPr/>
        </p:nvCxnSpPr>
        <p:spPr>
          <a:xfrm xmlns:a="http://schemas.openxmlformats.org/drawingml/2006/main" flipH="0" flipV="1">
            <a:off x="3712980" y="3157283"/>
            <a:ext cx="75769" cy="33048"/>
          </a:xfrm>
          <a:prstGeom xmlns:a="http://schemas.openxmlformats.org/drawingml/2006/main" prst="straightConnector1">
            <a:avLst/>
          </a:prstGeom>
          <a:ln xmlns:a="http://schemas.openxmlformats.org/drawingml/2006/main" w="6191">
            <a:solidFill>
              <a:srgbClr val="A9B8C2"/>
            </a:solidFill>
            <a:prstDash val="solid"/>
          </a:ln>
        </p:spPr>
      </p:cxnSp>
      <p:cxnSp>
        <p:nvCxnSpPr>
          <p:cNvPr id="310" name="">
            <a:extLst xmlns:a="http://schemas.openxmlformats.org/drawingml/2006/main">
              <a:ext uri="{FF2B5EF4-FFF2-40B4-BE49-F238E27FC236}">
                <a16:creationId xmlns:a16="http://schemas.microsoft.com/office/drawing/2014/main" id="{4170C99B-5300-4190-A5D7-942C924FE7E7}"/>
              </a:ext>
            </a:extLst>
          </p:cNvPr>
          <p:cNvCxnSpPr/>
          <p:nvPr/>
        </p:nvCxnSpPr>
        <p:spPr>
          <a:xfrm xmlns:a="http://schemas.openxmlformats.org/drawingml/2006/main" flipH="0" flipV="1">
            <a:off x="3788749" y="3139147"/>
            <a:ext cx="41109" cy="18136"/>
          </a:xfrm>
          <a:prstGeom xmlns:a="http://schemas.openxmlformats.org/drawingml/2006/main" prst="straightConnector1">
            <a:avLst/>
          </a:prstGeom>
          <a:ln xmlns:a="http://schemas.openxmlformats.org/drawingml/2006/main" w="6191">
            <a:solidFill>
              <a:srgbClr val="A9B8C2"/>
            </a:solidFill>
            <a:prstDash val="solid"/>
          </a:ln>
        </p:spPr>
      </p:cxnSp>
      <p:cxnSp>
        <p:nvCxnSpPr>
          <p:cNvPr id="311" name="">
            <a:extLst xmlns:a="http://schemas.openxmlformats.org/drawingml/2006/main">
              <a:ext uri="{FF2B5EF4-FFF2-40B4-BE49-F238E27FC236}">
                <a16:creationId xmlns:a16="http://schemas.microsoft.com/office/drawing/2014/main" id="{C5015177-DC5C-469B-8864-D8317CA3B7B7}"/>
              </a:ext>
            </a:extLst>
          </p:cNvPr>
          <p:cNvCxnSpPr/>
          <p:nvPr/>
        </p:nvCxnSpPr>
        <p:spPr>
          <a:xfrm xmlns:a="http://schemas.openxmlformats.org/drawingml/2006/main" flipH="1" flipV="1">
            <a:off x="3733381" y="3095620"/>
            <a:ext cx="55368" cy="61663"/>
          </a:xfrm>
          <a:prstGeom xmlns:a="http://schemas.openxmlformats.org/drawingml/2006/main" prst="straightConnector1">
            <a:avLst/>
          </a:prstGeom>
          <a:ln xmlns:a="http://schemas.openxmlformats.org/drawingml/2006/main" w="6191">
            <a:solidFill>
              <a:srgbClr val="A9B8C2"/>
            </a:solidFill>
            <a:prstDash val="solid"/>
          </a:ln>
        </p:spPr>
      </p:cxnSp>
      <p:cxnSp>
        <p:nvCxnSpPr>
          <p:cNvPr id="312" name="">
            <a:extLst xmlns:a="http://schemas.openxmlformats.org/drawingml/2006/main">
              <a:ext uri="{FF2B5EF4-FFF2-40B4-BE49-F238E27FC236}">
                <a16:creationId xmlns:a16="http://schemas.microsoft.com/office/drawing/2014/main" id="{A2B85CF0-0DF3-4DDE-96BF-D013546C6C49}"/>
              </a:ext>
            </a:extLst>
          </p:cNvPr>
          <p:cNvCxnSpPr/>
          <p:nvPr/>
        </p:nvCxnSpPr>
        <p:spPr>
          <a:xfrm xmlns:a="http://schemas.openxmlformats.org/drawingml/2006/main" flipH="0" flipV="0">
            <a:off x="3788749" y="3157283"/>
            <a:ext cx="11990" cy="18942"/>
          </a:xfrm>
          <a:prstGeom xmlns:a="http://schemas.openxmlformats.org/drawingml/2006/main" prst="straightConnector1">
            <a:avLst/>
          </a:prstGeom>
          <a:ln xmlns:a="http://schemas.openxmlformats.org/drawingml/2006/main" w="6191">
            <a:solidFill>
              <a:srgbClr val="A9B8C2"/>
            </a:solidFill>
            <a:prstDash val="solid"/>
          </a:ln>
        </p:spPr>
      </p:cxnSp>
      <p:cxnSp>
        <p:nvCxnSpPr>
          <p:cNvPr id="313" name="">
            <a:extLst xmlns:a="http://schemas.openxmlformats.org/drawingml/2006/main">
              <a:ext uri="{FF2B5EF4-FFF2-40B4-BE49-F238E27FC236}">
                <a16:creationId xmlns:a16="http://schemas.microsoft.com/office/drawing/2014/main" id="{B594731E-DC72-4F53-B3EF-EEDFA8A81BBC}"/>
              </a:ext>
            </a:extLst>
          </p:cNvPr>
          <p:cNvCxnSpPr/>
          <p:nvPr/>
        </p:nvCxnSpPr>
        <p:spPr>
          <a:xfrm xmlns:a="http://schemas.openxmlformats.org/drawingml/2006/main" flipH="0" flipV="1">
            <a:off x="3098061" y="3362626"/>
            <a:ext cx="27051" cy="35668"/>
          </a:xfrm>
          <a:prstGeom xmlns:a="http://schemas.openxmlformats.org/drawingml/2006/main" prst="straightConnector1">
            <a:avLst/>
          </a:prstGeom>
          <a:ln xmlns:a="http://schemas.openxmlformats.org/drawingml/2006/main" w="6191">
            <a:solidFill>
              <a:srgbClr val="A9B8C2"/>
            </a:solidFill>
            <a:prstDash val="solid"/>
          </a:ln>
        </p:spPr>
      </p:cxnSp>
      <p:cxnSp>
        <p:nvCxnSpPr>
          <p:cNvPr id="314" name="">
            <a:extLst xmlns:a="http://schemas.openxmlformats.org/drawingml/2006/main">
              <a:ext uri="{FF2B5EF4-FFF2-40B4-BE49-F238E27FC236}">
                <a16:creationId xmlns:a16="http://schemas.microsoft.com/office/drawing/2014/main" id="{01E6E068-D10A-4F65-AB7D-4F3F1C8160EC}"/>
              </a:ext>
            </a:extLst>
          </p:cNvPr>
          <p:cNvCxnSpPr/>
          <p:nvPr/>
        </p:nvCxnSpPr>
        <p:spPr>
          <a:xfrm xmlns:a="http://schemas.openxmlformats.org/drawingml/2006/main" flipH="0" flipV="1">
            <a:off x="3125112" y="3326555"/>
            <a:ext cx="27607" cy="36071"/>
          </a:xfrm>
          <a:prstGeom xmlns:a="http://schemas.openxmlformats.org/drawingml/2006/main" prst="straightConnector1">
            <a:avLst/>
          </a:prstGeom>
          <a:ln xmlns:a="http://schemas.openxmlformats.org/drawingml/2006/main" w="6191">
            <a:solidFill>
              <a:srgbClr val="A9B8C2"/>
            </a:solidFill>
            <a:prstDash val="solid"/>
          </a:ln>
        </p:spPr>
      </p:cxnSp>
      <p:cxnSp>
        <p:nvCxnSpPr>
          <p:cNvPr id="315" name="">
            <a:extLst xmlns:a="http://schemas.openxmlformats.org/drawingml/2006/main">
              <a:ext uri="{FF2B5EF4-FFF2-40B4-BE49-F238E27FC236}">
                <a16:creationId xmlns:a16="http://schemas.microsoft.com/office/drawing/2014/main" id="{75C9A318-5D98-4B5E-9EB6-57787C4DD4A9}"/>
              </a:ext>
            </a:extLst>
          </p:cNvPr>
          <p:cNvCxnSpPr/>
          <p:nvPr/>
        </p:nvCxnSpPr>
        <p:spPr>
          <a:xfrm xmlns:a="http://schemas.openxmlformats.org/drawingml/2006/main" flipH="1" flipV="1">
            <a:off x="3133124" y="3301970"/>
            <a:ext cx="19595" cy="24585"/>
          </a:xfrm>
          <a:prstGeom xmlns:a="http://schemas.openxmlformats.org/drawingml/2006/main" prst="straightConnector1">
            <a:avLst/>
          </a:prstGeom>
          <a:ln xmlns:a="http://schemas.openxmlformats.org/drawingml/2006/main" w="6191">
            <a:solidFill>
              <a:srgbClr val="A9B8C2"/>
            </a:solidFill>
            <a:prstDash val="solid"/>
          </a:ln>
        </p:spPr>
      </p:cxnSp>
      <p:cxnSp>
        <p:nvCxnSpPr>
          <p:cNvPr id="316" name="">
            <a:extLst xmlns:a="http://schemas.openxmlformats.org/drawingml/2006/main">
              <a:ext uri="{FF2B5EF4-FFF2-40B4-BE49-F238E27FC236}">
                <a16:creationId xmlns:a16="http://schemas.microsoft.com/office/drawing/2014/main" id="{60193DE6-1623-4544-BD45-C295C4FB803E}"/>
              </a:ext>
            </a:extLst>
          </p:cNvPr>
          <p:cNvCxnSpPr/>
          <p:nvPr/>
        </p:nvCxnSpPr>
        <p:spPr>
          <a:xfrm xmlns:a="http://schemas.openxmlformats.org/drawingml/2006/main" flipH="0" flipV="1">
            <a:off x="3133124" y="3251188"/>
            <a:ext cx="35265" cy="50781"/>
          </a:xfrm>
          <a:prstGeom xmlns:a="http://schemas.openxmlformats.org/drawingml/2006/main" prst="straightConnector1">
            <a:avLst/>
          </a:prstGeom>
          <a:ln xmlns:a="http://schemas.openxmlformats.org/drawingml/2006/main" w="6191">
            <a:solidFill>
              <a:srgbClr val="A9B8C2"/>
            </a:solidFill>
            <a:prstDash val="solid"/>
          </a:ln>
        </p:spPr>
      </p:cxnSp>
      <p:cxnSp>
        <p:nvCxnSpPr>
          <p:cNvPr id="317" name="">
            <a:extLst xmlns:a="http://schemas.openxmlformats.org/drawingml/2006/main">
              <a:ext uri="{FF2B5EF4-FFF2-40B4-BE49-F238E27FC236}">
                <a16:creationId xmlns:a16="http://schemas.microsoft.com/office/drawing/2014/main" id="{E45C9E43-EC31-4FF2-8C55-7873BC1BF8DE}"/>
              </a:ext>
            </a:extLst>
          </p:cNvPr>
          <p:cNvCxnSpPr/>
          <p:nvPr/>
        </p:nvCxnSpPr>
        <p:spPr>
          <a:xfrm xmlns:a="http://schemas.openxmlformats.org/drawingml/2006/main" flipH="0" flipV="1">
            <a:off x="3168389" y="3095217"/>
            <a:ext cx="103324" cy="155972"/>
          </a:xfrm>
          <a:prstGeom xmlns:a="http://schemas.openxmlformats.org/drawingml/2006/main" prst="straightConnector1">
            <a:avLst/>
          </a:prstGeom>
          <a:ln xmlns:a="http://schemas.openxmlformats.org/drawingml/2006/main" w="6191">
            <a:solidFill>
              <a:srgbClr val="A9B8C2"/>
            </a:solidFill>
            <a:prstDash val="solid"/>
          </a:ln>
        </p:spPr>
      </p:cxnSp>
      <p:cxnSp>
        <p:nvCxnSpPr>
          <p:cNvPr id="318" name="">
            <a:extLst xmlns:a="http://schemas.openxmlformats.org/drawingml/2006/main">
              <a:ext uri="{FF2B5EF4-FFF2-40B4-BE49-F238E27FC236}">
                <a16:creationId xmlns:a16="http://schemas.microsoft.com/office/drawing/2014/main" id="{A0F6467A-4824-4A10-93BD-45C260650379}"/>
              </a:ext>
            </a:extLst>
          </p:cNvPr>
          <p:cNvCxnSpPr/>
          <p:nvPr/>
        </p:nvCxnSpPr>
        <p:spPr>
          <a:xfrm xmlns:a="http://schemas.openxmlformats.org/drawingml/2006/main" flipH="0" flipV="1">
            <a:off x="3271713" y="2938439"/>
            <a:ext cx="114411" cy="156778"/>
          </a:xfrm>
          <a:prstGeom xmlns:a="http://schemas.openxmlformats.org/drawingml/2006/main" prst="straightConnector1">
            <a:avLst/>
          </a:prstGeom>
          <a:ln xmlns:a="http://schemas.openxmlformats.org/drawingml/2006/main" w="6191">
            <a:solidFill>
              <a:srgbClr val="A9B8C2"/>
            </a:solidFill>
            <a:prstDash val="solid"/>
          </a:ln>
        </p:spPr>
      </p:cxnSp>
      <p:cxnSp>
        <p:nvCxnSpPr>
          <p:cNvPr id="319" name="">
            <a:extLst xmlns:a="http://schemas.openxmlformats.org/drawingml/2006/main">
              <a:ext uri="{FF2B5EF4-FFF2-40B4-BE49-F238E27FC236}">
                <a16:creationId xmlns:a16="http://schemas.microsoft.com/office/drawing/2014/main" id="{ED55DA83-3929-4699-A6F8-46F5770E1CDC}"/>
              </a:ext>
            </a:extLst>
          </p:cNvPr>
          <p:cNvCxnSpPr/>
          <p:nvPr/>
        </p:nvCxnSpPr>
        <p:spPr>
          <a:xfrm xmlns:a="http://schemas.openxmlformats.org/drawingml/2006/main" flipH="1" flipV="0">
            <a:off x="3534237" y="3029523"/>
            <a:ext cx="101" cy="86449"/>
          </a:xfrm>
          <a:prstGeom xmlns:a="http://schemas.openxmlformats.org/drawingml/2006/main" prst="straightConnector1">
            <a:avLst/>
          </a:prstGeom>
          <a:ln xmlns:a="http://schemas.openxmlformats.org/drawingml/2006/main" w="6191">
            <a:solidFill>
              <a:srgbClr val="A9B8C2"/>
            </a:solidFill>
            <a:prstDash val="solid"/>
          </a:ln>
        </p:spPr>
      </p:cxnSp>
      <p:cxnSp>
        <p:nvCxnSpPr>
          <p:cNvPr id="320" name="">
            <a:extLst xmlns:a="http://schemas.openxmlformats.org/drawingml/2006/main">
              <a:ext uri="{FF2B5EF4-FFF2-40B4-BE49-F238E27FC236}">
                <a16:creationId xmlns:a16="http://schemas.microsoft.com/office/drawing/2014/main" id="{B8DC8F88-0061-4F01-95EC-7640CD1CD923}"/>
              </a:ext>
            </a:extLst>
          </p:cNvPr>
          <p:cNvCxnSpPr/>
          <p:nvPr/>
        </p:nvCxnSpPr>
        <p:spPr>
          <a:xfrm xmlns:a="http://schemas.openxmlformats.org/drawingml/2006/main" flipH="1" flipV="0">
            <a:off x="3484060" y="3115973"/>
            <a:ext cx="50177" cy="144888"/>
          </a:xfrm>
          <a:prstGeom xmlns:a="http://schemas.openxmlformats.org/drawingml/2006/main" prst="straightConnector1">
            <a:avLst/>
          </a:prstGeom>
          <a:ln xmlns:a="http://schemas.openxmlformats.org/drawingml/2006/main" w="6191">
            <a:solidFill>
              <a:srgbClr val="A9B8C2"/>
            </a:solidFill>
            <a:prstDash val="solid"/>
          </a:ln>
        </p:spPr>
      </p:cxnSp>
      <p:cxnSp>
        <p:nvCxnSpPr>
          <p:cNvPr id="321" name="">
            <a:extLst xmlns:a="http://schemas.openxmlformats.org/drawingml/2006/main">
              <a:ext uri="{FF2B5EF4-FFF2-40B4-BE49-F238E27FC236}">
                <a16:creationId xmlns:a16="http://schemas.microsoft.com/office/drawing/2014/main" id="{FAA0A16C-B6F0-483A-B7E5-9E6180A0A035}"/>
              </a:ext>
            </a:extLst>
          </p:cNvPr>
          <p:cNvCxnSpPr/>
          <p:nvPr/>
        </p:nvCxnSpPr>
        <p:spPr>
          <a:xfrm xmlns:a="http://schemas.openxmlformats.org/drawingml/2006/main" flipH="1" flipV="0">
            <a:off x="3465872" y="3260861"/>
            <a:ext cx="18189" cy="35668"/>
          </a:xfrm>
          <a:prstGeom xmlns:a="http://schemas.openxmlformats.org/drawingml/2006/main" prst="straightConnector1">
            <a:avLst/>
          </a:prstGeom>
          <a:ln xmlns:a="http://schemas.openxmlformats.org/drawingml/2006/main" w="6191">
            <a:solidFill>
              <a:srgbClr val="A9B8C2"/>
            </a:solidFill>
            <a:prstDash val="solid"/>
          </a:ln>
        </p:spPr>
      </p:cxnSp>
      <p:cxnSp>
        <p:nvCxnSpPr>
          <p:cNvPr id="322" name="">
            <a:extLst xmlns:a="http://schemas.openxmlformats.org/drawingml/2006/main">
              <a:ext uri="{FF2B5EF4-FFF2-40B4-BE49-F238E27FC236}">
                <a16:creationId xmlns:a16="http://schemas.microsoft.com/office/drawing/2014/main" id="{0CB52F30-02E1-4FDA-8E59-6B54B46AAE14}"/>
              </a:ext>
            </a:extLst>
          </p:cNvPr>
          <p:cNvCxnSpPr/>
          <p:nvPr/>
        </p:nvCxnSpPr>
        <p:spPr>
          <a:xfrm xmlns:a="http://schemas.openxmlformats.org/drawingml/2006/main" flipH="0" flipV="0">
            <a:off x="3133124" y="3301970"/>
            <a:ext cx="32391" cy="16927"/>
          </a:xfrm>
          <a:prstGeom xmlns:a="http://schemas.openxmlformats.org/drawingml/2006/main" prst="straightConnector1">
            <a:avLst/>
          </a:prstGeom>
          <a:ln xmlns:a="http://schemas.openxmlformats.org/drawingml/2006/main" w="6191">
            <a:solidFill>
              <a:srgbClr val="A9B8C2"/>
            </a:solidFill>
            <a:prstDash val="solid"/>
          </a:ln>
        </p:spPr>
      </p:cxnSp>
      <p:cxnSp>
        <p:nvCxnSpPr>
          <p:cNvPr id="323" name="">
            <a:extLst xmlns:a="http://schemas.openxmlformats.org/drawingml/2006/main">
              <a:ext uri="{FF2B5EF4-FFF2-40B4-BE49-F238E27FC236}">
                <a16:creationId xmlns:a16="http://schemas.microsoft.com/office/drawing/2014/main" id="{B741991B-5810-4F65-8208-95DAC3AF72A4}"/>
              </a:ext>
            </a:extLst>
          </p:cNvPr>
          <p:cNvCxnSpPr/>
          <p:nvPr/>
        </p:nvCxnSpPr>
        <p:spPr>
          <a:xfrm xmlns:a="http://schemas.openxmlformats.org/drawingml/2006/main" flipH="0" flipV="0">
            <a:off x="3165515" y="3318897"/>
            <a:ext cx="68918" cy="28615"/>
          </a:xfrm>
          <a:prstGeom xmlns:a="http://schemas.openxmlformats.org/drawingml/2006/main" prst="straightConnector1">
            <a:avLst/>
          </a:prstGeom>
          <a:ln xmlns:a="http://schemas.openxmlformats.org/drawingml/2006/main" w="6191">
            <a:solidFill>
              <a:srgbClr val="A9B8C2"/>
            </a:solidFill>
            <a:prstDash val="solid"/>
          </a:ln>
        </p:spPr>
      </p:cxnSp>
      <p:cxnSp>
        <p:nvCxnSpPr>
          <p:cNvPr id="324" name="">
            <a:extLst xmlns:a="http://schemas.openxmlformats.org/drawingml/2006/main">
              <a:ext uri="{FF2B5EF4-FFF2-40B4-BE49-F238E27FC236}">
                <a16:creationId xmlns:a16="http://schemas.microsoft.com/office/drawing/2014/main" id="{F72F01F2-9669-47F7-B4B0-F106B6BA7CEC}"/>
              </a:ext>
            </a:extLst>
          </p:cNvPr>
          <p:cNvCxnSpPr/>
          <p:nvPr/>
        </p:nvCxnSpPr>
        <p:spPr>
          <a:xfrm xmlns:a="http://schemas.openxmlformats.org/drawingml/2006/main" flipH="0" flipV="1">
            <a:off x="3234433" y="3329980"/>
            <a:ext cx="116427" cy="17532"/>
          </a:xfrm>
          <a:prstGeom xmlns:a="http://schemas.openxmlformats.org/drawingml/2006/main" prst="straightConnector1">
            <a:avLst/>
          </a:prstGeom>
          <a:ln xmlns:a="http://schemas.openxmlformats.org/drawingml/2006/main" w="6191">
            <a:solidFill>
              <a:srgbClr val="A9B8C2"/>
            </a:solidFill>
            <a:prstDash val="solid"/>
          </a:ln>
        </p:spPr>
      </p:cxnSp>
      <p:cxnSp>
        <p:nvCxnSpPr>
          <p:cNvPr id="325" name="">
            <a:extLst xmlns:a="http://schemas.openxmlformats.org/drawingml/2006/main">
              <a:ext uri="{FF2B5EF4-FFF2-40B4-BE49-F238E27FC236}">
                <a16:creationId xmlns:a16="http://schemas.microsoft.com/office/drawing/2014/main" id="{E9986660-89E9-416B-8330-F7D6A9D8F019}"/>
              </a:ext>
            </a:extLst>
          </p:cNvPr>
          <p:cNvCxnSpPr/>
          <p:nvPr/>
        </p:nvCxnSpPr>
        <p:spPr>
          <a:xfrm xmlns:a="http://schemas.openxmlformats.org/drawingml/2006/main" flipH="0" flipV="1">
            <a:off x="3350860" y="3309224"/>
            <a:ext cx="105996" cy="20756"/>
          </a:xfrm>
          <a:prstGeom xmlns:a="http://schemas.openxmlformats.org/drawingml/2006/main" prst="straightConnector1">
            <a:avLst/>
          </a:prstGeom>
          <a:ln xmlns:a="http://schemas.openxmlformats.org/drawingml/2006/main" w="6191">
            <a:solidFill>
              <a:srgbClr val="A9B8C2"/>
            </a:solidFill>
            <a:prstDash val="solid"/>
          </a:ln>
        </p:spPr>
      </p:cxnSp>
      <p:cxnSp>
        <p:nvCxnSpPr>
          <p:cNvPr id="326" name="">
            <a:extLst xmlns:a="http://schemas.openxmlformats.org/drawingml/2006/main">
              <a:ext uri="{FF2B5EF4-FFF2-40B4-BE49-F238E27FC236}">
                <a16:creationId xmlns:a16="http://schemas.microsoft.com/office/drawing/2014/main" id="{FBDAF48C-D36C-470C-914C-1DCC33507DBE}"/>
              </a:ext>
            </a:extLst>
          </p:cNvPr>
          <p:cNvCxnSpPr/>
          <p:nvPr/>
        </p:nvCxnSpPr>
        <p:spPr>
          <a:xfrm xmlns:a="http://schemas.openxmlformats.org/drawingml/2006/main" flipH="0" flipV="0">
            <a:off x="3125112" y="3362626"/>
            <a:ext cx="8919" cy="7254"/>
          </a:xfrm>
          <a:prstGeom xmlns:a="http://schemas.openxmlformats.org/drawingml/2006/main" prst="straightConnector1">
            <a:avLst/>
          </a:prstGeom>
          <a:ln xmlns:a="http://schemas.openxmlformats.org/drawingml/2006/main" w="6191">
            <a:solidFill>
              <a:srgbClr val="A9B8C2"/>
            </a:solidFill>
            <a:prstDash val="solid"/>
          </a:ln>
        </p:spPr>
      </p:cxnSp>
      <p:cxnSp>
        <p:nvCxnSpPr>
          <p:cNvPr id="327" name="">
            <a:extLst xmlns:a="http://schemas.openxmlformats.org/drawingml/2006/main">
              <a:ext uri="{FF2B5EF4-FFF2-40B4-BE49-F238E27FC236}">
                <a16:creationId xmlns:a16="http://schemas.microsoft.com/office/drawing/2014/main" id="{D7B6FE4B-28D8-472A-8DFC-500B3659B058}"/>
              </a:ext>
            </a:extLst>
          </p:cNvPr>
          <p:cNvCxnSpPr/>
          <p:nvPr/>
        </p:nvCxnSpPr>
        <p:spPr>
          <a:xfrm xmlns:a="http://schemas.openxmlformats.org/drawingml/2006/main" flipH="1" flipV="1">
            <a:off x="3562900" y="4760325"/>
            <a:ext cx="14864" cy="116475"/>
          </a:xfrm>
          <a:prstGeom xmlns:a="http://schemas.openxmlformats.org/drawingml/2006/main" prst="straightConnector1">
            <a:avLst/>
          </a:prstGeom>
          <a:ln xmlns:a="http://schemas.openxmlformats.org/drawingml/2006/main" w="6191">
            <a:solidFill>
              <a:srgbClr val="A9B8C2"/>
            </a:solidFill>
            <a:prstDash val="solid"/>
          </a:ln>
        </p:spPr>
      </p:cxnSp>
      <p:cxnSp>
        <p:nvCxnSpPr>
          <p:cNvPr id="328" name="">
            <a:extLst xmlns:a="http://schemas.openxmlformats.org/drawingml/2006/main">
              <a:ext uri="{FF2B5EF4-FFF2-40B4-BE49-F238E27FC236}">
                <a16:creationId xmlns:a16="http://schemas.microsoft.com/office/drawing/2014/main" id="{3B9A0A00-76DB-4F9B-8C4A-1C65A738A6B3}"/>
              </a:ext>
            </a:extLst>
          </p:cNvPr>
          <p:cNvCxnSpPr/>
          <p:nvPr/>
        </p:nvCxnSpPr>
        <p:spPr>
          <a:xfrm xmlns:a="http://schemas.openxmlformats.org/drawingml/2006/main" flipH="1" flipV="1">
            <a:off x="1831043" y="4001424"/>
            <a:ext cx="39142" cy="89674"/>
          </a:xfrm>
          <a:prstGeom xmlns:a="http://schemas.openxmlformats.org/drawingml/2006/main" prst="straightConnector1">
            <a:avLst/>
          </a:prstGeom>
          <a:ln xmlns:a="http://schemas.openxmlformats.org/drawingml/2006/main" w="6191">
            <a:solidFill>
              <a:srgbClr val="A9B8C2"/>
            </a:solidFill>
            <a:prstDash val="solid"/>
          </a:ln>
        </p:spPr>
      </p:cxnSp>
      <p:cxnSp>
        <p:nvCxnSpPr>
          <p:cNvPr id="329" name="">
            <a:extLst xmlns:a="http://schemas.openxmlformats.org/drawingml/2006/main">
              <a:ext uri="{FF2B5EF4-FFF2-40B4-BE49-F238E27FC236}">
                <a16:creationId xmlns:a16="http://schemas.microsoft.com/office/drawing/2014/main" id="{1D555182-EEF8-444E-A8C8-A7066D2ECB40}"/>
              </a:ext>
            </a:extLst>
          </p:cNvPr>
          <p:cNvCxnSpPr/>
          <p:nvPr/>
        </p:nvCxnSpPr>
        <p:spPr>
          <a:xfrm xmlns:a="http://schemas.openxmlformats.org/drawingml/2006/main" flipH="1" flipV="1">
            <a:off x="3465872" y="3296529"/>
            <a:ext cx="42975" cy="22368"/>
          </a:xfrm>
          <a:prstGeom xmlns:a="http://schemas.openxmlformats.org/drawingml/2006/main" prst="straightConnector1">
            <a:avLst/>
          </a:prstGeom>
          <a:ln xmlns:a="http://schemas.openxmlformats.org/drawingml/2006/main" w="6191">
            <a:solidFill>
              <a:srgbClr val="A9B8C2"/>
            </a:solidFill>
            <a:prstDash val="solid"/>
          </a:ln>
        </p:spPr>
      </p:cxnSp>
      <p:cxnSp>
        <p:nvCxnSpPr>
          <p:cNvPr id="330" name="">
            <a:extLst xmlns:a="http://schemas.openxmlformats.org/drawingml/2006/main">
              <a:ext uri="{FF2B5EF4-FFF2-40B4-BE49-F238E27FC236}">
                <a16:creationId xmlns:a16="http://schemas.microsoft.com/office/drawing/2014/main" id="{FD38716C-2217-4549-9B0F-EF2193FFA267}"/>
              </a:ext>
            </a:extLst>
          </p:cNvPr>
          <p:cNvCxnSpPr/>
          <p:nvPr/>
        </p:nvCxnSpPr>
        <p:spPr>
          <a:xfrm xmlns:a="http://schemas.openxmlformats.org/drawingml/2006/main" flipH="1" flipV="0">
            <a:off x="1823788" y="3239904"/>
            <a:ext cx="29469" cy="10076"/>
          </a:xfrm>
          <a:prstGeom xmlns:a="http://schemas.openxmlformats.org/drawingml/2006/main" prst="straightConnector1">
            <a:avLst/>
          </a:prstGeom>
          <a:ln xmlns:a="http://schemas.openxmlformats.org/drawingml/2006/main" w="6191">
            <a:solidFill>
              <a:srgbClr val="A9B8C2"/>
            </a:solidFill>
            <a:prstDash val="solid"/>
          </a:ln>
        </p:spPr>
      </p:cxnSp>
      <p:sp>
        <p:nvSpPr>
          <p:cNvPr id="331" name="modena node 1">
            <a:extLst xmlns:a="http://schemas.openxmlformats.org/drawingml/2006/main">
              <a:ext uri="{FF2B5EF4-FFF2-40B4-BE49-F238E27FC236}">
                <a16:creationId xmlns:a16="http://schemas.microsoft.com/office/drawing/2014/main" id="{092E876C-3CFC-4780-B48C-7686A747CB67}"/>
              </a:ext>
            </a:extLst>
          </p:cNvPr>
          <p:cNvSpPr>
            <a:spLocks xmlns:a="http://schemas.openxmlformats.org/drawingml/2006/main" noGrp="1"/>
          </p:cNvSpPr>
          <p:nvPr/>
        </p:nvSpPr>
        <p:spPr>
          <a:xfrm xmlns:a="http://schemas.openxmlformats.org/drawingml/2006/main">
            <a:off x="1809611" y="397999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32" name="modena node 2">
            <a:extLst xmlns:a="http://schemas.openxmlformats.org/drawingml/2006/main">
              <a:ext uri="{FF2B5EF4-FFF2-40B4-BE49-F238E27FC236}">
                <a16:creationId xmlns:a16="http://schemas.microsoft.com/office/drawing/2014/main" id="{9896E8B0-BB2C-483E-B568-88305ED959AD}"/>
              </a:ext>
            </a:extLst>
          </p:cNvPr>
          <p:cNvSpPr>
            <a:spLocks xmlns:a="http://schemas.openxmlformats.org/drawingml/2006/main" noGrp="1"/>
          </p:cNvSpPr>
          <p:nvPr/>
        </p:nvSpPr>
        <p:spPr>
          <a:xfrm xmlns:a="http://schemas.openxmlformats.org/drawingml/2006/main">
            <a:off x="1912081" y="400175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33" name="modena node 3">
            <a:extLst xmlns:a="http://schemas.openxmlformats.org/drawingml/2006/main">
              <a:ext uri="{FF2B5EF4-FFF2-40B4-BE49-F238E27FC236}">
                <a16:creationId xmlns:a16="http://schemas.microsoft.com/office/drawing/2014/main" id="{316D001A-6B2F-45FC-9105-5AC2F0C2D21C}"/>
              </a:ext>
            </a:extLst>
          </p:cNvPr>
          <p:cNvSpPr>
            <a:spLocks xmlns:a="http://schemas.openxmlformats.org/drawingml/2006/main" noGrp="1"/>
          </p:cNvSpPr>
          <p:nvPr/>
        </p:nvSpPr>
        <p:spPr>
          <a:xfrm xmlns:a="http://schemas.openxmlformats.org/drawingml/2006/main">
            <a:off x="2010319" y="380709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34" name="modena node 4">
            <a:extLst xmlns:a="http://schemas.openxmlformats.org/drawingml/2006/main">
              <a:ext uri="{FF2B5EF4-FFF2-40B4-BE49-F238E27FC236}">
                <a16:creationId xmlns:a16="http://schemas.microsoft.com/office/drawing/2014/main" id="{2F92B62A-91E4-4440-90FE-17588F440392}"/>
              </a:ext>
            </a:extLst>
          </p:cNvPr>
          <p:cNvSpPr>
            <a:spLocks xmlns:a="http://schemas.openxmlformats.org/drawingml/2006/main" noGrp="1"/>
          </p:cNvSpPr>
          <p:nvPr/>
        </p:nvSpPr>
        <p:spPr>
          <a:xfrm xmlns:a="http://schemas.openxmlformats.org/drawingml/2006/main">
            <a:off x="2105784" y="361122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35" name="modena node 5">
            <a:extLst xmlns:a="http://schemas.openxmlformats.org/drawingml/2006/main">
              <a:ext uri="{FF2B5EF4-FFF2-40B4-BE49-F238E27FC236}">
                <a16:creationId xmlns:a16="http://schemas.microsoft.com/office/drawing/2014/main" id="{412986B2-5DE3-41D6-B6EE-F68338CB26BD}"/>
              </a:ext>
            </a:extLst>
          </p:cNvPr>
          <p:cNvSpPr>
            <a:spLocks xmlns:a="http://schemas.openxmlformats.org/drawingml/2006/main" noGrp="1"/>
          </p:cNvSpPr>
          <p:nvPr/>
        </p:nvSpPr>
        <p:spPr>
          <a:xfrm xmlns:a="http://schemas.openxmlformats.org/drawingml/2006/main">
            <a:off x="2186543" y="346955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36" name="modena node 6">
            <a:extLst xmlns:a="http://schemas.openxmlformats.org/drawingml/2006/main">
              <a:ext uri="{FF2B5EF4-FFF2-40B4-BE49-F238E27FC236}">
                <a16:creationId xmlns:a16="http://schemas.microsoft.com/office/drawing/2014/main" id="{394944A2-6FF2-4424-B02F-69D7F094A671}"/>
              </a:ext>
            </a:extLst>
          </p:cNvPr>
          <p:cNvSpPr>
            <a:spLocks xmlns:a="http://schemas.openxmlformats.org/drawingml/2006/main" noGrp="1"/>
          </p:cNvSpPr>
          <p:nvPr/>
        </p:nvSpPr>
        <p:spPr>
          <a:xfrm xmlns:a="http://schemas.openxmlformats.org/drawingml/2006/main">
            <a:off x="2268156" y="328859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37" name="modena node 7">
            <a:extLst xmlns:a="http://schemas.openxmlformats.org/drawingml/2006/main">
              <a:ext uri="{FF2B5EF4-FFF2-40B4-BE49-F238E27FC236}">
                <a16:creationId xmlns:a16="http://schemas.microsoft.com/office/drawing/2014/main" id="{4DE7AB4D-D478-455E-BA3A-FAB0B51378DE}"/>
              </a:ext>
            </a:extLst>
          </p:cNvPr>
          <p:cNvSpPr>
            <a:spLocks xmlns:a="http://schemas.openxmlformats.org/drawingml/2006/main" noGrp="1"/>
          </p:cNvSpPr>
          <p:nvPr/>
        </p:nvSpPr>
        <p:spPr>
          <a:xfrm xmlns:a="http://schemas.openxmlformats.org/drawingml/2006/main">
            <a:off x="2266242" y="327912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38" name="modena node 8">
            <a:extLst xmlns:a="http://schemas.openxmlformats.org/drawingml/2006/main">
              <a:ext uri="{FF2B5EF4-FFF2-40B4-BE49-F238E27FC236}">
                <a16:creationId xmlns:a16="http://schemas.microsoft.com/office/drawing/2014/main" id="{4FE14150-C8CD-481E-A6EE-9F3074DB6F70}"/>
              </a:ext>
            </a:extLst>
          </p:cNvPr>
          <p:cNvSpPr>
            <a:spLocks xmlns:a="http://schemas.openxmlformats.org/drawingml/2006/main" noGrp="1"/>
          </p:cNvSpPr>
          <p:nvPr/>
        </p:nvSpPr>
        <p:spPr>
          <a:xfrm xmlns:a="http://schemas.openxmlformats.org/drawingml/2006/main">
            <a:off x="2168858" y="323378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39" name="modena node 9">
            <a:extLst xmlns:a="http://schemas.openxmlformats.org/drawingml/2006/main">
              <a:ext uri="{FF2B5EF4-FFF2-40B4-BE49-F238E27FC236}">
                <a16:creationId xmlns:a16="http://schemas.microsoft.com/office/drawing/2014/main" id="{C7AF7EC8-E304-41EF-8906-7B939B48EE21}"/>
              </a:ext>
            </a:extLst>
          </p:cNvPr>
          <p:cNvSpPr>
            <a:spLocks xmlns:a="http://schemas.openxmlformats.org/drawingml/2006/main" noGrp="1"/>
          </p:cNvSpPr>
          <p:nvPr/>
        </p:nvSpPr>
        <p:spPr>
          <a:xfrm xmlns:a="http://schemas.openxmlformats.org/drawingml/2006/main">
            <a:off x="2076565" y="342159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0" name="modena node 10">
            <a:extLst xmlns:a="http://schemas.openxmlformats.org/drawingml/2006/main">
              <a:ext uri="{FF2B5EF4-FFF2-40B4-BE49-F238E27FC236}">
                <a16:creationId xmlns:a16="http://schemas.microsoft.com/office/drawing/2014/main" id="{77F55551-ECC9-4291-ABE5-5DB434248D94}"/>
              </a:ext>
            </a:extLst>
          </p:cNvPr>
          <p:cNvSpPr>
            <a:spLocks xmlns:a="http://schemas.openxmlformats.org/drawingml/2006/main" noGrp="1"/>
          </p:cNvSpPr>
          <p:nvPr/>
        </p:nvSpPr>
        <p:spPr>
          <a:xfrm xmlns:a="http://schemas.openxmlformats.org/drawingml/2006/main">
            <a:off x="2004221" y="356870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1" name="modena node 11">
            <a:extLst xmlns:a="http://schemas.openxmlformats.org/drawingml/2006/main">
              <a:ext uri="{FF2B5EF4-FFF2-40B4-BE49-F238E27FC236}">
                <a16:creationId xmlns:a16="http://schemas.microsoft.com/office/drawing/2014/main" id="{98A52B4F-7048-41BF-8E8B-4A3F28519177}"/>
              </a:ext>
            </a:extLst>
          </p:cNvPr>
          <p:cNvSpPr>
            <a:spLocks xmlns:a="http://schemas.openxmlformats.org/drawingml/2006/main" noGrp="1"/>
          </p:cNvSpPr>
          <p:nvPr/>
        </p:nvSpPr>
        <p:spPr>
          <a:xfrm xmlns:a="http://schemas.openxmlformats.org/drawingml/2006/main">
            <a:off x="1797468" y="348185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2" name="modena node 12">
            <a:extLst xmlns:a="http://schemas.openxmlformats.org/drawingml/2006/main">
              <a:ext uri="{FF2B5EF4-FFF2-40B4-BE49-F238E27FC236}">
                <a16:creationId xmlns:a16="http://schemas.microsoft.com/office/drawing/2014/main" id="{2B23056A-FE2E-4272-B552-6F2D9F21820A}"/>
              </a:ext>
            </a:extLst>
          </p:cNvPr>
          <p:cNvSpPr>
            <a:spLocks xmlns:a="http://schemas.openxmlformats.org/drawingml/2006/main" noGrp="1"/>
          </p:cNvSpPr>
          <p:nvPr/>
        </p:nvSpPr>
        <p:spPr>
          <a:xfrm xmlns:a="http://schemas.openxmlformats.org/drawingml/2006/main">
            <a:off x="1723565" y="368296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3" name="modena node 13">
            <a:extLst xmlns:a="http://schemas.openxmlformats.org/drawingml/2006/main">
              <a:ext uri="{FF2B5EF4-FFF2-40B4-BE49-F238E27FC236}">
                <a16:creationId xmlns:a16="http://schemas.microsoft.com/office/drawing/2014/main" id="{15A6A1B7-870F-4BB7-BD21-E1C4AD295E15}"/>
              </a:ext>
            </a:extLst>
          </p:cNvPr>
          <p:cNvSpPr>
            <a:spLocks xmlns:a="http://schemas.openxmlformats.org/drawingml/2006/main" noGrp="1"/>
          </p:cNvSpPr>
          <p:nvPr/>
        </p:nvSpPr>
        <p:spPr>
          <a:xfrm xmlns:a="http://schemas.openxmlformats.org/drawingml/2006/main">
            <a:off x="1783262" y="370815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4" name="modena node 14">
            <a:extLst xmlns:a="http://schemas.openxmlformats.org/drawingml/2006/main">
              <a:ext uri="{FF2B5EF4-FFF2-40B4-BE49-F238E27FC236}">
                <a16:creationId xmlns:a16="http://schemas.microsoft.com/office/drawing/2014/main" id="{58D73ECD-93AA-4950-8EB8-CE03D1C78F01}"/>
              </a:ext>
            </a:extLst>
          </p:cNvPr>
          <p:cNvSpPr>
            <a:spLocks xmlns:a="http://schemas.openxmlformats.org/drawingml/2006/main" noGrp="1"/>
          </p:cNvSpPr>
          <p:nvPr/>
        </p:nvSpPr>
        <p:spPr>
          <a:xfrm xmlns:a="http://schemas.openxmlformats.org/drawingml/2006/main">
            <a:off x="1678978" y="366563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5" name="modena node 15">
            <a:extLst xmlns:a="http://schemas.openxmlformats.org/drawingml/2006/main">
              <a:ext uri="{FF2B5EF4-FFF2-40B4-BE49-F238E27FC236}">
                <a16:creationId xmlns:a16="http://schemas.microsoft.com/office/drawing/2014/main" id="{DDEBECAB-246D-4802-8433-9857466D73E7}"/>
              </a:ext>
            </a:extLst>
          </p:cNvPr>
          <p:cNvSpPr>
            <a:spLocks xmlns:a="http://schemas.openxmlformats.org/drawingml/2006/main" noGrp="1"/>
          </p:cNvSpPr>
          <p:nvPr/>
        </p:nvSpPr>
        <p:spPr>
          <a:xfrm xmlns:a="http://schemas.openxmlformats.org/drawingml/2006/main">
            <a:off x="1740190" y="385183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6" name="modena node 16">
            <a:extLst xmlns:a="http://schemas.openxmlformats.org/drawingml/2006/main">
              <a:ext uri="{FF2B5EF4-FFF2-40B4-BE49-F238E27FC236}">
                <a16:creationId xmlns:a16="http://schemas.microsoft.com/office/drawing/2014/main" id="{DED67282-25DB-40AC-BDF4-B58C5C27A10C}"/>
              </a:ext>
            </a:extLst>
          </p:cNvPr>
          <p:cNvSpPr>
            <a:spLocks xmlns:a="http://schemas.openxmlformats.org/drawingml/2006/main" noGrp="1"/>
          </p:cNvSpPr>
          <p:nvPr/>
        </p:nvSpPr>
        <p:spPr>
          <a:xfrm xmlns:a="http://schemas.openxmlformats.org/drawingml/2006/main">
            <a:off x="1811876" y="396125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7" name="modena node 17">
            <a:extLst xmlns:a="http://schemas.openxmlformats.org/drawingml/2006/main">
              <a:ext uri="{FF2B5EF4-FFF2-40B4-BE49-F238E27FC236}">
                <a16:creationId xmlns:a16="http://schemas.microsoft.com/office/drawing/2014/main" id="{83A4A824-1085-494C-8B4F-3C8E2E3425E3}"/>
              </a:ext>
            </a:extLst>
          </p:cNvPr>
          <p:cNvSpPr>
            <a:spLocks xmlns:a="http://schemas.openxmlformats.org/drawingml/2006/main" noGrp="1"/>
          </p:cNvSpPr>
          <p:nvPr/>
        </p:nvSpPr>
        <p:spPr>
          <a:xfrm xmlns:a="http://schemas.openxmlformats.org/drawingml/2006/main">
            <a:off x="1801196" y="395621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8" name="modena node 18">
            <a:extLst xmlns:a="http://schemas.openxmlformats.org/drawingml/2006/main">
              <a:ext uri="{FF2B5EF4-FFF2-40B4-BE49-F238E27FC236}">
                <a16:creationId xmlns:a16="http://schemas.microsoft.com/office/drawing/2014/main" id="{B846120D-764C-4179-BD75-8625CBA8F7BA}"/>
              </a:ext>
            </a:extLst>
          </p:cNvPr>
          <p:cNvSpPr>
            <a:spLocks xmlns:a="http://schemas.openxmlformats.org/drawingml/2006/main" noGrp="1"/>
          </p:cNvSpPr>
          <p:nvPr/>
        </p:nvSpPr>
        <p:spPr>
          <a:xfrm xmlns:a="http://schemas.openxmlformats.org/drawingml/2006/main">
            <a:off x="1729913" y="338270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49" name="modena node 19">
            <a:extLst xmlns:a="http://schemas.openxmlformats.org/drawingml/2006/main">
              <a:ext uri="{FF2B5EF4-FFF2-40B4-BE49-F238E27FC236}">
                <a16:creationId xmlns:a16="http://schemas.microsoft.com/office/drawing/2014/main" id="{3F0EE93D-DB18-4C6F-9230-43F926B4E9BF}"/>
              </a:ext>
            </a:extLst>
          </p:cNvPr>
          <p:cNvSpPr>
            <a:spLocks xmlns:a="http://schemas.openxmlformats.org/drawingml/2006/main" noGrp="1"/>
          </p:cNvSpPr>
          <p:nvPr/>
        </p:nvSpPr>
        <p:spPr>
          <a:xfrm xmlns:a="http://schemas.openxmlformats.org/drawingml/2006/main">
            <a:off x="1797670" y="324184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0" name="modena node 20">
            <a:extLst xmlns:a="http://schemas.openxmlformats.org/drawingml/2006/main">
              <a:ext uri="{FF2B5EF4-FFF2-40B4-BE49-F238E27FC236}">
                <a16:creationId xmlns:a16="http://schemas.microsoft.com/office/drawing/2014/main" id="{86677E72-7373-4623-BF35-764DFE74EC79}"/>
              </a:ext>
            </a:extLst>
          </p:cNvPr>
          <p:cNvSpPr>
            <a:spLocks xmlns:a="http://schemas.openxmlformats.org/drawingml/2006/main" noGrp="1"/>
          </p:cNvSpPr>
          <p:nvPr/>
        </p:nvSpPr>
        <p:spPr>
          <a:xfrm xmlns:a="http://schemas.openxmlformats.org/drawingml/2006/main">
            <a:off x="1770921" y="313585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1" name="modena node 21">
            <a:extLst xmlns:a="http://schemas.openxmlformats.org/drawingml/2006/main">
              <a:ext uri="{FF2B5EF4-FFF2-40B4-BE49-F238E27FC236}">
                <a16:creationId xmlns:a16="http://schemas.microsoft.com/office/drawing/2014/main" id="{DA8F7518-FCF6-4B4E-BE22-95D245F58B92}"/>
              </a:ext>
            </a:extLst>
          </p:cNvPr>
          <p:cNvSpPr>
            <a:spLocks xmlns:a="http://schemas.openxmlformats.org/drawingml/2006/main" noGrp="1"/>
          </p:cNvSpPr>
          <p:nvPr/>
        </p:nvSpPr>
        <p:spPr>
          <a:xfrm xmlns:a="http://schemas.openxmlformats.org/drawingml/2006/main">
            <a:off x="1792027" y="303690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2" name="modena node 22">
            <a:extLst xmlns:a="http://schemas.openxmlformats.org/drawingml/2006/main">
              <a:ext uri="{FF2B5EF4-FFF2-40B4-BE49-F238E27FC236}">
                <a16:creationId xmlns:a16="http://schemas.microsoft.com/office/drawing/2014/main" id="{63A794BF-5B77-4DFD-BD07-1267473CD4D5}"/>
              </a:ext>
            </a:extLst>
          </p:cNvPr>
          <p:cNvSpPr>
            <a:spLocks xmlns:a="http://schemas.openxmlformats.org/drawingml/2006/main" noGrp="1"/>
          </p:cNvSpPr>
          <p:nvPr/>
        </p:nvSpPr>
        <p:spPr>
          <a:xfrm xmlns:a="http://schemas.openxmlformats.org/drawingml/2006/main">
            <a:off x="1924273" y="309857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3" name="modena node 23">
            <a:extLst xmlns:a="http://schemas.openxmlformats.org/drawingml/2006/main">
              <a:ext uri="{FF2B5EF4-FFF2-40B4-BE49-F238E27FC236}">
                <a16:creationId xmlns:a16="http://schemas.microsoft.com/office/drawing/2014/main" id="{5C8D7DC1-ED03-44AD-80DC-9ACEF76D09C6}"/>
              </a:ext>
            </a:extLst>
          </p:cNvPr>
          <p:cNvSpPr>
            <a:spLocks xmlns:a="http://schemas.openxmlformats.org/drawingml/2006/main" noGrp="1"/>
          </p:cNvSpPr>
          <p:nvPr/>
        </p:nvSpPr>
        <p:spPr>
          <a:xfrm xmlns:a="http://schemas.openxmlformats.org/drawingml/2006/main">
            <a:off x="2041602" y="316748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4" name="modena node 24">
            <a:extLst xmlns:a="http://schemas.openxmlformats.org/drawingml/2006/main">
              <a:ext uri="{FF2B5EF4-FFF2-40B4-BE49-F238E27FC236}">
                <a16:creationId xmlns:a16="http://schemas.microsoft.com/office/drawing/2014/main" id="{933B7026-374F-4157-9C78-9FC49670CB61}"/>
              </a:ext>
            </a:extLst>
          </p:cNvPr>
          <p:cNvSpPr>
            <a:spLocks xmlns:a="http://schemas.openxmlformats.org/drawingml/2006/main" noGrp="1"/>
          </p:cNvSpPr>
          <p:nvPr/>
        </p:nvSpPr>
        <p:spPr>
          <a:xfrm xmlns:a="http://schemas.openxmlformats.org/drawingml/2006/main">
            <a:off x="2351381" y="313665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5" name="modena node 25">
            <a:extLst xmlns:a="http://schemas.openxmlformats.org/drawingml/2006/main">
              <a:ext uri="{FF2B5EF4-FFF2-40B4-BE49-F238E27FC236}">
                <a16:creationId xmlns:a16="http://schemas.microsoft.com/office/drawing/2014/main" id="{6E7BB9FC-4FC6-4A48-8472-120703B901B0}"/>
              </a:ext>
            </a:extLst>
          </p:cNvPr>
          <p:cNvSpPr>
            <a:spLocks xmlns:a="http://schemas.openxmlformats.org/drawingml/2006/main" noGrp="1"/>
          </p:cNvSpPr>
          <p:nvPr/>
        </p:nvSpPr>
        <p:spPr>
          <a:xfrm xmlns:a="http://schemas.openxmlformats.org/drawingml/2006/main">
            <a:off x="2518033" y="312396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6" name="modena node 26">
            <a:extLst xmlns:a="http://schemas.openxmlformats.org/drawingml/2006/main">
              <a:ext uri="{FF2B5EF4-FFF2-40B4-BE49-F238E27FC236}">
                <a16:creationId xmlns:a16="http://schemas.microsoft.com/office/drawing/2014/main" id="{4850F95A-A4F9-4CA8-8698-E3BFF449F4E3}"/>
              </a:ext>
            </a:extLst>
          </p:cNvPr>
          <p:cNvSpPr>
            <a:spLocks xmlns:a="http://schemas.openxmlformats.org/drawingml/2006/main" noGrp="1"/>
          </p:cNvSpPr>
          <p:nvPr/>
        </p:nvSpPr>
        <p:spPr>
          <a:xfrm xmlns:a="http://schemas.openxmlformats.org/drawingml/2006/main">
            <a:off x="2642919" y="317555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7" name="modena node 27">
            <a:extLst xmlns:a="http://schemas.openxmlformats.org/drawingml/2006/main">
              <a:ext uri="{FF2B5EF4-FFF2-40B4-BE49-F238E27FC236}">
                <a16:creationId xmlns:a16="http://schemas.microsoft.com/office/drawing/2014/main" id="{5B6DBDD5-72ED-42BE-A720-C100AAB39B53}"/>
              </a:ext>
            </a:extLst>
          </p:cNvPr>
          <p:cNvSpPr>
            <a:spLocks xmlns:a="http://schemas.openxmlformats.org/drawingml/2006/main" noGrp="1"/>
          </p:cNvSpPr>
          <p:nvPr/>
        </p:nvSpPr>
        <p:spPr>
          <a:xfrm xmlns:a="http://schemas.openxmlformats.org/drawingml/2006/main">
            <a:off x="2650980" y="315862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8" name="modena node 28">
            <a:extLst xmlns:a="http://schemas.openxmlformats.org/drawingml/2006/main">
              <a:ext uri="{FF2B5EF4-FFF2-40B4-BE49-F238E27FC236}">
                <a16:creationId xmlns:a16="http://schemas.microsoft.com/office/drawing/2014/main" id="{5E809817-2A5D-4F69-B0E3-F8B0702FC88D}"/>
              </a:ext>
            </a:extLst>
          </p:cNvPr>
          <p:cNvSpPr>
            <a:spLocks xmlns:a="http://schemas.openxmlformats.org/drawingml/2006/main" noGrp="1"/>
          </p:cNvSpPr>
          <p:nvPr/>
        </p:nvSpPr>
        <p:spPr>
          <a:xfrm xmlns:a="http://schemas.openxmlformats.org/drawingml/2006/main">
            <a:off x="2456370" y="338754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59" name="modena node 29">
            <a:extLst xmlns:a="http://schemas.openxmlformats.org/drawingml/2006/main">
              <a:ext uri="{FF2B5EF4-FFF2-40B4-BE49-F238E27FC236}">
                <a16:creationId xmlns:a16="http://schemas.microsoft.com/office/drawing/2014/main" id="{28EF2402-5829-4B72-8B47-B3DF8FAC1D60}"/>
              </a:ext>
            </a:extLst>
          </p:cNvPr>
          <p:cNvSpPr>
            <a:spLocks xmlns:a="http://schemas.openxmlformats.org/drawingml/2006/main" noGrp="1"/>
          </p:cNvSpPr>
          <p:nvPr/>
        </p:nvSpPr>
        <p:spPr>
          <a:xfrm xmlns:a="http://schemas.openxmlformats.org/drawingml/2006/main">
            <a:off x="2632191" y="348809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0" name="modena node 30">
            <a:extLst xmlns:a="http://schemas.openxmlformats.org/drawingml/2006/main">
              <a:ext uri="{FF2B5EF4-FFF2-40B4-BE49-F238E27FC236}">
                <a16:creationId xmlns:a16="http://schemas.microsoft.com/office/drawing/2014/main" id="{90B2FACE-845C-4308-BBC4-0402564B43A1}"/>
              </a:ext>
            </a:extLst>
          </p:cNvPr>
          <p:cNvSpPr>
            <a:spLocks xmlns:a="http://schemas.openxmlformats.org/drawingml/2006/main" noGrp="1"/>
          </p:cNvSpPr>
          <p:nvPr/>
        </p:nvSpPr>
        <p:spPr>
          <a:xfrm xmlns:a="http://schemas.openxmlformats.org/drawingml/2006/main">
            <a:off x="2653398" y="350079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1" name="modena node 31">
            <a:extLst xmlns:a="http://schemas.openxmlformats.org/drawingml/2006/main">
              <a:ext uri="{FF2B5EF4-FFF2-40B4-BE49-F238E27FC236}">
                <a16:creationId xmlns:a16="http://schemas.microsoft.com/office/drawing/2014/main" id="{0990AC96-CA25-45AC-B34C-55F401AE5192}"/>
              </a:ext>
            </a:extLst>
          </p:cNvPr>
          <p:cNvSpPr>
            <a:spLocks xmlns:a="http://schemas.openxmlformats.org/drawingml/2006/main" noGrp="1"/>
          </p:cNvSpPr>
          <p:nvPr/>
        </p:nvSpPr>
        <p:spPr>
          <a:xfrm xmlns:a="http://schemas.openxmlformats.org/drawingml/2006/main">
            <a:off x="2678587" y="351671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2" name="modena node 32">
            <a:extLst xmlns:a="http://schemas.openxmlformats.org/drawingml/2006/main">
              <a:ext uri="{FF2B5EF4-FFF2-40B4-BE49-F238E27FC236}">
                <a16:creationId xmlns:a16="http://schemas.microsoft.com/office/drawing/2014/main" id="{11218E26-D291-43A8-84E6-6249274DF469}"/>
              </a:ext>
            </a:extLst>
          </p:cNvPr>
          <p:cNvSpPr>
            <a:spLocks xmlns:a="http://schemas.openxmlformats.org/drawingml/2006/main" noGrp="1"/>
          </p:cNvSpPr>
          <p:nvPr/>
        </p:nvSpPr>
        <p:spPr>
          <a:xfrm xmlns:a="http://schemas.openxmlformats.org/drawingml/2006/main">
            <a:off x="2633097" y="341192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3" name="modena node 33">
            <a:extLst xmlns:a="http://schemas.openxmlformats.org/drawingml/2006/main">
              <a:ext uri="{FF2B5EF4-FFF2-40B4-BE49-F238E27FC236}">
                <a16:creationId xmlns:a16="http://schemas.microsoft.com/office/drawing/2014/main" id="{4E64434A-1C80-4069-BC2C-A666C7AA74A8}"/>
              </a:ext>
            </a:extLst>
          </p:cNvPr>
          <p:cNvSpPr>
            <a:spLocks xmlns:a="http://schemas.openxmlformats.org/drawingml/2006/main" noGrp="1"/>
          </p:cNvSpPr>
          <p:nvPr/>
        </p:nvSpPr>
        <p:spPr>
          <a:xfrm xmlns:a="http://schemas.openxmlformats.org/drawingml/2006/main">
            <a:off x="2878944" y="333736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4" name="modena node 34">
            <a:extLst xmlns:a="http://schemas.openxmlformats.org/drawingml/2006/main">
              <a:ext uri="{FF2B5EF4-FFF2-40B4-BE49-F238E27FC236}">
                <a16:creationId xmlns:a16="http://schemas.microsoft.com/office/drawing/2014/main" id="{E3B8693F-9C00-457B-B536-641D740F7307}"/>
              </a:ext>
            </a:extLst>
          </p:cNvPr>
          <p:cNvSpPr>
            <a:spLocks xmlns:a="http://schemas.openxmlformats.org/drawingml/2006/main" noGrp="1"/>
          </p:cNvSpPr>
          <p:nvPr/>
        </p:nvSpPr>
        <p:spPr>
          <a:xfrm xmlns:a="http://schemas.openxmlformats.org/drawingml/2006/main">
            <a:off x="3046954" y="333736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5" name="modena node 35">
            <a:extLst xmlns:a="http://schemas.openxmlformats.org/drawingml/2006/main">
              <a:ext uri="{FF2B5EF4-FFF2-40B4-BE49-F238E27FC236}">
                <a16:creationId xmlns:a16="http://schemas.microsoft.com/office/drawing/2014/main" id="{FBF3178E-66E3-4CE1-853E-68BF35B4D452}"/>
              </a:ext>
            </a:extLst>
          </p:cNvPr>
          <p:cNvSpPr>
            <a:spLocks xmlns:a="http://schemas.openxmlformats.org/drawingml/2006/main" noGrp="1"/>
          </p:cNvSpPr>
          <p:nvPr/>
        </p:nvSpPr>
        <p:spPr>
          <a:xfrm xmlns:a="http://schemas.openxmlformats.org/drawingml/2006/main">
            <a:off x="3076629" y="337686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6" name="modena node 36">
            <a:extLst xmlns:a="http://schemas.openxmlformats.org/drawingml/2006/main">
              <a:ext uri="{FF2B5EF4-FFF2-40B4-BE49-F238E27FC236}">
                <a16:creationId xmlns:a16="http://schemas.microsoft.com/office/drawing/2014/main" id="{0ED4809C-50C9-4B03-B90A-56C18EFBE592}"/>
              </a:ext>
            </a:extLst>
          </p:cNvPr>
          <p:cNvSpPr>
            <a:spLocks xmlns:a="http://schemas.openxmlformats.org/drawingml/2006/main" noGrp="1"/>
          </p:cNvSpPr>
          <p:nvPr/>
        </p:nvSpPr>
        <p:spPr>
          <a:xfrm xmlns:a="http://schemas.openxmlformats.org/drawingml/2006/main">
            <a:off x="2767556" y="296899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7" name="modena node 37">
            <a:extLst xmlns:a="http://schemas.openxmlformats.org/drawingml/2006/main">
              <a:ext uri="{FF2B5EF4-FFF2-40B4-BE49-F238E27FC236}">
                <a16:creationId xmlns:a16="http://schemas.microsoft.com/office/drawing/2014/main" id="{0D8D7DF1-65AD-4A3E-9EAF-5AE06393326C}"/>
              </a:ext>
            </a:extLst>
          </p:cNvPr>
          <p:cNvSpPr>
            <a:spLocks xmlns:a="http://schemas.openxmlformats.org/drawingml/2006/main" noGrp="1"/>
          </p:cNvSpPr>
          <p:nvPr/>
        </p:nvSpPr>
        <p:spPr>
          <a:xfrm xmlns:a="http://schemas.openxmlformats.org/drawingml/2006/main">
            <a:off x="2970129" y="307156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8" name="modena node 38">
            <a:extLst xmlns:a="http://schemas.openxmlformats.org/drawingml/2006/main">
              <a:ext uri="{FF2B5EF4-FFF2-40B4-BE49-F238E27FC236}">
                <a16:creationId xmlns:a16="http://schemas.microsoft.com/office/drawing/2014/main" id="{22577B55-3BAA-4CFF-92D2-8BEC6F7975CC}"/>
              </a:ext>
            </a:extLst>
          </p:cNvPr>
          <p:cNvSpPr>
            <a:spLocks xmlns:a="http://schemas.openxmlformats.org/drawingml/2006/main" noGrp="1"/>
          </p:cNvSpPr>
          <p:nvPr/>
        </p:nvSpPr>
        <p:spPr>
          <a:xfrm xmlns:a="http://schemas.openxmlformats.org/drawingml/2006/main">
            <a:off x="2980757" y="278945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69" name="modena node 39">
            <a:extLst xmlns:a="http://schemas.openxmlformats.org/drawingml/2006/main">
              <a:ext uri="{FF2B5EF4-FFF2-40B4-BE49-F238E27FC236}">
                <a16:creationId xmlns:a16="http://schemas.microsoft.com/office/drawing/2014/main" id="{50A5563C-8758-4884-9BF1-25E03A7163E1}"/>
              </a:ext>
            </a:extLst>
          </p:cNvPr>
          <p:cNvSpPr>
            <a:spLocks xmlns:a="http://schemas.openxmlformats.org/drawingml/2006/main" noGrp="1"/>
          </p:cNvSpPr>
          <p:nvPr/>
        </p:nvSpPr>
        <p:spPr>
          <a:xfrm xmlns:a="http://schemas.openxmlformats.org/drawingml/2006/main">
            <a:off x="2979701" y="264556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0" name="modena node 40">
            <a:extLst xmlns:a="http://schemas.openxmlformats.org/drawingml/2006/main">
              <a:ext uri="{FF2B5EF4-FFF2-40B4-BE49-F238E27FC236}">
                <a16:creationId xmlns:a16="http://schemas.microsoft.com/office/drawing/2014/main" id="{B0EDE2FE-FE11-4F8C-AC39-46681714B640}"/>
              </a:ext>
            </a:extLst>
          </p:cNvPr>
          <p:cNvSpPr>
            <a:spLocks xmlns:a="http://schemas.openxmlformats.org/drawingml/2006/main" noGrp="1"/>
          </p:cNvSpPr>
          <p:nvPr/>
        </p:nvSpPr>
        <p:spPr>
          <a:xfrm xmlns:a="http://schemas.openxmlformats.org/drawingml/2006/main">
            <a:off x="3168016" y="277534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1" name="modena node 41">
            <a:extLst xmlns:a="http://schemas.openxmlformats.org/drawingml/2006/main">
              <a:ext uri="{FF2B5EF4-FFF2-40B4-BE49-F238E27FC236}">
                <a16:creationId xmlns:a16="http://schemas.microsoft.com/office/drawing/2014/main" id="{4FB245AD-E93F-4AD0-9E3B-19336E305EF8}"/>
              </a:ext>
            </a:extLst>
          </p:cNvPr>
          <p:cNvSpPr>
            <a:spLocks xmlns:a="http://schemas.openxmlformats.org/drawingml/2006/main" noGrp="1"/>
          </p:cNvSpPr>
          <p:nvPr/>
        </p:nvSpPr>
        <p:spPr>
          <a:xfrm xmlns:a="http://schemas.openxmlformats.org/drawingml/2006/main">
            <a:off x="3364693" y="291700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2" name="modena node 42">
            <a:extLst xmlns:a="http://schemas.openxmlformats.org/drawingml/2006/main">
              <a:ext uri="{FF2B5EF4-FFF2-40B4-BE49-F238E27FC236}">
                <a16:creationId xmlns:a16="http://schemas.microsoft.com/office/drawing/2014/main" id="{FB6B86B7-77F0-4533-9E74-94FF8C28495B}"/>
              </a:ext>
            </a:extLst>
          </p:cNvPr>
          <p:cNvSpPr>
            <a:spLocks xmlns:a="http://schemas.openxmlformats.org/drawingml/2006/main" noGrp="1"/>
          </p:cNvSpPr>
          <p:nvPr/>
        </p:nvSpPr>
        <p:spPr>
          <a:xfrm xmlns:a="http://schemas.openxmlformats.org/drawingml/2006/main">
            <a:off x="3250282" y="307378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3" name="modena node 43">
            <a:extLst xmlns:a="http://schemas.openxmlformats.org/drawingml/2006/main">
              <a:ext uri="{FF2B5EF4-FFF2-40B4-BE49-F238E27FC236}">
                <a16:creationId xmlns:a16="http://schemas.microsoft.com/office/drawing/2014/main" id="{A3DA280C-58A7-443B-A349-5ACB53792D5C}"/>
              </a:ext>
            </a:extLst>
          </p:cNvPr>
          <p:cNvSpPr>
            <a:spLocks xmlns:a="http://schemas.openxmlformats.org/drawingml/2006/main" noGrp="1"/>
          </p:cNvSpPr>
          <p:nvPr/>
        </p:nvSpPr>
        <p:spPr>
          <a:xfrm xmlns:a="http://schemas.openxmlformats.org/drawingml/2006/main">
            <a:off x="3146958" y="322975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4" name="modena node 44">
            <a:extLst xmlns:a="http://schemas.openxmlformats.org/drawingml/2006/main">
              <a:ext uri="{FF2B5EF4-FFF2-40B4-BE49-F238E27FC236}">
                <a16:creationId xmlns:a16="http://schemas.microsoft.com/office/drawing/2014/main" id="{7AA37122-B60F-4B1C-8032-82E41A83B881}"/>
              </a:ext>
            </a:extLst>
          </p:cNvPr>
          <p:cNvSpPr>
            <a:spLocks xmlns:a="http://schemas.openxmlformats.org/drawingml/2006/main" noGrp="1"/>
          </p:cNvSpPr>
          <p:nvPr/>
        </p:nvSpPr>
        <p:spPr>
          <a:xfrm xmlns:a="http://schemas.openxmlformats.org/drawingml/2006/main">
            <a:off x="3111693" y="328053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5" name="modena node 45">
            <a:extLst xmlns:a="http://schemas.openxmlformats.org/drawingml/2006/main">
              <a:ext uri="{FF2B5EF4-FFF2-40B4-BE49-F238E27FC236}">
                <a16:creationId xmlns:a16="http://schemas.microsoft.com/office/drawing/2014/main" id="{CAFF5F96-225E-4D75-B649-39BA454D0B2E}"/>
              </a:ext>
            </a:extLst>
          </p:cNvPr>
          <p:cNvSpPr>
            <a:spLocks xmlns:a="http://schemas.openxmlformats.org/drawingml/2006/main" noGrp="1"/>
          </p:cNvSpPr>
          <p:nvPr/>
        </p:nvSpPr>
        <p:spPr>
          <a:xfrm xmlns:a="http://schemas.openxmlformats.org/drawingml/2006/main">
            <a:off x="3144084" y="329746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6" name="modena node 46">
            <a:extLst xmlns:a="http://schemas.openxmlformats.org/drawingml/2006/main">
              <a:ext uri="{FF2B5EF4-FFF2-40B4-BE49-F238E27FC236}">
                <a16:creationId xmlns:a16="http://schemas.microsoft.com/office/drawing/2014/main" id="{74771567-D3E1-4B92-843A-B88401B0B262}"/>
              </a:ext>
            </a:extLst>
          </p:cNvPr>
          <p:cNvSpPr>
            <a:spLocks xmlns:a="http://schemas.openxmlformats.org/drawingml/2006/main" noGrp="1"/>
          </p:cNvSpPr>
          <p:nvPr/>
        </p:nvSpPr>
        <p:spPr>
          <a:xfrm xmlns:a="http://schemas.openxmlformats.org/drawingml/2006/main">
            <a:off x="3213002" y="332608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7" name="modena node 47">
            <a:extLst xmlns:a="http://schemas.openxmlformats.org/drawingml/2006/main">
              <a:ext uri="{FF2B5EF4-FFF2-40B4-BE49-F238E27FC236}">
                <a16:creationId xmlns:a16="http://schemas.microsoft.com/office/drawing/2014/main" id="{16CE142F-1A84-4F61-80E4-151859D6D629}"/>
              </a:ext>
            </a:extLst>
          </p:cNvPr>
          <p:cNvSpPr>
            <a:spLocks xmlns:a="http://schemas.openxmlformats.org/drawingml/2006/main" noGrp="1"/>
          </p:cNvSpPr>
          <p:nvPr/>
        </p:nvSpPr>
        <p:spPr>
          <a:xfrm xmlns:a="http://schemas.openxmlformats.org/drawingml/2006/main">
            <a:off x="3103680" y="334119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8" name="modena node 48">
            <a:extLst xmlns:a="http://schemas.openxmlformats.org/drawingml/2006/main">
              <a:ext uri="{FF2B5EF4-FFF2-40B4-BE49-F238E27FC236}">
                <a16:creationId xmlns:a16="http://schemas.microsoft.com/office/drawing/2014/main" id="{18C910E9-71BC-49F2-A7E1-84F96AD39BF7}"/>
              </a:ext>
            </a:extLst>
          </p:cNvPr>
          <p:cNvSpPr>
            <a:spLocks xmlns:a="http://schemas.openxmlformats.org/drawingml/2006/main" noGrp="1"/>
          </p:cNvSpPr>
          <p:nvPr/>
        </p:nvSpPr>
        <p:spPr>
          <a:xfrm xmlns:a="http://schemas.openxmlformats.org/drawingml/2006/main">
            <a:off x="3112599" y="334844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79" name="modena node 49">
            <a:extLst xmlns:a="http://schemas.openxmlformats.org/drawingml/2006/main">
              <a:ext uri="{FF2B5EF4-FFF2-40B4-BE49-F238E27FC236}">
                <a16:creationId xmlns:a16="http://schemas.microsoft.com/office/drawing/2014/main" id="{F3E09ADD-A509-4D23-8AAA-A5C9B0C86574}"/>
              </a:ext>
            </a:extLst>
          </p:cNvPr>
          <p:cNvSpPr>
            <a:spLocks xmlns:a="http://schemas.openxmlformats.org/drawingml/2006/main" noGrp="1"/>
          </p:cNvSpPr>
          <p:nvPr/>
        </p:nvSpPr>
        <p:spPr>
          <a:xfrm xmlns:a="http://schemas.openxmlformats.org/drawingml/2006/main">
            <a:off x="3512907" y="300809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0" name="modena node 50">
            <a:extLst xmlns:a="http://schemas.openxmlformats.org/drawingml/2006/main">
              <a:ext uri="{FF2B5EF4-FFF2-40B4-BE49-F238E27FC236}">
                <a16:creationId xmlns:a16="http://schemas.microsoft.com/office/drawing/2014/main" id="{1CADCC7F-FBB4-402E-A433-3D3859E766B4}"/>
              </a:ext>
            </a:extLst>
          </p:cNvPr>
          <p:cNvSpPr>
            <a:spLocks xmlns:a="http://schemas.openxmlformats.org/drawingml/2006/main" noGrp="1"/>
          </p:cNvSpPr>
          <p:nvPr/>
        </p:nvSpPr>
        <p:spPr>
          <a:xfrm xmlns:a="http://schemas.openxmlformats.org/drawingml/2006/main">
            <a:off x="3329428" y="330854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1" name="modena node 51">
            <a:extLst xmlns:a="http://schemas.openxmlformats.org/drawingml/2006/main">
              <a:ext uri="{FF2B5EF4-FFF2-40B4-BE49-F238E27FC236}">
                <a16:creationId xmlns:a16="http://schemas.microsoft.com/office/drawing/2014/main" id="{BFE33530-B11D-48B3-A170-1512093026E9}"/>
              </a:ext>
            </a:extLst>
          </p:cNvPr>
          <p:cNvSpPr>
            <a:spLocks xmlns:a="http://schemas.openxmlformats.org/drawingml/2006/main" noGrp="1"/>
          </p:cNvSpPr>
          <p:nvPr/>
        </p:nvSpPr>
        <p:spPr>
          <a:xfrm xmlns:a="http://schemas.openxmlformats.org/drawingml/2006/main">
            <a:off x="3435425" y="328779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2" name="modena node 52">
            <a:extLst xmlns:a="http://schemas.openxmlformats.org/drawingml/2006/main">
              <a:ext uri="{FF2B5EF4-FFF2-40B4-BE49-F238E27FC236}">
                <a16:creationId xmlns:a16="http://schemas.microsoft.com/office/drawing/2014/main" id="{1BB49C88-3405-47EF-A948-2E121573B79F}"/>
              </a:ext>
            </a:extLst>
          </p:cNvPr>
          <p:cNvSpPr>
            <a:spLocks xmlns:a="http://schemas.openxmlformats.org/drawingml/2006/main" noGrp="1"/>
          </p:cNvSpPr>
          <p:nvPr/>
        </p:nvSpPr>
        <p:spPr>
          <a:xfrm xmlns:a="http://schemas.openxmlformats.org/drawingml/2006/main">
            <a:off x="3444440" y="327509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3" name="modena node 53">
            <a:extLst xmlns:a="http://schemas.openxmlformats.org/drawingml/2006/main">
              <a:ext uri="{FF2B5EF4-FFF2-40B4-BE49-F238E27FC236}">
                <a16:creationId xmlns:a16="http://schemas.microsoft.com/office/drawing/2014/main" id="{0CDE85F9-BBD8-4A5F-9C2F-555C2A84FB02}"/>
              </a:ext>
            </a:extLst>
          </p:cNvPr>
          <p:cNvSpPr>
            <a:spLocks xmlns:a="http://schemas.openxmlformats.org/drawingml/2006/main" noGrp="1"/>
          </p:cNvSpPr>
          <p:nvPr/>
        </p:nvSpPr>
        <p:spPr>
          <a:xfrm xmlns:a="http://schemas.openxmlformats.org/drawingml/2006/main">
            <a:off x="2275209" y="397556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4" name="modena node 54">
            <a:extLst xmlns:a="http://schemas.openxmlformats.org/drawingml/2006/main">
              <a:ext uri="{FF2B5EF4-FFF2-40B4-BE49-F238E27FC236}">
                <a16:creationId xmlns:a16="http://schemas.microsoft.com/office/drawing/2014/main" id="{A4F1CD04-EFCB-4F8D-BA42-07D213BEE351}"/>
              </a:ext>
            </a:extLst>
          </p:cNvPr>
          <p:cNvSpPr>
            <a:spLocks xmlns:a="http://schemas.openxmlformats.org/drawingml/2006/main" noGrp="1"/>
          </p:cNvSpPr>
          <p:nvPr/>
        </p:nvSpPr>
        <p:spPr>
          <a:xfrm xmlns:a="http://schemas.openxmlformats.org/drawingml/2006/main">
            <a:off x="2178180" y="365354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5" name="modena node 55">
            <a:extLst xmlns:a="http://schemas.openxmlformats.org/drawingml/2006/main">
              <a:ext uri="{FF2B5EF4-FFF2-40B4-BE49-F238E27FC236}">
                <a16:creationId xmlns:a16="http://schemas.microsoft.com/office/drawing/2014/main" id="{F24791C7-7940-4535-999C-AEE9D00A1285}"/>
              </a:ext>
            </a:extLst>
          </p:cNvPr>
          <p:cNvSpPr>
            <a:spLocks xmlns:a="http://schemas.openxmlformats.org/drawingml/2006/main" noGrp="1"/>
          </p:cNvSpPr>
          <p:nvPr/>
        </p:nvSpPr>
        <p:spPr>
          <a:xfrm xmlns:a="http://schemas.openxmlformats.org/drawingml/2006/main">
            <a:off x="2268962" y="372467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6" name="modena node 56">
            <a:extLst xmlns:a="http://schemas.openxmlformats.org/drawingml/2006/main">
              <a:ext uri="{FF2B5EF4-FFF2-40B4-BE49-F238E27FC236}">
                <a16:creationId xmlns:a16="http://schemas.microsoft.com/office/drawing/2014/main" id="{636066D9-1DD4-4001-B230-42F2B8E7CF8D}"/>
              </a:ext>
            </a:extLst>
          </p:cNvPr>
          <p:cNvSpPr>
            <a:spLocks xmlns:a="http://schemas.openxmlformats.org/drawingml/2006/main" noGrp="1"/>
          </p:cNvSpPr>
          <p:nvPr/>
        </p:nvSpPr>
        <p:spPr>
          <a:xfrm xmlns:a="http://schemas.openxmlformats.org/drawingml/2006/main">
            <a:off x="2357475" y="381999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7" name="modena node 57">
            <a:extLst xmlns:a="http://schemas.openxmlformats.org/drawingml/2006/main">
              <a:ext uri="{FF2B5EF4-FFF2-40B4-BE49-F238E27FC236}">
                <a16:creationId xmlns:a16="http://schemas.microsoft.com/office/drawing/2014/main" id="{A274A9FF-653D-450A-AFC0-2E3B7C1B90A4}"/>
              </a:ext>
            </a:extLst>
          </p:cNvPr>
          <p:cNvSpPr>
            <a:spLocks xmlns:a="http://schemas.openxmlformats.org/drawingml/2006/main" noGrp="1"/>
          </p:cNvSpPr>
          <p:nvPr/>
        </p:nvSpPr>
        <p:spPr>
          <a:xfrm xmlns:a="http://schemas.openxmlformats.org/drawingml/2006/main">
            <a:off x="2429113" y="389938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8" name="modena node 58">
            <a:extLst xmlns:a="http://schemas.openxmlformats.org/drawingml/2006/main">
              <a:ext uri="{FF2B5EF4-FFF2-40B4-BE49-F238E27FC236}">
                <a16:creationId xmlns:a16="http://schemas.microsoft.com/office/drawing/2014/main" id="{7CD413B2-5475-49B8-B631-BA5388BEFB60}"/>
              </a:ext>
            </a:extLst>
          </p:cNvPr>
          <p:cNvSpPr>
            <a:spLocks xmlns:a="http://schemas.openxmlformats.org/drawingml/2006/main" noGrp="1"/>
          </p:cNvSpPr>
          <p:nvPr/>
        </p:nvSpPr>
        <p:spPr>
          <a:xfrm xmlns:a="http://schemas.openxmlformats.org/drawingml/2006/main">
            <a:off x="2459090" y="388608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89" name="modena node 59">
            <a:extLst xmlns:a="http://schemas.openxmlformats.org/drawingml/2006/main">
              <a:ext uri="{FF2B5EF4-FFF2-40B4-BE49-F238E27FC236}">
                <a16:creationId xmlns:a16="http://schemas.microsoft.com/office/drawing/2014/main" id="{855EC402-1C21-4F74-8C64-477E30C03D01}"/>
              </a:ext>
            </a:extLst>
          </p:cNvPr>
          <p:cNvSpPr>
            <a:spLocks xmlns:a="http://schemas.openxmlformats.org/drawingml/2006/main" noGrp="1"/>
          </p:cNvSpPr>
          <p:nvPr/>
        </p:nvSpPr>
        <p:spPr>
          <a:xfrm xmlns:a="http://schemas.openxmlformats.org/drawingml/2006/main">
            <a:off x="2662063" y="379580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0" name="modena node 60">
            <a:extLst xmlns:a="http://schemas.openxmlformats.org/drawingml/2006/main">
              <a:ext uri="{FF2B5EF4-FFF2-40B4-BE49-F238E27FC236}">
                <a16:creationId xmlns:a16="http://schemas.microsoft.com/office/drawing/2014/main" id="{88DC7EE1-E567-4FA9-8169-119EF3C4B513}"/>
              </a:ext>
            </a:extLst>
          </p:cNvPr>
          <p:cNvSpPr>
            <a:spLocks xmlns:a="http://schemas.openxmlformats.org/drawingml/2006/main" noGrp="1"/>
          </p:cNvSpPr>
          <p:nvPr/>
        </p:nvSpPr>
        <p:spPr>
          <a:xfrm xmlns:a="http://schemas.openxmlformats.org/drawingml/2006/main">
            <a:off x="2552895" y="406140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1" name="modena node 61">
            <a:extLst xmlns:a="http://schemas.openxmlformats.org/drawingml/2006/main">
              <a:ext uri="{FF2B5EF4-FFF2-40B4-BE49-F238E27FC236}">
                <a16:creationId xmlns:a16="http://schemas.microsoft.com/office/drawing/2014/main" id="{8473100A-EC0F-4FF8-AD8E-77537C398B53}"/>
              </a:ext>
            </a:extLst>
          </p:cNvPr>
          <p:cNvSpPr>
            <a:spLocks xmlns:a="http://schemas.openxmlformats.org/drawingml/2006/main" noGrp="1"/>
          </p:cNvSpPr>
          <p:nvPr/>
        </p:nvSpPr>
        <p:spPr>
          <a:xfrm xmlns:a="http://schemas.openxmlformats.org/drawingml/2006/main">
            <a:off x="2670325" y="397616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2" name="modena node 62">
            <a:extLst xmlns:a="http://schemas.openxmlformats.org/drawingml/2006/main">
              <a:ext uri="{FF2B5EF4-FFF2-40B4-BE49-F238E27FC236}">
                <a16:creationId xmlns:a16="http://schemas.microsoft.com/office/drawing/2014/main" id="{8D6BDC45-6E68-4A7C-A51A-42056B891AE2}"/>
              </a:ext>
            </a:extLst>
          </p:cNvPr>
          <p:cNvSpPr>
            <a:spLocks xmlns:a="http://schemas.openxmlformats.org/drawingml/2006/main" noGrp="1"/>
          </p:cNvSpPr>
          <p:nvPr/>
        </p:nvSpPr>
        <p:spPr>
          <a:xfrm xmlns:a="http://schemas.openxmlformats.org/drawingml/2006/main">
            <a:off x="2763424" y="401666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3" name="modena node 63">
            <a:extLst xmlns:a="http://schemas.openxmlformats.org/drawingml/2006/main">
              <a:ext uri="{FF2B5EF4-FFF2-40B4-BE49-F238E27FC236}">
                <a16:creationId xmlns:a16="http://schemas.microsoft.com/office/drawing/2014/main" id="{DE64EA81-B1A4-4E25-962F-D0FBD4837A3F}"/>
              </a:ext>
            </a:extLst>
          </p:cNvPr>
          <p:cNvSpPr>
            <a:spLocks xmlns:a="http://schemas.openxmlformats.org/drawingml/2006/main" noGrp="1"/>
          </p:cNvSpPr>
          <p:nvPr/>
        </p:nvSpPr>
        <p:spPr>
          <a:xfrm xmlns:a="http://schemas.openxmlformats.org/drawingml/2006/main">
            <a:off x="2272186" y="408417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4" name="modena node 64">
            <a:extLst xmlns:a="http://schemas.openxmlformats.org/drawingml/2006/main">
              <a:ext uri="{FF2B5EF4-FFF2-40B4-BE49-F238E27FC236}">
                <a16:creationId xmlns:a16="http://schemas.microsoft.com/office/drawing/2014/main" id="{FC5DF866-8DAE-47F3-B984-071A65071824}"/>
              </a:ext>
            </a:extLst>
          </p:cNvPr>
          <p:cNvSpPr>
            <a:spLocks xmlns:a="http://schemas.openxmlformats.org/drawingml/2006/main" noGrp="1"/>
          </p:cNvSpPr>
          <p:nvPr/>
        </p:nvSpPr>
        <p:spPr>
          <a:xfrm xmlns:a="http://schemas.openxmlformats.org/drawingml/2006/main">
            <a:off x="2216919" y="419218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5" name="modena node 65">
            <a:extLst xmlns:a="http://schemas.openxmlformats.org/drawingml/2006/main">
              <a:ext uri="{FF2B5EF4-FFF2-40B4-BE49-F238E27FC236}">
                <a16:creationId xmlns:a16="http://schemas.microsoft.com/office/drawing/2014/main" id="{DCB0264F-99E4-4BDB-87A9-04F3F4F908D5}"/>
              </a:ext>
            </a:extLst>
          </p:cNvPr>
          <p:cNvSpPr>
            <a:spLocks xmlns:a="http://schemas.openxmlformats.org/drawingml/2006/main" noGrp="1"/>
          </p:cNvSpPr>
          <p:nvPr/>
        </p:nvSpPr>
        <p:spPr>
          <a:xfrm xmlns:a="http://schemas.openxmlformats.org/drawingml/2006/main">
            <a:off x="2257524" y="419964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6" name="modena node 66">
            <a:extLst xmlns:a="http://schemas.openxmlformats.org/drawingml/2006/main">
              <a:ext uri="{FF2B5EF4-FFF2-40B4-BE49-F238E27FC236}">
                <a16:creationId xmlns:a16="http://schemas.microsoft.com/office/drawing/2014/main" id="{2582734A-AAD2-4E9B-8DE6-FD4119AC5970}"/>
              </a:ext>
            </a:extLst>
          </p:cNvPr>
          <p:cNvSpPr>
            <a:spLocks xmlns:a="http://schemas.openxmlformats.org/drawingml/2006/main" noGrp="1"/>
          </p:cNvSpPr>
          <p:nvPr/>
        </p:nvSpPr>
        <p:spPr>
          <a:xfrm xmlns:a="http://schemas.openxmlformats.org/drawingml/2006/main">
            <a:off x="2244124" y="427903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7" name="modena node 67">
            <a:extLst xmlns:a="http://schemas.openxmlformats.org/drawingml/2006/main">
              <a:ext uri="{FF2B5EF4-FFF2-40B4-BE49-F238E27FC236}">
                <a16:creationId xmlns:a16="http://schemas.microsoft.com/office/drawing/2014/main" id="{30809494-71BC-4B7C-BDA9-5F1628996D92}"/>
              </a:ext>
            </a:extLst>
          </p:cNvPr>
          <p:cNvSpPr>
            <a:spLocks xmlns:a="http://schemas.openxmlformats.org/drawingml/2006/main" noGrp="1"/>
          </p:cNvSpPr>
          <p:nvPr/>
        </p:nvSpPr>
        <p:spPr>
          <a:xfrm xmlns:a="http://schemas.openxmlformats.org/drawingml/2006/main">
            <a:off x="2210571" y="433445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8" name="modena node 68">
            <a:extLst xmlns:a="http://schemas.openxmlformats.org/drawingml/2006/main">
              <a:ext uri="{FF2B5EF4-FFF2-40B4-BE49-F238E27FC236}">
                <a16:creationId xmlns:a16="http://schemas.microsoft.com/office/drawing/2014/main" id="{847B5106-3B82-4BAB-8AAB-526DF163B01F}"/>
              </a:ext>
            </a:extLst>
          </p:cNvPr>
          <p:cNvSpPr>
            <a:spLocks xmlns:a="http://schemas.openxmlformats.org/drawingml/2006/main" noGrp="1"/>
          </p:cNvSpPr>
          <p:nvPr/>
        </p:nvSpPr>
        <p:spPr>
          <a:xfrm xmlns:a="http://schemas.openxmlformats.org/drawingml/2006/main">
            <a:off x="2193797" y="436307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399" name="modena node 69">
            <a:extLst xmlns:a="http://schemas.openxmlformats.org/drawingml/2006/main">
              <a:ext uri="{FF2B5EF4-FFF2-40B4-BE49-F238E27FC236}">
                <a16:creationId xmlns:a16="http://schemas.microsoft.com/office/drawing/2014/main" id="{D6D93972-9B43-49FA-8684-0780A6F73016}"/>
              </a:ext>
            </a:extLst>
          </p:cNvPr>
          <p:cNvSpPr>
            <a:spLocks xmlns:a="http://schemas.openxmlformats.org/drawingml/2006/main" noGrp="1"/>
          </p:cNvSpPr>
          <p:nvPr/>
        </p:nvSpPr>
        <p:spPr>
          <a:xfrm xmlns:a="http://schemas.openxmlformats.org/drawingml/2006/main">
            <a:off x="2122764" y="434634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0" name="modena node 70">
            <a:extLst xmlns:a="http://schemas.openxmlformats.org/drawingml/2006/main">
              <a:ext uri="{FF2B5EF4-FFF2-40B4-BE49-F238E27FC236}">
                <a16:creationId xmlns:a16="http://schemas.microsoft.com/office/drawing/2014/main" id="{1F762FBE-D98F-471F-9539-097961CB4A4A}"/>
              </a:ext>
            </a:extLst>
          </p:cNvPr>
          <p:cNvSpPr>
            <a:spLocks xmlns:a="http://schemas.openxmlformats.org/drawingml/2006/main" noGrp="1"/>
          </p:cNvSpPr>
          <p:nvPr/>
        </p:nvSpPr>
        <p:spPr>
          <a:xfrm xmlns:a="http://schemas.openxmlformats.org/drawingml/2006/main">
            <a:off x="2053391" y="430563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1" name="modena node 71">
            <a:extLst xmlns:a="http://schemas.openxmlformats.org/drawingml/2006/main">
              <a:ext uri="{FF2B5EF4-FFF2-40B4-BE49-F238E27FC236}">
                <a16:creationId xmlns:a16="http://schemas.microsoft.com/office/drawing/2014/main" id="{18C753F1-303F-4C8E-9B30-2D3F62B45138}"/>
              </a:ext>
            </a:extLst>
          </p:cNvPr>
          <p:cNvSpPr>
            <a:spLocks xmlns:a="http://schemas.openxmlformats.org/drawingml/2006/main" noGrp="1"/>
          </p:cNvSpPr>
          <p:nvPr/>
        </p:nvSpPr>
        <p:spPr>
          <a:xfrm xmlns:a="http://schemas.openxmlformats.org/drawingml/2006/main">
            <a:off x="2030821" y="434171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2" name="modena node 72">
            <a:extLst xmlns:a="http://schemas.openxmlformats.org/drawingml/2006/main">
              <a:ext uri="{FF2B5EF4-FFF2-40B4-BE49-F238E27FC236}">
                <a16:creationId xmlns:a16="http://schemas.microsoft.com/office/drawing/2014/main" id="{0358AC7A-7B0C-45AF-8684-6B635A851333}"/>
              </a:ext>
            </a:extLst>
          </p:cNvPr>
          <p:cNvSpPr>
            <a:spLocks xmlns:a="http://schemas.openxmlformats.org/drawingml/2006/main" noGrp="1"/>
          </p:cNvSpPr>
          <p:nvPr/>
        </p:nvSpPr>
        <p:spPr>
          <a:xfrm xmlns:a="http://schemas.openxmlformats.org/drawingml/2006/main">
            <a:off x="1991175" y="431914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3" name="modena node 73">
            <a:extLst xmlns:a="http://schemas.openxmlformats.org/drawingml/2006/main">
              <a:ext uri="{FF2B5EF4-FFF2-40B4-BE49-F238E27FC236}">
                <a16:creationId xmlns:a16="http://schemas.microsoft.com/office/drawing/2014/main" id="{2F4C112F-6230-4543-843B-5F4B9650D49D}"/>
              </a:ext>
            </a:extLst>
          </p:cNvPr>
          <p:cNvSpPr>
            <a:spLocks xmlns:a="http://schemas.openxmlformats.org/drawingml/2006/main" noGrp="1"/>
          </p:cNvSpPr>
          <p:nvPr/>
        </p:nvSpPr>
        <p:spPr>
          <a:xfrm xmlns:a="http://schemas.openxmlformats.org/drawingml/2006/main">
            <a:off x="1981402" y="434594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4" name="modena node 74">
            <a:extLst xmlns:a="http://schemas.openxmlformats.org/drawingml/2006/main">
              <a:ext uri="{FF2B5EF4-FFF2-40B4-BE49-F238E27FC236}">
                <a16:creationId xmlns:a16="http://schemas.microsoft.com/office/drawing/2014/main" id="{556CD968-BDD7-4BA7-A88D-524F1A91A692}"/>
              </a:ext>
            </a:extLst>
          </p:cNvPr>
          <p:cNvSpPr>
            <a:spLocks xmlns:a="http://schemas.openxmlformats.org/drawingml/2006/main" noGrp="1"/>
          </p:cNvSpPr>
          <p:nvPr/>
        </p:nvSpPr>
        <p:spPr>
          <a:xfrm xmlns:a="http://schemas.openxmlformats.org/drawingml/2006/main">
            <a:off x="1892079" y="430584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5" name="modena node 75">
            <a:extLst xmlns:a="http://schemas.openxmlformats.org/drawingml/2006/main">
              <a:ext uri="{FF2B5EF4-FFF2-40B4-BE49-F238E27FC236}">
                <a16:creationId xmlns:a16="http://schemas.microsoft.com/office/drawing/2014/main" id="{EBD78701-77B4-4BEE-A43B-80C9C57CC28C}"/>
              </a:ext>
            </a:extLst>
          </p:cNvPr>
          <p:cNvSpPr>
            <a:spLocks xmlns:a="http://schemas.openxmlformats.org/drawingml/2006/main" noGrp="1"/>
          </p:cNvSpPr>
          <p:nvPr/>
        </p:nvSpPr>
        <p:spPr>
          <a:xfrm xmlns:a="http://schemas.openxmlformats.org/drawingml/2006/main">
            <a:off x="1897218" y="429233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6" name="modena node 76">
            <a:extLst xmlns:a="http://schemas.openxmlformats.org/drawingml/2006/main">
              <a:ext uri="{FF2B5EF4-FFF2-40B4-BE49-F238E27FC236}">
                <a16:creationId xmlns:a16="http://schemas.microsoft.com/office/drawing/2014/main" id="{C6572F7A-4DFD-4AB1-998B-FFEB736E2A7D}"/>
              </a:ext>
            </a:extLst>
          </p:cNvPr>
          <p:cNvSpPr>
            <a:spLocks xmlns:a="http://schemas.openxmlformats.org/drawingml/2006/main" noGrp="1"/>
          </p:cNvSpPr>
          <p:nvPr/>
        </p:nvSpPr>
        <p:spPr>
          <a:xfrm xmlns:a="http://schemas.openxmlformats.org/drawingml/2006/main">
            <a:off x="1823665" y="422422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7" name="modena node 77">
            <a:extLst xmlns:a="http://schemas.openxmlformats.org/drawingml/2006/main">
              <a:ext uri="{FF2B5EF4-FFF2-40B4-BE49-F238E27FC236}">
                <a16:creationId xmlns:a16="http://schemas.microsoft.com/office/drawing/2014/main" id="{0ABBDC08-8E10-4302-9A9D-6EF4BB4D5274}"/>
              </a:ext>
            </a:extLst>
          </p:cNvPr>
          <p:cNvSpPr>
            <a:spLocks xmlns:a="http://schemas.openxmlformats.org/drawingml/2006/main" noGrp="1"/>
          </p:cNvSpPr>
          <p:nvPr/>
        </p:nvSpPr>
        <p:spPr>
          <a:xfrm xmlns:a="http://schemas.openxmlformats.org/drawingml/2006/main">
            <a:off x="1796614" y="410352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8" name="modena node 78">
            <a:extLst xmlns:a="http://schemas.openxmlformats.org/drawingml/2006/main">
              <a:ext uri="{FF2B5EF4-FFF2-40B4-BE49-F238E27FC236}">
                <a16:creationId xmlns:a16="http://schemas.microsoft.com/office/drawing/2014/main" id="{83C1BA33-D577-450A-A27A-1033BC819F42}"/>
              </a:ext>
            </a:extLst>
          </p:cNvPr>
          <p:cNvSpPr>
            <a:spLocks xmlns:a="http://schemas.openxmlformats.org/drawingml/2006/main" noGrp="1"/>
          </p:cNvSpPr>
          <p:nvPr/>
        </p:nvSpPr>
        <p:spPr>
          <a:xfrm xmlns:a="http://schemas.openxmlformats.org/drawingml/2006/main">
            <a:off x="2306996" y="439128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09" name="modena node 79">
            <a:extLst xmlns:a="http://schemas.openxmlformats.org/drawingml/2006/main">
              <a:ext uri="{FF2B5EF4-FFF2-40B4-BE49-F238E27FC236}">
                <a16:creationId xmlns:a16="http://schemas.microsoft.com/office/drawing/2014/main" id="{126C6DC1-E907-44BA-87DB-40F2D94E9E98}"/>
              </a:ext>
            </a:extLst>
          </p:cNvPr>
          <p:cNvSpPr>
            <a:spLocks xmlns:a="http://schemas.openxmlformats.org/drawingml/2006/main" noGrp="1"/>
          </p:cNvSpPr>
          <p:nvPr/>
        </p:nvSpPr>
        <p:spPr>
          <a:xfrm xmlns:a="http://schemas.openxmlformats.org/drawingml/2006/main">
            <a:off x="2591686" y="442171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0" name="modena node 80">
            <a:extLst xmlns:a="http://schemas.openxmlformats.org/drawingml/2006/main">
              <a:ext uri="{FF2B5EF4-FFF2-40B4-BE49-F238E27FC236}">
                <a16:creationId xmlns:a16="http://schemas.microsoft.com/office/drawing/2014/main" id="{091FFD84-25EA-4CF7-9324-FB9DDB92A248}"/>
              </a:ext>
            </a:extLst>
          </p:cNvPr>
          <p:cNvSpPr>
            <a:spLocks xmlns:a="http://schemas.openxmlformats.org/drawingml/2006/main" noGrp="1"/>
          </p:cNvSpPr>
          <p:nvPr/>
        </p:nvSpPr>
        <p:spPr>
          <a:xfrm xmlns:a="http://schemas.openxmlformats.org/drawingml/2006/main">
            <a:off x="2696574" y="425364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1" name="modena node 81">
            <a:extLst xmlns:a="http://schemas.openxmlformats.org/drawingml/2006/main">
              <a:ext uri="{FF2B5EF4-FFF2-40B4-BE49-F238E27FC236}">
                <a16:creationId xmlns:a16="http://schemas.microsoft.com/office/drawing/2014/main" id="{D6513E47-F070-48D4-AA34-6D4A134435D8}"/>
              </a:ext>
            </a:extLst>
          </p:cNvPr>
          <p:cNvSpPr>
            <a:spLocks xmlns:a="http://schemas.openxmlformats.org/drawingml/2006/main" noGrp="1"/>
          </p:cNvSpPr>
          <p:nvPr/>
        </p:nvSpPr>
        <p:spPr>
          <a:xfrm xmlns:a="http://schemas.openxmlformats.org/drawingml/2006/main">
            <a:off x="2687958" y="427178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2" name="modena node 82">
            <a:extLst xmlns:a="http://schemas.openxmlformats.org/drawingml/2006/main">
              <a:ext uri="{FF2B5EF4-FFF2-40B4-BE49-F238E27FC236}">
                <a16:creationId xmlns:a16="http://schemas.microsoft.com/office/drawing/2014/main" id="{A7BA5743-45BD-4C53-939A-DC304F21DE09}"/>
              </a:ext>
            </a:extLst>
          </p:cNvPr>
          <p:cNvSpPr>
            <a:spLocks xmlns:a="http://schemas.openxmlformats.org/drawingml/2006/main" noGrp="1"/>
          </p:cNvSpPr>
          <p:nvPr/>
        </p:nvSpPr>
        <p:spPr>
          <a:xfrm xmlns:a="http://schemas.openxmlformats.org/drawingml/2006/main">
            <a:off x="2648916" y="434715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3" name="modena node 83">
            <a:extLst xmlns:a="http://schemas.openxmlformats.org/drawingml/2006/main">
              <a:ext uri="{FF2B5EF4-FFF2-40B4-BE49-F238E27FC236}">
                <a16:creationId xmlns:a16="http://schemas.microsoft.com/office/drawing/2014/main" id="{72861BC6-AB9A-44A6-98D8-8D036DAF8668}"/>
              </a:ext>
            </a:extLst>
          </p:cNvPr>
          <p:cNvSpPr>
            <a:spLocks xmlns:a="http://schemas.openxmlformats.org/drawingml/2006/main" noGrp="1"/>
          </p:cNvSpPr>
          <p:nvPr/>
        </p:nvSpPr>
        <p:spPr>
          <a:xfrm xmlns:a="http://schemas.openxmlformats.org/drawingml/2006/main">
            <a:off x="2730074" y="414583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4" name="modena node 84">
            <a:extLst xmlns:a="http://schemas.openxmlformats.org/drawingml/2006/main">
              <a:ext uri="{FF2B5EF4-FFF2-40B4-BE49-F238E27FC236}">
                <a16:creationId xmlns:a16="http://schemas.microsoft.com/office/drawing/2014/main" id="{60D03361-B69D-4BCC-B772-C7EF11AB009C}"/>
              </a:ext>
            </a:extLst>
          </p:cNvPr>
          <p:cNvSpPr>
            <a:spLocks xmlns:a="http://schemas.openxmlformats.org/drawingml/2006/main" noGrp="1"/>
          </p:cNvSpPr>
          <p:nvPr/>
        </p:nvSpPr>
        <p:spPr>
          <a:xfrm xmlns:a="http://schemas.openxmlformats.org/drawingml/2006/main">
            <a:off x="2824685" y="419883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5" name="modena node 85">
            <a:extLst xmlns:a="http://schemas.openxmlformats.org/drawingml/2006/main">
              <a:ext uri="{FF2B5EF4-FFF2-40B4-BE49-F238E27FC236}">
                <a16:creationId xmlns:a16="http://schemas.microsoft.com/office/drawing/2014/main" id="{1A042F88-FFFE-45BC-BFBE-CADEC79D15D4}"/>
              </a:ext>
            </a:extLst>
          </p:cNvPr>
          <p:cNvSpPr>
            <a:spLocks xmlns:a="http://schemas.openxmlformats.org/drawingml/2006/main" noGrp="1"/>
          </p:cNvSpPr>
          <p:nvPr/>
        </p:nvSpPr>
        <p:spPr>
          <a:xfrm xmlns:a="http://schemas.openxmlformats.org/drawingml/2006/main">
            <a:off x="2905189" y="417082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6" name="modena node 86">
            <a:extLst xmlns:a="http://schemas.openxmlformats.org/drawingml/2006/main">
              <a:ext uri="{FF2B5EF4-FFF2-40B4-BE49-F238E27FC236}">
                <a16:creationId xmlns:a16="http://schemas.microsoft.com/office/drawing/2014/main" id="{C579FB3F-55EF-40D8-8D01-E5C5FE416111}"/>
              </a:ext>
            </a:extLst>
          </p:cNvPr>
          <p:cNvSpPr>
            <a:spLocks xmlns:a="http://schemas.openxmlformats.org/drawingml/2006/main" noGrp="1"/>
          </p:cNvSpPr>
          <p:nvPr/>
        </p:nvSpPr>
        <p:spPr>
          <a:xfrm xmlns:a="http://schemas.openxmlformats.org/drawingml/2006/main">
            <a:off x="2787304" y="392901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7" name="modena node 87">
            <a:extLst xmlns:a="http://schemas.openxmlformats.org/drawingml/2006/main">
              <a:ext uri="{FF2B5EF4-FFF2-40B4-BE49-F238E27FC236}">
                <a16:creationId xmlns:a16="http://schemas.microsoft.com/office/drawing/2014/main" id="{6CFA8F9F-2DEB-4964-8015-6A2A545E72FE}"/>
              </a:ext>
            </a:extLst>
          </p:cNvPr>
          <p:cNvSpPr>
            <a:spLocks xmlns:a="http://schemas.openxmlformats.org/drawingml/2006/main" noGrp="1"/>
          </p:cNvSpPr>
          <p:nvPr/>
        </p:nvSpPr>
        <p:spPr>
          <a:xfrm xmlns:a="http://schemas.openxmlformats.org/drawingml/2006/main">
            <a:off x="2890277" y="403500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8" name="modena node 88">
            <a:extLst xmlns:a="http://schemas.openxmlformats.org/drawingml/2006/main">
              <a:ext uri="{FF2B5EF4-FFF2-40B4-BE49-F238E27FC236}">
                <a16:creationId xmlns:a16="http://schemas.microsoft.com/office/drawing/2014/main" id="{57EE45C1-7954-4038-99BD-483CCDC32D3C}"/>
              </a:ext>
            </a:extLst>
          </p:cNvPr>
          <p:cNvSpPr>
            <a:spLocks xmlns:a="http://schemas.openxmlformats.org/drawingml/2006/main" noGrp="1"/>
          </p:cNvSpPr>
          <p:nvPr/>
        </p:nvSpPr>
        <p:spPr>
          <a:xfrm xmlns:a="http://schemas.openxmlformats.org/drawingml/2006/main">
            <a:off x="2807911" y="385626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19" name="modena node 89">
            <a:extLst xmlns:a="http://schemas.openxmlformats.org/drawingml/2006/main">
              <a:ext uri="{FF2B5EF4-FFF2-40B4-BE49-F238E27FC236}">
                <a16:creationId xmlns:a16="http://schemas.microsoft.com/office/drawing/2014/main" id="{DBFE2842-6B34-49A8-A166-CC7D22AE2198}"/>
              </a:ext>
            </a:extLst>
          </p:cNvPr>
          <p:cNvSpPr>
            <a:spLocks xmlns:a="http://schemas.openxmlformats.org/drawingml/2006/main" noGrp="1"/>
          </p:cNvSpPr>
          <p:nvPr/>
        </p:nvSpPr>
        <p:spPr>
          <a:xfrm xmlns:a="http://schemas.openxmlformats.org/drawingml/2006/main">
            <a:off x="3047712" y="394049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0" name="modena node 90">
            <a:extLst xmlns:a="http://schemas.openxmlformats.org/drawingml/2006/main">
              <a:ext uri="{FF2B5EF4-FFF2-40B4-BE49-F238E27FC236}">
                <a16:creationId xmlns:a16="http://schemas.microsoft.com/office/drawing/2014/main" id="{377E8FF3-712C-4AFE-82C1-37B829126E07}"/>
              </a:ext>
            </a:extLst>
          </p:cNvPr>
          <p:cNvSpPr>
            <a:spLocks xmlns:a="http://schemas.openxmlformats.org/drawingml/2006/main" noGrp="1"/>
          </p:cNvSpPr>
          <p:nvPr/>
        </p:nvSpPr>
        <p:spPr>
          <a:xfrm xmlns:a="http://schemas.openxmlformats.org/drawingml/2006/main">
            <a:off x="3064538" y="388951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1" name="modena node 91">
            <a:extLst xmlns:a="http://schemas.openxmlformats.org/drawingml/2006/main">
              <a:ext uri="{FF2B5EF4-FFF2-40B4-BE49-F238E27FC236}">
                <a16:creationId xmlns:a16="http://schemas.microsoft.com/office/drawing/2014/main" id="{CEFCE59D-EDD3-4F1D-861B-5F9CC9EE71B1}"/>
              </a:ext>
            </a:extLst>
          </p:cNvPr>
          <p:cNvSpPr>
            <a:spLocks xmlns:a="http://schemas.openxmlformats.org/drawingml/2006/main" noGrp="1"/>
          </p:cNvSpPr>
          <p:nvPr/>
        </p:nvSpPr>
        <p:spPr>
          <a:xfrm xmlns:a="http://schemas.openxmlformats.org/drawingml/2006/main">
            <a:off x="3135371" y="376840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2" name="modena node 92">
            <a:extLst xmlns:a="http://schemas.openxmlformats.org/drawingml/2006/main">
              <a:ext uri="{FF2B5EF4-FFF2-40B4-BE49-F238E27FC236}">
                <a16:creationId xmlns:a16="http://schemas.microsoft.com/office/drawing/2014/main" id="{9577DB72-1C74-4BEF-A205-645AAD142C1A}"/>
              </a:ext>
            </a:extLst>
          </p:cNvPr>
          <p:cNvSpPr>
            <a:spLocks xmlns:a="http://schemas.openxmlformats.org/drawingml/2006/main" noGrp="1"/>
          </p:cNvSpPr>
          <p:nvPr/>
        </p:nvSpPr>
        <p:spPr>
          <a:xfrm xmlns:a="http://schemas.openxmlformats.org/drawingml/2006/main">
            <a:off x="3120507" y="404427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3" name="modena node 93">
            <a:extLst xmlns:a="http://schemas.openxmlformats.org/drawingml/2006/main">
              <a:ext uri="{FF2B5EF4-FFF2-40B4-BE49-F238E27FC236}">
                <a16:creationId xmlns:a16="http://schemas.microsoft.com/office/drawing/2014/main" id="{E58FBCB0-1DE2-4902-804D-63AA86871C10}"/>
              </a:ext>
            </a:extLst>
          </p:cNvPr>
          <p:cNvSpPr>
            <a:spLocks xmlns:a="http://schemas.openxmlformats.org/drawingml/2006/main" noGrp="1"/>
          </p:cNvSpPr>
          <p:nvPr/>
        </p:nvSpPr>
        <p:spPr>
          <a:xfrm xmlns:a="http://schemas.openxmlformats.org/drawingml/2006/main">
            <a:off x="3156477" y="409646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4" name="modena node 94">
            <a:extLst xmlns:a="http://schemas.openxmlformats.org/drawingml/2006/main">
              <a:ext uri="{FF2B5EF4-FFF2-40B4-BE49-F238E27FC236}">
                <a16:creationId xmlns:a16="http://schemas.microsoft.com/office/drawing/2014/main" id="{9C12B63E-2F68-4C59-AD17-9A754B2BE966}"/>
              </a:ext>
            </a:extLst>
          </p:cNvPr>
          <p:cNvSpPr>
            <a:spLocks xmlns:a="http://schemas.openxmlformats.org/drawingml/2006/main" noGrp="1"/>
          </p:cNvSpPr>
          <p:nvPr/>
        </p:nvSpPr>
        <p:spPr>
          <a:xfrm xmlns:a="http://schemas.openxmlformats.org/drawingml/2006/main">
            <a:off x="2930834" y="440518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5" name="modena node 95">
            <a:extLst xmlns:a="http://schemas.openxmlformats.org/drawingml/2006/main">
              <a:ext uri="{FF2B5EF4-FFF2-40B4-BE49-F238E27FC236}">
                <a16:creationId xmlns:a16="http://schemas.microsoft.com/office/drawing/2014/main" id="{E5733061-6553-4106-B2D8-6B5E0C2AD679}"/>
              </a:ext>
            </a:extLst>
          </p:cNvPr>
          <p:cNvSpPr>
            <a:spLocks xmlns:a="http://schemas.openxmlformats.org/drawingml/2006/main" noGrp="1"/>
          </p:cNvSpPr>
          <p:nvPr/>
        </p:nvSpPr>
        <p:spPr>
          <a:xfrm xmlns:a="http://schemas.openxmlformats.org/drawingml/2006/main">
            <a:off x="2939749" y="450433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6" name="modena node 96">
            <a:extLst xmlns:a="http://schemas.openxmlformats.org/drawingml/2006/main">
              <a:ext uri="{FF2B5EF4-FFF2-40B4-BE49-F238E27FC236}">
                <a16:creationId xmlns:a16="http://schemas.microsoft.com/office/drawing/2014/main" id="{0E1A3F18-7311-49E2-9DF5-9C84CB01F01F}"/>
              </a:ext>
            </a:extLst>
          </p:cNvPr>
          <p:cNvSpPr>
            <a:spLocks xmlns:a="http://schemas.openxmlformats.org/drawingml/2006/main" noGrp="1"/>
          </p:cNvSpPr>
          <p:nvPr/>
        </p:nvSpPr>
        <p:spPr>
          <a:xfrm xmlns:a="http://schemas.openxmlformats.org/drawingml/2006/main">
            <a:off x="2941260" y="452125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7" name="modena node 97">
            <a:extLst xmlns:a="http://schemas.openxmlformats.org/drawingml/2006/main">
              <a:ext uri="{FF2B5EF4-FFF2-40B4-BE49-F238E27FC236}">
                <a16:creationId xmlns:a16="http://schemas.microsoft.com/office/drawing/2014/main" id="{3700E0AE-94F8-4224-A460-78E4E6531115}"/>
              </a:ext>
            </a:extLst>
          </p:cNvPr>
          <p:cNvSpPr>
            <a:spLocks xmlns:a="http://schemas.openxmlformats.org/drawingml/2006/main" noGrp="1"/>
          </p:cNvSpPr>
          <p:nvPr/>
        </p:nvSpPr>
        <p:spPr>
          <a:xfrm xmlns:a="http://schemas.openxmlformats.org/drawingml/2006/main">
            <a:off x="3072748" y="459017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8" name="modena node 98">
            <a:extLst xmlns:a="http://schemas.openxmlformats.org/drawingml/2006/main">
              <a:ext uri="{FF2B5EF4-FFF2-40B4-BE49-F238E27FC236}">
                <a16:creationId xmlns:a16="http://schemas.microsoft.com/office/drawing/2014/main" id="{7FE64E06-680E-47FB-88C2-A5B95D01D1F0}"/>
              </a:ext>
            </a:extLst>
          </p:cNvPr>
          <p:cNvSpPr>
            <a:spLocks xmlns:a="http://schemas.openxmlformats.org/drawingml/2006/main" noGrp="1"/>
          </p:cNvSpPr>
          <p:nvPr/>
        </p:nvSpPr>
        <p:spPr>
          <a:xfrm xmlns:a="http://schemas.openxmlformats.org/drawingml/2006/main">
            <a:off x="3105293" y="463168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29" name="modena node 99">
            <a:extLst xmlns:a="http://schemas.openxmlformats.org/drawingml/2006/main">
              <a:ext uri="{FF2B5EF4-FFF2-40B4-BE49-F238E27FC236}">
                <a16:creationId xmlns:a16="http://schemas.microsoft.com/office/drawing/2014/main" id="{434CEBD9-E394-4FD1-B9EE-AD8ECA9D1036}"/>
              </a:ext>
            </a:extLst>
          </p:cNvPr>
          <p:cNvSpPr>
            <a:spLocks xmlns:a="http://schemas.openxmlformats.org/drawingml/2006/main" noGrp="1"/>
          </p:cNvSpPr>
          <p:nvPr/>
        </p:nvSpPr>
        <p:spPr>
          <a:xfrm xmlns:a="http://schemas.openxmlformats.org/drawingml/2006/main">
            <a:off x="2990934" y="436186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0" name="modena node 100">
            <a:extLst xmlns:a="http://schemas.openxmlformats.org/drawingml/2006/main">
              <a:ext uri="{FF2B5EF4-FFF2-40B4-BE49-F238E27FC236}">
                <a16:creationId xmlns:a16="http://schemas.microsoft.com/office/drawing/2014/main" id="{614BA90F-667A-45D0-9618-5AEE23C0858D}"/>
              </a:ext>
            </a:extLst>
          </p:cNvPr>
          <p:cNvSpPr>
            <a:spLocks xmlns:a="http://schemas.openxmlformats.org/drawingml/2006/main" noGrp="1"/>
          </p:cNvSpPr>
          <p:nvPr/>
        </p:nvSpPr>
        <p:spPr>
          <a:xfrm xmlns:a="http://schemas.openxmlformats.org/drawingml/2006/main">
            <a:off x="2808765" y="368135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1" name="modena node 101">
            <a:extLst xmlns:a="http://schemas.openxmlformats.org/drawingml/2006/main">
              <a:ext uri="{FF2B5EF4-FFF2-40B4-BE49-F238E27FC236}">
                <a16:creationId xmlns:a16="http://schemas.microsoft.com/office/drawing/2014/main" id="{723BECD2-8341-4FAE-AADD-11FB5C604F9C}"/>
              </a:ext>
            </a:extLst>
          </p:cNvPr>
          <p:cNvSpPr>
            <a:spLocks xmlns:a="http://schemas.openxmlformats.org/drawingml/2006/main" noGrp="1"/>
          </p:cNvSpPr>
          <p:nvPr/>
        </p:nvSpPr>
        <p:spPr>
          <a:xfrm xmlns:a="http://schemas.openxmlformats.org/drawingml/2006/main">
            <a:off x="2859647" y="360437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2" name="modena node 102">
            <a:extLst xmlns:a="http://schemas.openxmlformats.org/drawingml/2006/main">
              <a:ext uri="{FF2B5EF4-FFF2-40B4-BE49-F238E27FC236}">
                <a16:creationId xmlns:a16="http://schemas.microsoft.com/office/drawing/2014/main" id="{E98998D9-F4F4-45D6-B2C7-6581A292BFBD}"/>
              </a:ext>
            </a:extLst>
          </p:cNvPr>
          <p:cNvSpPr>
            <a:spLocks xmlns:a="http://schemas.openxmlformats.org/drawingml/2006/main" noGrp="1"/>
          </p:cNvSpPr>
          <p:nvPr/>
        </p:nvSpPr>
        <p:spPr>
          <a:xfrm xmlns:a="http://schemas.openxmlformats.org/drawingml/2006/main">
            <a:off x="2983679" y="368860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3" name="modena node 103">
            <a:extLst xmlns:a="http://schemas.openxmlformats.org/drawingml/2006/main">
              <a:ext uri="{FF2B5EF4-FFF2-40B4-BE49-F238E27FC236}">
                <a16:creationId xmlns:a16="http://schemas.microsoft.com/office/drawing/2014/main" id="{A6FF54C2-3285-4BEA-AF19-C58C97BE51D4}"/>
              </a:ext>
            </a:extLst>
          </p:cNvPr>
          <p:cNvSpPr>
            <a:spLocks xmlns:a="http://schemas.openxmlformats.org/drawingml/2006/main" noGrp="1"/>
          </p:cNvSpPr>
          <p:nvPr/>
        </p:nvSpPr>
        <p:spPr>
          <a:xfrm xmlns:a="http://schemas.openxmlformats.org/drawingml/2006/main">
            <a:off x="3031692" y="360820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4" name="modena node 104">
            <a:extLst xmlns:a="http://schemas.openxmlformats.org/drawingml/2006/main">
              <a:ext uri="{FF2B5EF4-FFF2-40B4-BE49-F238E27FC236}">
                <a16:creationId xmlns:a16="http://schemas.microsoft.com/office/drawing/2014/main" id="{8D211AF0-C6FF-431C-80D0-92C5CEB7C15F}"/>
              </a:ext>
            </a:extLst>
          </p:cNvPr>
          <p:cNvSpPr>
            <a:spLocks xmlns:a="http://schemas.openxmlformats.org/drawingml/2006/main" noGrp="1"/>
          </p:cNvSpPr>
          <p:nvPr/>
        </p:nvSpPr>
        <p:spPr>
          <a:xfrm xmlns:a="http://schemas.openxmlformats.org/drawingml/2006/main">
            <a:off x="3081111" y="353666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5" name="modena node 105">
            <a:extLst xmlns:a="http://schemas.openxmlformats.org/drawingml/2006/main">
              <a:ext uri="{FF2B5EF4-FFF2-40B4-BE49-F238E27FC236}">
                <a16:creationId xmlns:a16="http://schemas.microsoft.com/office/drawing/2014/main" id="{AD030F12-D4C9-470E-A22F-546887B7C4AD}"/>
              </a:ext>
            </a:extLst>
          </p:cNvPr>
          <p:cNvSpPr>
            <a:spLocks xmlns:a="http://schemas.openxmlformats.org/drawingml/2006/main" noGrp="1"/>
          </p:cNvSpPr>
          <p:nvPr/>
        </p:nvSpPr>
        <p:spPr>
          <a:xfrm xmlns:a="http://schemas.openxmlformats.org/drawingml/2006/main">
            <a:off x="2995822" y="349535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6" name="modena node 106">
            <a:extLst xmlns:a="http://schemas.openxmlformats.org/drawingml/2006/main">
              <a:ext uri="{FF2B5EF4-FFF2-40B4-BE49-F238E27FC236}">
                <a16:creationId xmlns:a16="http://schemas.microsoft.com/office/drawing/2014/main" id="{F83AA5D1-D735-42B5-B4B8-92DC9F38C1BE}"/>
              </a:ext>
            </a:extLst>
          </p:cNvPr>
          <p:cNvSpPr>
            <a:spLocks xmlns:a="http://schemas.openxmlformats.org/drawingml/2006/main" noGrp="1"/>
          </p:cNvSpPr>
          <p:nvPr/>
        </p:nvSpPr>
        <p:spPr>
          <a:xfrm xmlns:a="http://schemas.openxmlformats.org/drawingml/2006/main">
            <a:off x="3077383" y="373676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7" name="modena node 107">
            <a:extLst xmlns:a="http://schemas.openxmlformats.org/drawingml/2006/main">
              <a:ext uri="{FF2B5EF4-FFF2-40B4-BE49-F238E27FC236}">
                <a16:creationId xmlns:a16="http://schemas.microsoft.com/office/drawing/2014/main" id="{0CEC7120-6B8B-497C-ABB5-C56D9145F7CF}"/>
              </a:ext>
            </a:extLst>
          </p:cNvPr>
          <p:cNvSpPr>
            <a:spLocks xmlns:a="http://schemas.openxmlformats.org/drawingml/2006/main" noGrp="1"/>
          </p:cNvSpPr>
          <p:nvPr/>
        </p:nvSpPr>
        <p:spPr>
          <a:xfrm xmlns:a="http://schemas.openxmlformats.org/drawingml/2006/main">
            <a:off x="3216730" y="349132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8" name="modena node 108">
            <a:extLst xmlns:a="http://schemas.openxmlformats.org/drawingml/2006/main">
              <a:ext uri="{FF2B5EF4-FFF2-40B4-BE49-F238E27FC236}">
                <a16:creationId xmlns:a16="http://schemas.microsoft.com/office/drawing/2014/main" id="{9EA11C2D-1DE6-4AB4-8884-BA6D2F092A37}"/>
              </a:ext>
            </a:extLst>
          </p:cNvPr>
          <p:cNvSpPr>
            <a:spLocks xmlns:a="http://schemas.openxmlformats.org/drawingml/2006/main" noGrp="1"/>
          </p:cNvSpPr>
          <p:nvPr/>
        </p:nvSpPr>
        <p:spPr>
          <a:xfrm xmlns:a="http://schemas.openxmlformats.org/drawingml/2006/main">
            <a:off x="3245345" y="345646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39" name="modena node 109">
            <a:extLst xmlns:a="http://schemas.openxmlformats.org/drawingml/2006/main">
              <a:ext uri="{FF2B5EF4-FFF2-40B4-BE49-F238E27FC236}">
                <a16:creationId xmlns:a16="http://schemas.microsoft.com/office/drawing/2014/main" id="{F8D5F8F2-FFEB-48A5-9808-56CC60306C0F}"/>
              </a:ext>
            </a:extLst>
          </p:cNvPr>
          <p:cNvSpPr>
            <a:spLocks xmlns:a="http://schemas.openxmlformats.org/drawingml/2006/main" noGrp="1"/>
          </p:cNvSpPr>
          <p:nvPr/>
        </p:nvSpPr>
        <p:spPr>
          <a:xfrm xmlns:a="http://schemas.openxmlformats.org/drawingml/2006/main">
            <a:off x="3300459" y="349978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0" name="modena node 110">
            <a:extLst xmlns:a="http://schemas.openxmlformats.org/drawingml/2006/main">
              <a:ext uri="{FF2B5EF4-FFF2-40B4-BE49-F238E27FC236}">
                <a16:creationId xmlns:a16="http://schemas.microsoft.com/office/drawing/2014/main" id="{0A94688C-F20D-4C76-9D91-A4E673F18A56}"/>
              </a:ext>
            </a:extLst>
          </p:cNvPr>
          <p:cNvSpPr>
            <a:spLocks xmlns:a="http://schemas.openxmlformats.org/drawingml/2006/main" noGrp="1"/>
          </p:cNvSpPr>
          <p:nvPr/>
        </p:nvSpPr>
        <p:spPr>
          <a:xfrm xmlns:a="http://schemas.openxmlformats.org/drawingml/2006/main">
            <a:off x="3334063" y="352175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1" name="modena node 111">
            <a:extLst xmlns:a="http://schemas.openxmlformats.org/drawingml/2006/main">
              <a:ext uri="{FF2B5EF4-FFF2-40B4-BE49-F238E27FC236}">
                <a16:creationId xmlns:a16="http://schemas.microsoft.com/office/drawing/2014/main" id="{7391B616-AA67-4E74-AE03-B88116E87ABF}"/>
              </a:ext>
            </a:extLst>
          </p:cNvPr>
          <p:cNvSpPr>
            <a:spLocks xmlns:a="http://schemas.openxmlformats.org/drawingml/2006/main" noGrp="1"/>
          </p:cNvSpPr>
          <p:nvPr/>
        </p:nvSpPr>
        <p:spPr>
          <a:xfrm xmlns:a="http://schemas.openxmlformats.org/drawingml/2006/main">
            <a:off x="3441720" y="358401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2" name="modena node 112">
            <a:extLst xmlns:a="http://schemas.openxmlformats.org/drawingml/2006/main">
              <a:ext uri="{FF2B5EF4-FFF2-40B4-BE49-F238E27FC236}">
                <a16:creationId xmlns:a16="http://schemas.microsoft.com/office/drawing/2014/main" id="{E91BD529-457C-450C-807E-F8582F7064F9}"/>
              </a:ext>
            </a:extLst>
          </p:cNvPr>
          <p:cNvSpPr>
            <a:spLocks xmlns:a="http://schemas.openxmlformats.org/drawingml/2006/main" noGrp="1"/>
          </p:cNvSpPr>
          <p:nvPr/>
        </p:nvSpPr>
        <p:spPr>
          <a:xfrm xmlns:a="http://schemas.openxmlformats.org/drawingml/2006/main">
            <a:off x="3242878" y="383208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3" name="modena node 113">
            <a:extLst xmlns:a="http://schemas.openxmlformats.org/drawingml/2006/main">
              <a:ext uri="{FF2B5EF4-FFF2-40B4-BE49-F238E27FC236}">
                <a16:creationId xmlns:a16="http://schemas.microsoft.com/office/drawing/2014/main" id="{329C3F92-A23B-4C75-BF4E-7137F37690C9}"/>
              </a:ext>
            </a:extLst>
          </p:cNvPr>
          <p:cNvSpPr>
            <a:spLocks xmlns:a="http://schemas.openxmlformats.org/drawingml/2006/main" noGrp="1"/>
          </p:cNvSpPr>
          <p:nvPr/>
        </p:nvSpPr>
        <p:spPr>
          <a:xfrm xmlns:a="http://schemas.openxmlformats.org/drawingml/2006/main">
            <a:off x="3323230" y="387943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4" name="modena node 114">
            <a:extLst xmlns:a="http://schemas.openxmlformats.org/drawingml/2006/main">
              <a:ext uri="{FF2B5EF4-FFF2-40B4-BE49-F238E27FC236}">
                <a16:creationId xmlns:a16="http://schemas.microsoft.com/office/drawing/2014/main" id="{05A0BFE9-5627-4242-A13B-E80D49171458}"/>
              </a:ext>
            </a:extLst>
          </p:cNvPr>
          <p:cNvSpPr>
            <a:spLocks xmlns:a="http://schemas.openxmlformats.org/drawingml/2006/main" noGrp="1"/>
          </p:cNvSpPr>
          <p:nvPr/>
        </p:nvSpPr>
        <p:spPr>
          <a:xfrm xmlns:a="http://schemas.openxmlformats.org/drawingml/2006/main">
            <a:off x="3240158" y="400901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5" name="modena node 115">
            <a:extLst xmlns:a="http://schemas.openxmlformats.org/drawingml/2006/main">
              <a:ext uri="{FF2B5EF4-FFF2-40B4-BE49-F238E27FC236}">
                <a16:creationId xmlns:a16="http://schemas.microsoft.com/office/drawing/2014/main" id="{0E8749B6-A859-4778-B872-7BC9486073A8}"/>
              </a:ext>
            </a:extLst>
          </p:cNvPr>
          <p:cNvSpPr>
            <a:spLocks xmlns:a="http://schemas.openxmlformats.org/drawingml/2006/main" noGrp="1"/>
          </p:cNvSpPr>
          <p:nvPr/>
        </p:nvSpPr>
        <p:spPr>
          <a:xfrm xmlns:a="http://schemas.openxmlformats.org/drawingml/2006/main">
            <a:off x="3398999" y="374865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6" name="modena node 116">
            <a:extLst xmlns:a="http://schemas.openxmlformats.org/drawingml/2006/main">
              <a:ext uri="{FF2B5EF4-FFF2-40B4-BE49-F238E27FC236}">
                <a16:creationId xmlns:a16="http://schemas.microsoft.com/office/drawing/2014/main" id="{297F5603-052B-4D4A-B6F9-75C951D5AF97}"/>
              </a:ext>
            </a:extLst>
          </p:cNvPr>
          <p:cNvSpPr>
            <a:spLocks xmlns:a="http://schemas.openxmlformats.org/drawingml/2006/main" noGrp="1"/>
          </p:cNvSpPr>
          <p:nvPr/>
        </p:nvSpPr>
        <p:spPr>
          <a:xfrm xmlns:a="http://schemas.openxmlformats.org/drawingml/2006/main">
            <a:off x="3711950" y="307418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7" name="modena node 117">
            <a:extLst xmlns:a="http://schemas.openxmlformats.org/drawingml/2006/main">
              <a:ext uri="{FF2B5EF4-FFF2-40B4-BE49-F238E27FC236}">
                <a16:creationId xmlns:a16="http://schemas.microsoft.com/office/drawing/2014/main" id="{DE7D8C20-B945-4C32-B291-0B81314EDDD8}"/>
              </a:ext>
            </a:extLst>
          </p:cNvPr>
          <p:cNvSpPr>
            <a:spLocks xmlns:a="http://schemas.openxmlformats.org/drawingml/2006/main" noGrp="1"/>
          </p:cNvSpPr>
          <p:nvPr/>
        </p:nvSpPr>
        <p:spPr>
          <a:xfrm xmlns:a="http://schemas.openxmlformats.org/drawingml/2006/main">
            <a:off x="3808427" y="311771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8" name="modena node 118">
            <a:extLst xmlns:a="http://schemas.openxmlformats.org/drawingml/2006/main">
              <a:ext uri="{FF2B5EF4-FFF2-40B4-BE49-F238E27FC236}">
                <a16:creationId xmlns:a16="http://schemas.microsoft.com/office/drawing/2014/main" id="{8C787DE0-C301-4094-B42D-B65ACB197568}"/>
              </a:ext>
            </a:extLst>
          </p:cNvPr>
          <p:cNvSpPr>
            <a:spLocks xmlns:a="http://schemas.openxmlformats.org/drawingml/2006/main" noGrp="1"/>
          </p:cNvSpPr>
          <p:nvPr/>
        </p:nvSpPr>
        <p:spPr>
          <a:xfrm xmlns:a="http://schemas.openxmlformats.org/drawingml/2006/main">
            <a:off x="3779308" y="315479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49" name="modena node 119">
            <a:extLst xmlns:a="http://schemas.openxmlformats.org/drawingml/2006/main">
              <a:ext uri="{FF2B5EF4-FFF2-40B4-BE49-F238E27FC236}">
                <a16:creationId xmlns:a16="http://schemas.microsoft.com/office/drawing/2014/main" id="{6C65B8F9-B065-4FA0-9DE1-95168678AE2D}"/>
              </a:ext>
            </a:extLst>
          </p:cNvPr>
          <p:cNvSpPr>
            <a:spLocks xmlns:a="http://schemas.openxmlformats.org/drawingml/2006/main" noGrp="1"/>
          </p:cNvSpPr>
          <p:nvPr/>
        </p:nvSpPr>
        <p:spPr>
          <a:xfrm xmlns:a="http://schemas.openxmlformats.org/drawingml/2006/main">
            <a:off x="3767318" y="313585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0" name="modena node 120">
            <a:extLst xmlns:a="http://schemas.openxmlformats.org/drawingml/2006/main">
              <a:ext uri="{FF2B5EF4-FFF2-40B4-BE49-F238E27FC236}">
                <a16:creationId xmlns:a16="http://schemas.microsoft.com/office/drawing/2014/main" id="{F386E24E-C4DD-4555-8895-9AC0E4BE735A}"/>
              </a:ext>
            </a:extLst>
          </p:cNvPr>
          <p:cNvSpPr>
            <a:spLocks xmlns:a="http://schemas.openxmlformats.org/drawingml/2006/main" noGrp="1"/>
          </p:cNvSpPr>
          <p:nvPr/>
        </p:nvSpPr>
        <p:spPr>
          <a:xfrm xmlns:a="http://schemas.openxmlformats.org/drawingml/2006/main">
            <a:off x="3691549" y="316890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1" name="modena node 121">
            <a:extLst xmlns:a="http://schemas.openxmlformats.org/drawingml/2006/main">
              <a:ext uri="{FF2B5EF4-FFF2-40B4-BE49-F238E27FC236}">
                <a16:creationId xmlns:a16="http://schemas.microsoft.com/office/drawing/2014/main" id="{2BC96383-5900-49D5-AFBF-EE542EBFD906}"/>
              </a:ext>
            </a:extLst>
          </p:cNvPr>
          <p:cNvSpPr>
            <a:spLocks xmlns:a="http://schemas.openxmlformats.org/drawingml/2006/main" noGrp="1"/>
          </p:cNvSpPr>
          <p:nvPr/>
        </p:nvSpPr>
        <p:spPr>
          <a:xfrm xmlns:a="http://schemas.openxmlformats.org/drawingml/2006/main">
            <a:off x="3869586" y="329968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2" name="modena node 122">
            <a:extLst xmlns:a="http://schemas.openxmlformats.org/drawingml/2006/main">
              <a:ext uri="{FF2B5EF4-FFF2-40B4-BE49-F238E27FC236}">
                <a16:creationId xmlns:a16="http://schemas.microsoft.com/office/drawing/2014/main" id="{F86722CF-E05C-42D3-A2C5-7503DBB3EB72}"/>
              </a:ext>
            </a:extLst>
          </p:cNvPr>
          <p:cNvSpPr>
            <a:spLocks xmlns:a="http://schemas.openxmlformats.org/drawingml/2006/main" noGrp="1"/>
          </p:cNvSpPr>
          <p:nvPr/>
        </p:nvSpPr>
        <p:spPr>
          <a:xfrm xmlns:a="http://schemas.openxmlformats.org/drawingml/2006/main">
            <a:off x="3609480" y="364527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3" name="modena node 123">
            <a:extLst xmlns:a="http://schemas.openxmlformats.org/drawingml/2006/main">
              <a:ext uri="{FF2B5EF4-FFF2-40B4-BE49-F238E27FC236}">
                <a16:creationId xmlns:a16="http://schemas.microsoft.com/office/drawing/2014/main" id="{77846149-B9AA-479F-B874-D80BECB6D1A9}"/>
              </a:ext>
            </a:extLst>
          </p:cNvPr>
          <p:cNvSpPr>
            <a:spLocks xmlns:a="http://schemas.openxmlformats.org/drawingml/2006/main" noGrp="1"/>
          </p:cNvSpPr>
          <p:nvPr/>
        </p:nvSpPr>
        <p:spPr>
          <a:xfrm xmlns:a="http://schemas.openxmlformats.org/drawingml/2006/main">
            <a:off x="3750943" y="371157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4" name="modena node 124">
            <a:extLst xmlns:a="http://schemas.openxmlformats.org/drawingml/2006/main">
              <a:ext uri="{FF2B5EF4-FFF2-40B4-BE49-F238E27FC236}">
                <a16:creationId xmlns:a16="http://schemas.microsoft.com/office/drawing/2014/main" id="{217346BB-B306-4964-B259-73D5DE5143AA}"/>
              </a:ext>
            </a:extLst>
          </p:cNvPr>
          <p:cNvSpPr>
            <a:spLocks xmlns:a="http://schemas.openxmlformats.org/drawingml/2006/main" noGrp="1"/>
          </p:cNvSpPr>
          <p:nvPr/>
        </p:nvSpPr>
        <p:spPr>
          <a:xfrm xmlns:a="http://schemas.openxmlformats.org/drawingml/2006/main">
            <a:off x="3985960" y="385364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5" name="modena node 125">
            <a:extLst xmlns:a="http://schemas.openxmlformats.org/drawingml/2006/main">
              <a:ext uri="{FF2B5EF4-FFF2-40B4-BE49-F238E27FC236}">
                <a16:creationId xmlns:a16="http://schemas.microsoft.com/office/drawing/2014/main" id="{A71777D1-E10C-46F2-874B-815D5DF50A36}"/>
              </a:ext>
            </a:extLst>
          </p:cNvPr>
          <p:cNvSpPr>
            <a:spLocks xmlns:a="http://schemas.openxmlformats.org/drawingml/2006/main" noGrp="1"/>
          </p:cNvSpPr>
          <p:nvPr/>
        </p:nvSpPr>
        <p:spPr>
          <a:xfrm xmlns:a="http://schemas.openxmlformats.org/drawingml/2006/main">
            <a:off x="3978303" y="391329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6" name="modena node 126">
            <a:extLst xmlns:a="http://schemas.openxmlformats.org/drawingml/2006/main">
              <a:ext uri="{FF2B5EF4-FFF2-40B4-BE49-F238E27FC236}">
                <a16:creationId xmlns:a16="http://schemas.microsoft.com/office/drawing/2014/main" id="{E9F134F3-8B37-47E3-8D90-E3FF0F0ACC4C}"/>
              </a:ext>
            </a:extLst>
          </p:cNvPr>
          <p:cNvSpPr>
            <a:spLocks xmlns:a="http://schemas.openxmlformats.org/drawingml/2006/main" noGrp="1"/>
          </p:cNvSpPr>
          <p:nvPr/>
        </p:nvSpPr>
        <p:spPr>
          <a:xfrm xmlns:a="http://schemas.openxmlformats.org/drawingml/2006/main">
            <a:off x="3612454" y="403722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7" name="modena node 127">
            <a:extLst xmlns:a="http://schemas.openxmlformats.org/drawingml/2006/main">
              <a:ext uri="{FF2B5EF4-FFF2-40B4-BE49-F238E27FC236}">
                <a16:creationId xmlns:a16="http://schemas.microsoft.com/office/drawing/2014/main" id="{96DF67AA-DD1E-479C-A070-180AD54B62F7}"/>
              </a:ext>
            </a:extLst>
          </p:cNvPr>
          <p:cNvSpPr>
            <a:spLocks xmlns:a="http://schemas.openxmlformats.org/drawingml/2006/main" noGrp="1"/>
          </p:cNvSpPr>
          <p:nvPr/>
        </p:nvSpPr>
        <p:spPr>
          <a:xfrm xmlns:a="http://schemas.openxmlformats.org/drawingml/2006/main">
            <a:off x="3681622" y="393082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8" name="modena node 128">
            <a:extLst xmlns:a="http://schemas.openxmlformats.org/drawingml/2006/main">
              <a:ext uri="{FF2B5EF4-FFF2-40B4-BE49-F238E27FC236}">
                <a16:creationId xmlns:a16="http://schemas.microsoft.com/office/drawing/2014/main" id="{ACB61CB5-AE85-4784-A70E-3B97F8D3C088}"/>
              </a:ext>
            </a:extLst>
          </p:cNvPr>
          <p:cNvSpPr>
            <a:spLocks xmlns:a="http://schemas.openxmlformats.org/drawingml/2006/main" noGrp="1"/>
          </p:cNvSpPr>
          <p:nvPr/>
        </p:nvSpPr>
        <p:spPr>
          <a:xfrm xmlns:a="http://schemas.openxmlformats.org/drawingml/2006/main">
            <a:off x="3813210" y="391953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59" name="modena node 129">
            <a:extLst xmlns:a="http://schemas.openxmlformats.org/drawingml/2006/main">
              <a:ext uri="{FF2B5EF4-FFF2-40B4-BE49-F238E27FC236}">
                <a16:creationId xmlns:a16="http://schemas.microsoft.com/office/drawing/2014/main" id="{0D29E1E6-6420-42E4-BA1A-8CEEDD6A973D}"/>
              </a:ext>
            </a:extLst>
          </p:cNvPr>
          <p:cNvSpPr>
            <a:spLocks xmlns:a="http://schemas.openxmlformats.org/drawingml/2006/main" noGrp="1"/>
          </p:cNvSpPr>
          <p:nvPr/>
        </p:nvSpPr>
        <p:spPr>
          <a:xfrm xmlns:a="http://schemas.openxmlformats.org/drawingml/2006/main">
            <a:off x="3952860" y="398563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0" name="modena node 130">
            <a:extLst xmlns:a="http://schemas.openxmlformats.org/drawingml/2006/main">
              <a:ext uri="{FF2B5EF4-FFF2-40B4-BE49-F238E27FC236}">
                <a16:creationId xmlns:a16="http://schemas.microsoft.com/office/drawing/2014/main" id="{E8E88B76-5370-442A-AFC9-E643FB991EC9}"/>
              </a:ext>
            </a:extLst>
          </p:cNvPr>
          <p:cNvSpPr>
            <a:spLocks xmlns:a="http://schemas.openxmlformats.org/drawingml/2006/main" noGrp="1"/>
          </p:cNvSpPr>
          <p:nvPr/>
        </p:nvSpPr>
        <p:spPr>
          <a:xfrm xmlns:a="http://schemas.openxmlformats.org/drawingml/2006/main">
            <a:off x="3859962" y="417465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1" name="modena node 131">
            <a:extLst xmlns:a="http://schemas.openxmlformats.org/drawingml/2006/main">
              <a:ext uri="{FF2B5EF4-FFF2-40B4-BE49-F238E27FC236}">
                <a16:creationId xmlns:a16="http://schemas.microsoft.com/office/drawing/2014/main" id="{D877D7FE-1159-4A40-AF59-940DCDCDF26F}"/>
              </a:ext>
            </a:extLst>
          </p:cNvPr>
          <p:cNvSpPr>
            <a:spLocks xmlns:a="http://schemas.openxmlformats.org/drawingml/2006/main" noGrp="1"/>
          </p:cNvSpPr>
          <p:nvPr/>
        </p:nvSpPr>
        <p:spPr>
          <a:xfrm xmlns:a="http://schemas.openxmlformats.org/drawingml/2006/main">
            <a:off x="3786965" y="433828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2" name="modena node 132">
            <a:extLst xmlns:a="http://schemas.openxmlformats.org/drawingml/2006/main">
              <a:ext uri="{FF2B5EF4-FFF2-40B4-BE49-F238E27FC236}">
                <a16:creationId xmlns:a16="http://schemas.microsoft.com/office/drawing/2014/main" id="{96CB2896-169F-4FF5-8AF8-CDC1502E83B4}"/>
              </a:ext>
            </a:extLst>
          </p:cNvPr>
          <p:cNvSpPr>
            <a:spLocks xmlns:a="http://schemas.openxmlformats.org/drawingml/2006/main" noGrp="1"/>
          </p:cNvSpPr>
          <p:nvPr/>
        </p:nvSpPr>
        <p:spPr>
          <a:xfrm xmlns:a="http://schemas.openxmlformats.org/drawingml/2006/main">
            <a:off x="3215875" y="430422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3" name="modena node 133">
            <a:extLst xmlns:a="http://schemas.openxmlformats.org/drawingml/2006/main">
              <a:ext uri="{FF2B5EF4-FFF2-40B4-BE49-F238E27FC236}">
                <a16:creationId xmlns:a16="http://schemas.microsoft.com/office/drawing/2014/main" id="{FAE56B92-86A4-4DCD-A333-F049321C2387}"/>
              </a:ext>
            </a:extLst>
          </p:cNvPr>
          <p:cNvSpPr>
            <a:spLocks xmlns:a="http://schemas.openxmlformats.org/drawingml/2006/main" noGrp="1"/>
          </p:cNvSpPr>
          <p:nvPr/>
        </p:nvSpPr>
        <p:spPr>
          <a:xfrm xmlns:a="http://schemas.openxmlformats.org/drawingml/2006/main">
            <a:off x="3277587" y="420851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4" name="modena node 134">
            <a:extLst xmlns:a="http://schemas.openxmlformats.org/drawingml/2006/main">
              <a:ext uri="{FF2B5EF4-FFF2-40B4-BE49-F238E27FC236}">
                <a16:creationId xmlns:a16="http://schemas.microsoft.com/office/drawing/2014/main" id="{8E42B624-45D8-45C3-84BD-01192C026E26}"/>
              </a:ext>
            </a:extLst>
          </p:cNvPr>
          <p:cNvSpPr>
            <a:spLocks xmlns:a="http://schemas.openxmlformats.org/drawingml/2006/main" noGrp="1"/>
          </p:cNvSpPr>
          <p:nvPr/>
        </p:nvSpPr>
        <p:spPr>
          <a:xfrm xmlns:a="http://schemas.openxmlformats.org/drawingml/2006/main">
            <a:off x="3399656" y="433445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5" name="modena node 135">
            <a:extLst xmlns:a="http://schemas.openxmlformats.org/drawingml/2006/main">
              <a:ext uri="{FF2B5EF4-FFF2-40B4-BE49-F238E27FC236}">
                <a16:creationId xmlns:a16="http://schemas.microsoft.com/office/drawing/2014/main" id="{E39CBE77-5598-47B3-9A60-A7C8A73F5846}"/>
              </a:ext>
            </a:extLst>
          </p:cNvPr>
          <p:cNvSpPr>
            <a:spLocks xmlns:a="http://schemas.openxmlformats.org/drawingml/2006/main" noGrp="1"/>
          </p:cNvSpPr>
          <p:nvPr/>
        </p:nvSpPr>
        <p:spPr>
          <a:xfrm xmlns:a="http://schemas.openxmlformats.org/drawingml/2006/main">
            <a:off x="3637543" y="452609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6" name="modena node 136">
            <a:extLst xmlns:a="http://schemas.openxmlformats.org/drawingml/2006/main">
              <a:ext uri="{FF2B5EF4-FFF2-40B4-BE49-F238E27FC236}">
                <a16:creationId xmlns:a16="http://schemas.microsoft.com/office/drawing/2014/main" id="{F6755F1D-39C6-49E6-87BB-D10CE32DAEA8}"/>
              </a:ext>
            </a:extLst>
          </p:cNvPr>
          <p:cNvSpPr>
            <a:spLocks xmlns:a="http://schemas.openxmlformats.org/drawingml/2006/main" noGrp="1"/>
          </p:cNvSpPr>
          <p:nvPr/>
        </p:nvSpPr>
        <p:spPr>
          <a:xfrm xmlns:a="http://schemas.openxmlformats.org/drawingml/2006/main">
            <a:off x="3541469" y="473889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7" name="modena node 137">
            <a:extLst xmlns:a="http://schemas.openxmlformats.org/drawingml/2006/main">
              <a:ext uri="{FF2B5EF4-FFF2-40B4-BE49-F238E27FC236}">
                <a16:creationId xmlns:a16="http://schemas.microsoft.com/office/drawing/2014/main" id="{A06F552B-6B1B-4A44-B204-42FEFD2CB680}"/>
              </a:ext>
            </a:extLst>
          </p:cNvPr>
          <p:cNvSpPr>
            <a:spLocks xmlns:a="http://schemas.openxmlformats.org/drawingml/2006/main" noGrp="1"/>
          </p:cNvSpPr>
          <p:nvPr/>
        </p:nvSpPr>
        <p:spPr>
          <a:xfrm xmlns:a="http://schemas.openxmlformats.org/drawingml/2006/main">
            <a:off x="3700919" y="459098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8" name="modena node 138">
            <a:extLst xmlns:a="http://schemas.openxmlformats.org/drawingml/2006/main">
              <a:ext uri="{FF2B5EF4-FFF2-40B4-BE49-F238E27FC236}">
                <a16:creationId xmlns:a16="http://schemas.microsoft.com/office/drawing/2014/main" id="{74AF73BC-F822-4CB1-B555-21B5E64E68FA}"/>
              </a:ext>
            </a:extLst>
          </p:cNvPr>
          <p:cNvSpPr>
            <a:spLocks xmlns:a="http://schemas.openxmlformats.org/drawingml/2006/main" noGrp="1"/>
          </p:cNvSpPr>
          <p:nvPr/>
        </p:nvSpPr>
        <p:spPr>
          <a:xfrm xmlns:a="http://schemas.openxmlformats.org/drawingml/2006/main">
            <a:off x="3182170" y="379560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69" name="modena node 139">
            <a:extLst xmlns:a="http://schemas.openxmlformats.org/drawingml/2006/main">
              <a:ext uri="{FF2B5EF4-FFF2-40B4-BE49-F238E27FC236}">
                <a16:creationId xmlns:a16="http://schemas.microsoft.com/office/drawing/2014/main" id="{A3F81A70-D5E6-4688-92CB-61785F4F724D}"/>
              </a:ext>
            </a:extLst>
          </p:cNvPr>
          <p:cNvSpPr>
            <a:spLocks xmlns:a="http://schemas.openxmlformats.org/drawingml/2006/main" noGrp="1"/>
          </p:cNvSpPr>
          <p:nvPr/>
        </p:nvSpPr>
        <p:spPr>
          <a:xfrm xmlns:a="http://schemas.openxmlformats.org/drawingml/2006/main">
            <a:off x="2885393" y="362029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0" name="modena node 140">
            <a:extLst xmlns:a="http://schemas.openxmlformats.org/drawingml/2006/main">
              <a:ext uri="{FF2B5EF4-FFF2-40B4-BE49-F238E27FC236}">
                <a16:creationId xmlns:a16="http://schemas.microsoft.com/office/drawing/2014/main" id="{5907D66C-F1BD-45A3-91D1-D4BF2F7DC08F}"/>
              </a:ext>
            </a:extLst>
          </p:cNvPr>
          <p:cNvSpPr>
            <a:spLocks xmlns:a="http://schemas.openxmlformats.org/drawingml/2006/main" noGrp="1"/>
          </p:cNvSpPr>
          <p:nvPr/>
        </p:nvSpPr>
        <p:spPr>
          <a:xfrm xmlns:a="http://schemas.openxmlformats.org/drawingml/2006/main">
            <a:off x="1814851" y="396487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1" name="modena node 141">
            <a:extLst xmlns:a="http://schemas.openxmlformats.org/drawingml/2006/main">
              <a:ext uri="{FF2B5EF4-FFF2-40B4-BE49-F238E27FC236}">
                <a16:creationId xmlns:a16="http://schemas.microsoft.com/office/drawing/2014/main" id="{0670DCD9-A29E-4389-B254-51595D4D4FBF}"/>
              </a:ext>
            </a:extLst>
          </p:cNvPr>
          <p:cNvSpPr>
            <a:spLocks xmlns:a="http://schemas.openxmlformats.org/drawingml/2006/main" noGrp="1"/>
          </p:cNvSpPr>
          <p:nvPr/>
        </p:nvSpPr>
        <p:spPr>
          <a:xfrm xmlns:a="http://schemas.openxmlformats.org/drawingml/2006/main">
            <a:off x="1830166" y="396951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2" name="modena node 142">
            <a:extLst xmlns:a="http://schemas.openxmlformats.org/drawingml/2006/main">
              <a:ext uri="{FF2B5EF4-FFF2-40B4-BE49-F238E27FC236}">
                <a16:creationId xmlns:a16="http://schemas.microsoft.com/office/drawing/2014/main" id="{03AD4478-33F3-46EC-ADE6-D726F335CFA9}"/>
              </a:ext>
            </a:extLst>
          </p:cNvPr>
          <p:cNvSpPr>
            <a:spLocks xmlns:a="http://schemas.openxmlformats.org/drawingml/2006/main" noGrp="1"/>
          </p:cNvSpPr>
          <p:nvPr/>
        </p:nvSpPr>
        <p:spPr>
          <a:xfrm xmlns:a="http://schemas.openxmlformats.org/drawingml/2006/main">
            <a:off x="1913540" y="400397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3" name="modena node 143">
            <a:extLst xmlns:a="http://schemas.openxmlformats.org/drawingml/2006/main">
              <a:ext uri="{FF2B5EF4-FFF2-40B4-BE49-F238E27FC236}">
                <a16:creationId xmlns:a16="http://schemas.microsoft.com/office/drawing/2014/main" id="{A85A9480-6C23-46E8-A342-693A2C327D8D}"/>
              </a:ext>
            </a:extLst>
          </p:cNvPr>
          <p:cNvSpPr>
            <a:spLocks xmlns:a="http://schemas.openxmlformats.org/drawingml/2006/main" noGrp="1"/>
          </p:cNvSpPr>
          <p:nvPr/>
        </p:nvSpPr>
        <p:spPr>
          <a:xfrm xmlns:a="http://schemas.openxmlformats.org/drawingml/2006/main">
            <a:off x="1915708" y="400598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4" name="modena node 144">
            <a:extLst xmlns:a="http://schemas.openxmlformats.org/drawingml/2006/main">
              <a:ext uri="{FF2B5EF4-FFF2-40B4-BE49-F238E27FC236}">
                <a16:creationId xmlns:a16="http://schemas.microsoft.com/office/drawing/2014/main" id="{F4799FF0-FCAD-4655-9660-59B08F3158A8}"/>
              </a:ext>
            </a:extLst>
          </p:cNvPr>
          <p:cNvSpPr>
            <a:spLocks xmlns:a="http://schemas.openxmlformats.org/drawingml/2006/main" noGrp="1"/>
          </p:cNvSpPr>
          <p:nvPr/>
        </p:nvSpPr>
        <p:spPr>
          <a:xfrm xmlns:a="http://schemas.openxmlformats.org/drawingml/2006/main">
            <a:off x="1923112" y="398744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5" name="modena node 145">
            <a:extLst xmlns:a="http://schemas.openxmlformats.org/drawingml/2006/main">
              <a:ext uri="{FF2B5EF4-FFF2-40B4-BE49-F238E27FC236}">
                <a16:creationId xmlns:a16="http://schemas.microsoft.com/office/drawing/2014/main" id="{45FA9CAA-CDB1-426A-9297-926C7D11554D}"/>
              </a:ext>
            </a:extLst>
          </p:cNvPr>
          <p:cNvSpPr>
            <a:spLocks xmlns:a="http://schemas.openxmlformats.org/drawingml/2006/main" noGrp="1"/>
          </p:cNvSpPr>
          <p:nvPr/>
        </p:nvSpPr>
        <p:spPr>
          <a:xfrm xmlns:a="http://schemas.openxmlformats.org/drawingml/2006/main">
            <a:off x="1925180" y="399006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6" name="modena node 146">
            <a:extLst xmlns:a="http://schemas.openxmlformats.org/drawingml/2006/main">
              <a:ext uri="{FF2B5EF4-FFF2-40B4-BE49-F238E27FC236}">
                <a16:creationId xmlns:a16="http://schemas.microsoft.com/office/drawing/2014/main" id="{D1A1DE4E-5353-4878-893B-B418287A4B4B}"/>
              </a:ext>
            </a:extLst>
          </p:cNvPr>
          <p:cNvSpPr>
            <a:spLocks xmlns:a="http://schemas.openxmlformats.org/drawingml/2006/main" noGrp="1"/>
          </p:cNvSpPr>
          <p:nvPr/>
        </p:nvSpPr>
        <p:spPr>
          <a:xfrm xmlns:a="http://schemas.openxmlformats.org/drawingml/2006/main">
            <a:off x="2275713" y="407047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7" name="modena node 147">
            <a:extLst xmlns:a="http://schemas.openxmlformats.org/drawingml/2006/main">
              <a:ext uri="{FF2B5EF4-FFF2-40B4-BE49-F238E27FC236}">
                <a16:creationId xmlns:a16="http://schemas.microsoft.com/office/drawing/2014/main" id="{5487594E-7E5B-4123-AC3E-DEAC387F6ED6}"/>
              </a:ext>
            </a:extLst>
          </p:cNvPr>
          <p:cNvSpPr>
            <a:spLocks xmlns:a="http://schemas.openxmlformats.org/drawingml/2006/main" noGrp="1"/>
          </p:cNvSpPr>
          <p:nvPr/>
        </p:nvSpPr>
        <p:spPr>
          <a:xfrm xmlns:a="http://schemas.openxmlformats.org/drawingml/2006/main">
            <a:off x="2279340" y="406966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8" name="modena node 148">
            <a:extLst xmlns:a="http://schemas.openxmlformats.org/drawingml/2006/main">
              <a:ext uri="{FF2B5EF4-FFF2-40B4-BE49-F238E27FC236}">
                <a16:creationId xmlns:a16="http://schemas.microsoft.com/office/drawing/2014/main" id="{CCC7D986-72F4-4596-A34C-D2B453F5A2DB}"/>
              </a:ext>
            </a:extLst>
          </p:cNvPr>
          <p:cNvSpPr>
            <a:spLocks xmlns:a="http://schemas.openxmlformats.org/drawingml/2006/main" noGrp="1"/>
          </p:cNvSpPr>
          <p:nvPr/>
        </p:nvSpPr>
        <p:spPr>
          <a:xfrm xmlns:a="http://schemas.openxmlformats.org/drawingml/2006/main">
            <a:off x="2270119" y="408276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79" name="modena node 149">
            <a:extLst xmlns:a="http://schemas.openxmlformats.org/drawingml/2006/main">
              <a:ext uri="{FF2B5EF4-FFF2-40B4-BE49-F238E27FC236}">
                <a16:creationId xmlns:a16="http://schemas.microsoft.com/office/drawing/2014/main" id="{BB043454-2B87-4FD0-BEAD-DCE61198A3DD}"/>
              </a:ext>
            </a:extLst>
          </p:cNvPr>
          <p:cNvSpPr>
            <a:spLocks xmlns:a="http://schemas.openxmlformats.org/drawingml/2006/main" noGrp="1"/>
          </p:cNvSpPr>
          <p:nvPr/>
        </p:nvSpPr>
        <p:spPr>
          <a:xfrm xmlns:a="http://schemas.openxmlformats.org/drawingml/2006/main">
            <a:off x="2407853" y="414463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0" name="modena node 150">
            <a:extLst xmlns:a="http://schemas.openxmlformats.org/drawingml/2006/main">
              <a:ext uri="{FF2B5EF4-FFF2-40B4-BE49-F238E27FC236}">
                <a16:creationId xmlns:a16="http://schemas.microsoft.com/office/drawing/2014/main" id="{418F2C98-CF5C-4B60-823C-7CB418D21D13}"/>
              </a:ext>
            </a:extLst>
          </p:cNvPr>
          <p:cNvSpPr>
            <a:spLocks xmlns:a="http://schemas.openxmlformats.org/drawingml/2006/main" noGrp="1"/>
          </p:cNvSpPr>
          <p:nvPr/>
        </p:nvSpPr>
        <p:spPr>
          <a:xfrm xmlns:a="http://schemas.openxmlformats.org/drawingml/2006/main">
            <a:off x="2434606" y="411581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1" name="modena node 151">
            <a:extLst xmlns:a="http://schemas.openxmlformats.org/drawingml/2006/main">
              <a:ext uri="{FF2B5EF4-FFF2-40B4-BE49-F238E27FC236}">
                <a16:creationId xmlns:a16="http://schemas.microsoft.com/office/drawing/2014/main" id="{AD3B3DDA-520C-4CE7-99E6-1BC9F37A71E6}"/>
              </a:ext>
            </a:extLst>
          </p:cNvPr>
          <p:cNvSpPr>
            <a:spLocks xmlns:a="http://schemas.openxmlformats.org/drawingml/2006/main" noGrp="1"/>
          </p:cNvSpPr>
          <p:nvPr/>
        </p:nvSpPr>
        <p:spPr>
          <a:xfrm xmlns:a="http://schemas.openxmlformats.org/drawingml/2006/main">
            <a:off x="2585238" y="410795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2" name="modena node 152">
            <a:extLst xmlns:a="http://schemas.openxmlformats.org/drawingml/2006/main">
              <a:ext uri="{FF2B5EF4-FFF2-40B4-BE49-F238E27FC236}">
                <a16:creationId xmlns:a16="http://schemas.microsoft.com/office/drawing/2014/main" id="{5F5BF560-EED1-4DA3-92C5-399DBBE06A90}"/>
              </a:ext>
            </a:extLst>
          </p:cNvPr>
          <p:cNvSpPr>
            <a:spLocks xmlns:a="http://schemas.openxmlformats.org/drawingml/2006/main" noGrp="1"/>
          </p:cNvSpPr>
          <p:nvPr/>
        </p:nvSpPr>
        <p:spPr>
          <a:xfrm xmlns:a="http://schemas.openxmlformats.org/drawingml/2006/main">
            <a:off x="2661459" y="412830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3" name="modena node 153">
            <a:extLst xmlns:a="http://schemas.openxmlformats.org/drawingml/2006/main">
              <a:ext uri="{FF2B5EF4-FFF2-40B4-BE49-F238E27FC236}">
                <a16:creationId xmlns:a16="http://schemas.microsoft.com/office/drawing/2014/main" id="{4CDC44A2-36DE-4D4E-9BE2-FBBFAC1C695C}"/>
              </a:ext>
            </a:extLst>
          </p:cNvPr>
          <p:cNvSpPr>
            <a:spLocks xmlns:a="http://schemas.openxmlformats.org/drawingml/2006/main" noGrp="1"/>
          </p:cNvSpPr>
          <p:nvPr/>
        </p:nvSpPr>
        <p:spPr>
          <a:xfrm xmlns:a="http://schemas.openxmlformats.org/drawingml/2006/main">
            <a:off x="2786752" y="416115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4" name="modena node 154">
            <a:extLst xmlns:a="http://schemas.openxmlformats.org/drawingml/2006/main">
              <a:ext uri="{FF2B5EF4-FFF2-40B4-BE49-F238E27FC236}">
                <a16:creationId xmlns:a16="http://schemas.microsoft.com/office/drawing/2014/main" id="{72BA2717-E8F5-47E2-8E21-F46FB7A853F7}"/>
              </a:ext>
            </a:extLst>
          </p:cNvPr>
          <p:cNvSpPr>
            <a:spLocks xmlns:a="http://schemas.openxmlformats.org/drawingml/2006/main" noGrp="1"/>
          </p:cNvSpPr>
          <p:nvPr/>
        </p:nvSpPr>
        <p:spPr>
          <a:xfrm xmlns:a="http://schemas.openxmlformats.org/drawingml/2006/main">
            <a:off x="2307298" y="436347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5" name="modena node 155">
            <a:extLst xmlns:a="http://schemas.openxmlformats.org/drawingml/2006/main">
              <a:ext uri="{FF2B5EF4-FFF2-40B4-BE49-F238E27FC236}">
                <a16:creationId xmlns:a16="http://schemas.microsoft.com/office/drawing/2014/main" id="{5FEE503E-A775-451F-B387-671A212A1CB4}"/>
              </a:ext>
            </a:extLst>
          </p:cNvPr>
          <p:cNvSpPr>
            <a:spLocks xmlns:a="http://schemas.openxmlformats.org/drawingml/2006/main" noGrp="1"/>
          </p:cNvSpPr>
          <p:nvPr/>
        </p:nvSpPr>
        <p:spPr>
          <a:xfrm xmlns:a="http://schemas.openxmlformats.org/drawingml/2006/main">
            <a:off x="2735769" y="448599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6" name="modena node 156">
            <a:extLst xmlns:a="http://schemas.openxmlformats.org/drawingml/2006/main">
              <a:ext uri="{FF2B5EF4-FFF2-40B4-BE49-F238E27FC236}">
                <a16:creationId xmlns:a16="http://schemas.microsoft.com/office/drawing/2014/main" id="{9B429C3F-7686-4FCE-8F49-FFE3C2CB1B06}"/>
              </a:ext>
            </a:extLst>
          </p:cNvPr>
          <p:cNvSpPr>
            <a:spLocks xmlns:a="http://schemas.openxmlformats.org/drawingml/2006/main" noGrp="1"/>
          </p:cNvSpPr>
          <p:nvPr/>
        </p:nvSpPr>
        <p:spPr>
          <a:xfrm xmlns:a="http://schemas.openxmlformats.org/drawingml/2006/main">
            <a:off x="2736071" y="449566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7" name="modena node 157">
            <a:extLst xmlns:a="http://schemas.openxmlformats.org/drawingml/2006/main">
              <a:ext uri="{FF2B5EF4-FFF2-40B4-BE49-F238E27FC236}">
                <a16:creationId xmlns:a16="http://schemas.microsoft.com/office/drawing/2014/main" id="{C335F7E1-BE47-4878-B6FB-D8A21C80A8E1}"/>
              </a:ext>
            </a:extLst>
          </p:cNvPr>
          <p:cNvSpPr>
            <a:spLocks xmlns:a="http://schemas.openxmlformats.org/drawingml/2006/main" noGrp="1"/>
          </p:cNvSpPr>
          <p:nvPr/>
        </p:nvSpPr>
        <p:spPr>
          <a:xfrm xmlns:a="http://schemas.openxmlformats.org/drawingml/2006/main">
            <a:off x="3054813" y="462725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8" name="modena node 158">
            <a:extLst xmlns:a="http://schemas.openxmlformats.org/drawingml/2006/main">
              <a:ext uri="{FF2B5EF4-FFF2-40B4-BE49-F238E27FC236}">
                <a16:creationId xmlns:a16="http://schemas.microsoft.com/office/drawing/2014/main" id="{76FFF4F5-D2F0-4C35-80A0-A7AE0782325E}"/>
              </a:ext>
            </a:extLst>
          </p:cNvPr>
          <p:cNvSpPr>
            <a:spLocks xmlns:a="http://schemas.openxmlformats.org/drawingml/2006/main" noGrp="1"/>
          </p:cNvSpPr>
          <p:nvPr/>
        </p:nvSpPr>
        <p:spPr>
          <a:xfrm xmlns:a="http://schemas.openxmlformats.org/drawingml/2006/main">
            <a:off x="3387815" y="464337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89" name="modena node 159">
            <a:extLst xmlns:a="http://schemas.openxmlformats.org/drawingml/2006/main">
              <a:ext uri="{FF2B5EF4-FFF2-40B4-BE49-F238E27FC236}">
                <a16:creationId xmlns:a16="http://schemas.microsoft.com/office/drawing/2014/main" id="{4A6FC4B0-1FA1-4AA6-9794-FAEC9CA8F2D3}"/>
              </a:ext>
            </a:extLst>
          </p:cNvPr>
          <p:cNvSpPr>
            <a:spLocks xmlns:a="http://schemas.openxmlformats.org/drawingml/2006/main" noGrp="1"/>
          </p:cNvSpPr>
          <p:nvPr/>
        </p:nvSpPr>
        <p:spPr>
          <a:xfrm xmlns:a="http://schemas.openxmlformats.org/drawingml/2006/main">
            <a:off x="3567215" y="470060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0" name="modena node 160">
            <a:extLst xmlns:a="http://schemas.openxmlformats.org/drawingml/2006/main">
              <a:ext uri="{FF2B5EF4-FFF2-40B4-BE49-F238E27FC236}">
                <a16:creationId xmlns:a16="http://schemas.microsoft.com/office/drawing/2014/main" id="{4B1CB321-405D-4C85-A1FB-79264520A08B}"/>
              </a:ext>
            </a:extLst>
          </p:cNvPr>
          <p:cNvSpPr>
            <a:spLocks xmlns:a="http://schemas.openxmlformats.org/drawingml/2006/main" noGrp="1"/>
          </p:cNvSpPr>
          <p:nvPr/>
        </p:nvSpPr>
        <p:spPr>
          <a:xfrm xmlns:a="http://schemas.openxmlformats.org/drawingml/2006/main">
            <a:off x="3636032" y="466050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1" name="modena node 161">
            <a:extLst xmlns:a="http://schemas.openxmlformats.org/drawingml/2006/main">
              <a:ext uri="{FF2B5EF4-FFF2-40B4-BE49-F238E27FC236}">
                <a16:creationId xmlns:a16="http://schemas.microsoft.com/office/drawing/2014/main" id="{A621CE02-AD2E-47FA-8F2C-4FF09355ABF1}"/>
              </a:ext>
            </a:extLst>
          </p:cNvPr>
          <p:cNvSpPr>
            <a:spLocks xmlns:a="http://schemas.openxmlformats.org/drawingml/2006/main" noGrp="1"/>
          </p:cNvSpPr>
          <p:nvPr/>
        </p:nvSpPr>
        <p:spPr>
          <a:xfrm xmlns:a="http://schemas.openxmlformats.org/drawingml/2006/main">
            <a:off x="3716988" y="446402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2" name="modena node 162">
            <a:extLst xmlns:a="http://schemas.openxmlformats.org/drawingml/2006/main">
              <a:ext uri="{FF2B5EF4-FFF2-40B4-BE49-F238E27FC236}">
                <a16:creationId xmlns:a16="http://schemas.microsoft.com/office/drawing/2014/main" id="{3C99CEDF-5D8B-4CB3-92B8-082E3E81F237}"/>
              </a:ext>
            </a:extLst>
          </p:cNvPr>
          <p:cNvSpPr>
            <a:spLocks xmlns:a="http://schemas.openxmlformats.org/drawingml/2006/main" noGrp="1"/>
          </p:cNvSpPr>
          <p:nvPr/>
        </p:nvSpPr>
        <p:spPr>
          <a:xfrm xmlns:a="http://schemas.openxmlformats.org/drawingml/2006/main">
            <a:off x="3428674" y="436750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3" name="modena node 163">
            <a:extLst xmlns:a="http://schemas.openxmlformats.org/drawingml/2006/main">
              <a:ext uri="{FF2B5EF4-FFF2-40B4-BE49-F238E27FC236}">
                <a16:creationId xmlns:a16="http://schemas.microsoft.com/office/drawing/2014/main" id="{EBDA70A2-DDDA-40E9-8196-BBF1B6CCF08A}"/>
              </a:ext>
            </a:extLst>
          </p:cNvPr>
          <p:cNvSpPr>
            <a:spLocks xmlns:a="http://schemas.openxmlformats.org/drawingml/2006/main" noGrp="1"/>
          </p:cNvSpPr>
          <p:nvPr/>
        </p:nvSpPr>
        <p:spPr>
          <a:xfrm xmlns:a="http://schemas.openxmlformats.org/drawingml/2006/main">
            <a:off x="3521016" y="441909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4" name="modena node 164">
            <a:extLst xmlns:a="http://schemas.openxmlformats.org/drawingml/2006/main">
              <a:ext uri="{FF2B5EF4-FFF2-40B4-BE49-F238E27FC236}">
                <a16:creationId xmlns:a16="http://schemas.microsoft.com/office/drawing/2014/main" id="{2A7D5A31-58F0-4F5C-9612-227CD0DD7546}"/>
              </a:ext>
            </a:extLst>
          </p:cNvPr>
          <p:cNvSpPr>
            <a:spLocks xmlns:a="http://schemas.openxmlformats.org/drawingml/2006/main" noGrp="1"/>
          </p:cNvSpPr>
          <p:nvPr/>
        </p:nvSpPr>
        <p:spPr>
          <a:xfrm xmlns:a="http://schemas.openxmlformats.org/drawingml/2006/main">
            <a:off x="3362577" y="438503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5" name="modena node 165">
            <a:extLst xmlns:a="http://schemas.openxmlformats.org/drawingml/2006/main">
              <a:ext uri="{FF2B5EF4-FFF2-40B4-BE49-F238E27FC236}">
                <a16:creationId xmlns:a16="http://schemas.microsoft.com/office/drawing/2014/main" id="{BE0ED726-079D-4435-B250-1E60B2EC1402}"/>
              </a:ext>
            </a:extLst>
          </p:cNvPr>
          <p:cNvSpPr>
            <a:spLocks xmlns:a="http://schemas.openxmlformats.org/drawingml/2006/main" noGrp="1"/>
          </p:cNvSpPr>
          <p:nvPr/>
        </p:nvSpPr>
        <p:spPr>
          <a:xfrm xmlns:a="http://schemas.openxmlformats.org/drawingml/2006/main">
            <a:off x="3334414" y="438584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6" name="modena node 166">
            <a:extLst xmlns:a="http://schemas.openxmlformats.org/drawingml/2006/main">
              <a:ext uri="{FF2B5EF4-FFF2-40B4-BE49-F238E27FC236}">
                <a16:creationId xmlns:a16="http://schemas.microsoft.com/office/drawing/2014/main" id="{CF6AB417-612E-4765-ADAD-AB28A685C9B5}"/>
              </a:ext>
            </a:extLst>
          </p:cNvPr>
          <p:cNvSpPr>
            <a:spLocks xmlns:a="http://schemas.openxmlformats.org/drawingml/2006/main" noGrp="1"/>
          </p:cNvSpPr>
          <p:nvPr/>
        </p:nvSpPr>
        <p:spPr>
          <a:xfrm xmlns:a="http://schemas.openxmlformats.org/drawingml/2006/main">
            <a:off x="3924648" y="406462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7" name="modena node 167">
            <a:extLst xmlns:a="http://schemas.openxmlformats.org/drawingml/2006/main">
              <a:ext uri="{FF2B5EF4-FFF2-40B4-BE49-F238E27FC236}">
                <a16:creationId xmlns:a16="http://schemas.microsoft.com/office/drawing/2014/main" id="{3B7D8FEB-B2C8-4790-868F-5AD1A9643D60}"/>
              </a:ext>
            </a:extLst>
          </p:cNvPr>
          <p:cNvSpPr>
            <a:spLocks xmlns:a="http://schemas.openxmlformats.org/drawingml/2006/main" noGrp="1"/>
          </p:cNvSpPr>
          <p:nvPr/>
        </p:nvSpPr>
        <p:spPr>
          <a:xfrm xmlns:a="http://schemas.openxmlformats.org/drawingml/2006/main">
            <a:off x="3903690" y="407228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8" name="modena node 168">
            <a:extLst xmlns:a="http://schemas.openxmlformats.org/drawingml/2006/main">
              <a:ext uri="{FF2B5EF4-FFF2-40B4-BE49-F238E27FC236}">
                <a16:creationId xmlns:a16="http://schemas.microsoft.com/office/drawing/2014/main" id="{4D549504-7CD6-43B3-AF3C-ABDCFAF0AD5C}"/>
              </a:ext>
            </a:extLst>
          </p:cNvPr>
          <p:cNvSpPr>
            <a:spLocks xmlns:a="http://schemas.openxmlformats.org/drawingml/2006/main" noGrp="1"/>
          </p:cNvSpPr>
          <p:nvPr/>
        </p:nvSpPr>
        <p:spPr>
          <a:xfrm xmlns:a="http://schemas.openxmlformats.org/drawingml/2006/main">
            <a:off x="3875833" y="412387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499" name="modena node 169">
            <a:extLst xmlns:a="http://schemas.openxmlformats.org/drawingml/2006/main">
              <a:ext uri="{FF2B5EF4-FFF2-40B4-BE49-F238E27FC236}">
                <a16:creationId xmlns:a16="http://schemas.microsoft.com/office/drawing/2014/main" id="{6431B331-B0D5-419A-9EE3-72756898E7FD}"/>
              </a:ext>
            </a:extLst>
          </p:cNvPr>
          <p:cNvSpPr>
            <a:spLocks xmlns:a="http://schemas.openxmlformats.org/drawingml/2006/main" noGrp="1"/>
          </p:cNvSpPr>
          <p:nvPr/>
        </p:nvSpPr>
        <p:spPr>
          <a:xfrm xmlns:a="http://schemas.openxmlformats.org/drawingml/2006/main">
            <a:off x="3544544" y="400699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0" name="modena node 170">
            <a:extLst xmlns:a="http://schemas.openxmlformats.org/drawingml/2006/main">
              <a:ext uri="{FF2B5EF4-FFF2-40B4-BE49-F238E27FC236}">
                <a16:creationId xmlns:a16="http://schemas.microsoft.com/office/drawing/2014/main" id="{8507CFA8-038D-48C4-BBFC-50D150A2B459}"/>
              </a:ext>
            </a:extLst>
          </p:cNvPr>
          <p:cNvSpPr>
            <a:spLocks xmlns:a="http://schemas.openxmlformats.org/drawingml/2006/main" noGrp="1"/>
          </p:cNvSpPr>
          <p:nvPr/>
        </p:nvSpPr>
        <p:spPr>
          <a:xfrm xmlns:a="http://schemas.openxmlformats.org/drawingml/2006/main">
            <a:off x="3035420" y="408921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1" name="modena node 171">
            <a:extLst xmlns:a="http://schemas.openxmlformats.org/drawingml/2006/main">
              <a:ext uri="{FF2B5EF4-FFF2-40B4-BE49-F238E27FC236}">
                <a16:creationId xmlns:a16="http://schemas.microsoft.com/office/drawing/2014/main" id="{2F6646CA-CBAF-462E-9DC0-E533FBB1A0D4}"/>
              </a:ext>
            </a:extLst>
          </p:cNvPr>
          <p:cNvSpPr>
            <a:spLocks xmlns:a="http://schemas.openxmlformats.org/drawingml/2006/main" noGrp="1"/>
          </p:cNvSpPr>
          <p:nvPr/>
        </p:nvSpPr>
        <p:spPr>
          <a:xfrm xmlns:a="http://schemas.openxmlformats.org/drawingml/2006/main">
            <a:off x="2994762" y="409143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2" name="modena node 172">
            <a:extLst xmlns:a="http://schemas.openxmlformats.org/drawingml/2006/main">
              <a:ext uri="{FF2B5EF4-FFF2-40B4-BE49-F238E27FC236}">
                <a16:creationId xmlns:a16="http://schemas.microsoft.com/office/drawing/2014/main" id="{BBB75BF1-9143-4F53-8ED7-0E3C06F5A8B4}"/>
              </a:ext>
            </a:extLst>
          </p:cNvPr>
          <p:cNvSpPr>
            <a:spLocks xmlns:a="http://schemas.openxmlformats.org/drawingml/2006/main" noGrp="1"/>
          </p:cNvSpPr>
          <p:nvPr/>
        </p:nvSpPr>
        <p:spPr>
          <a:xfrm xmlns:a="http://schemas.openxmlformats.org/drawingml/2006/main">
            <a:off x="3040155" y="415651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3" name="modena node 173">
            <a:extLst xmlns:a="http://schemas.openxmlformats.org/drawingml/2006/main">
              <a:ext uri="{FF2B5EF4-FFF2-40B4-BE49-F238E27FC236}">
                <a16:creationId xmlns:a16="http://schemas.microsoft.com/office/drawing/2014/main" id="{BAF39CAD-228B-46FC-9FE5-D370700BB553}"/>
              </a:ext>
            </a:extLst>
          </p:cNvPr>
          <p:cNvSpPr>
            <a:spLocks xmlns:a="http://schemas.openxmlformats.org/drawingml/2006/main" noGrp="1"/>
          </p:cNvSpPr>
          <p:nvPr/>
        </p:nvSpPr>
        <p:spPr>
          <a:xfrm xmlns:a="http://schemas.openxmlformats.org/drawingml/2006/main">
            <a:off x="3021717" y="415128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4" name="modena node 174">
            <a:extLst xmlns:a="http://schemas.openxmlformats.org/drawingml/2006/main">
              <a:ext uri="{FF2B5EF4-FFF2-40B4-BE49-F238E27FC236}">
                <a16:creationId xmlns:a16="http://schemas.microsoft.com/office/drawing/2014/main" id="{0F864C4D-2D9B-4AB7-B69C-0C720AB4ED23}"/>
              </a:ext>
            </a:extLst>
          </p:cNvPr>
          <p:cNvSpPr>
            <a:spLocks xmlns:a="http://schemas.openxmlformats.org/drawingml/2006/main" noGrp="1"/>
          </p:cNvSpPr>
          <p:nvPr/>
        </p:nvSpPr>
        <p:spPr>
          <a:xfrm xmlns:a="http://schemas.openxmlformats.org/drawingml/2006/main">
            <a:off x="3799508" y="374684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5" name="modena node 175">
            <a:extLst xmlns:a="http://schemas.openxmlformats.org/drawingml/2006/main">
              <a:ext uri="{FF2B5EF4-FFF2-40B4-BE49-F238E27FC236}">
                <a16:creationId xmlns:a16="http://schemas.microsoft.com/office/drawing/2014/main" id="{59C4163B-D1E5-4800-B145-7F50161B7F57}"/>
              </a:ext>
            </a:extLst>
          </p:cNvPr>
          <p:cNvSpPr>
            <a:spLocks xmlns:a="http://schemas.openxmlformats.org/drawingml/2006/main" noGrp="1"/>
          </p:cNvSpPr>
          <p:nvPr/>
        </p:nvSpPr>
        <p:spPr>
          <a:xfrm xmlns:a="http://schemas.openxmlformats.org/drawingml/2006/main">
            <a:off x="3793966" y="371298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6" name="modena node 176">
            <a:extLst xmlns:a="http://schemas.openxmlformats.org/drawingml/2006/main">
              <a:ext uri="{FF2B5EF4-FFF2-40B4-BE49-F238E27FC236}">
                <a16:creationId xmlns:a16="http://schemas.microsoft.com/office/drawing/2014/main" id="{DEF22AAB-E6F2-418C-9195-0554F521ECC1}"/>
              </a:ext>
            </a:extLst>
          </p:cNvPr>
          <p:cNvSpPr>
            <a:spLocks xmlns:a="http://schemas.openxmlformats.org/drawingml/2006/main" noGrp="1"/>
          </p:cNvSpPr>
          <p:nvPr/>
        </p:nvSpPr>
        <p:spPr>
          <a:xfrm xmlns:a="http://schemas.openxmlformats.org/drawingml/2006/main">
            <a:off x="3993819" y="367308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7" name="modena node 177">
            <a:extLst xmlns:a="http://schemas.openxmlformats.org/drawingml/2006/main">
              <a:ext uri="{FF2B5EF4-FFF2-40B4-BE49-F238E27FC236}">
                <a16:creationId xmlns:a16="http://schemas.microsoft.com/office/drawing/2014/main" id="{86ACBB71-640B-4A5D-9D6E-899DA499C25D}"/>
              </a:ext>
            </a:extLst>
          </p:cNvPr>
          <p:cNvSpPr>
            <a:spLocks xmlns:a="http://schemas.openxmlformats.org/drawingml/2006/main" noGrp="1"/>
          </p:cNvSpPr>
          <p:nvPr/>
        </p:nvSpPr>
        <p:spPr>
          <a:xfrm xmlns:a="http://schemas.openxmlformats.org/drawingml/2006/main">
            <a:off x="4069689" y="353948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8" name="modena node 178">
            <a:extLst xmlns:a="http://schemas.openxmlformats.org/drawingml/2006/main">
              <a:ext uri="{FF2B5EF4-FFF2-40B4-BE49-F238E27FC236}">
                <a16:creationId xmlns:a16="http://schemas.microsoft.com/office/drawing/2014/main" id="{7E296C3C-3C79-4AE2-B46F-3A1A5BEA12CD}"/>
              </a:ext>
            </a:extLst>
          </p:cNvPr>
          <p:cNvSpPr>
            <a:spLocks xmlns:a="http://schemas.openxmlformats.org/drawingml/2006/main" noGrp="1"/>
          </p:cNvSpPr>
          <p:nvPr/>
        </p:nvSpPr>
        <p:spPr>
          <a:xfrm xmlns:a="http://schemas.openxmlformats.org/drawingml/2006/main">
            <a:off x="4043037" y="345263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09" name="modena node 179">
            <a:extLst xmlns:a="http://schemas.openxmlformats.org/drawingml/2006/main">
              <a:ext uri="{FF2B5EF4-FFF2-40B4-BE49-F238E27FC236}">
                <a16:creationId xmlns:a16="http://schemas.microsoft.com/office/drawing/2014/main" id="{0C3BB6EE-82A4-4D07-90E2-3C74F7B49A9C}"/>
              </a:ext>
            </a:extLst>
          </p:cNvPr>
          <p:cNvSpPr>
            <a:spLocks xmlns:a="http://schemas.openxmlformats.org/drawingml/2006/main" noGrp="1"/>
          </p:cNvSpPr>
          <p:nvPr/>
        </p:nvSpPr>
        <p:spPr>
          <a:xfrm xmlns:a="http://schemas.openxmlformats.org/drawingml/2006/main">
            <a:off x="3977396" y="340809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0" name="modena node 180">
            <a:extLst xmlns:a="http://schemas.openxmlformats.org/drawingml/2006/main">
              <a:ext uri="{FF2B5EF4-FFF2-40B4-BE49-F238E27FC236}">
                <a16:creationId xmlns:a16="http://schemas.microsoft.com/office/drawing/2014/main" id="{D34006AC-8138-466C-B03D-2D4B931ACC61}"/>
              </a:ext>
            </a:extLst>
          </p:cNvPr>
          <p:cNvSpPr>
            <a:spLocks xmlns:a="http://schemas.openxmlformats.org/drawingml/2006/main" noGrp="1"/>
          </p:cNvSpPr>
          <p:nvPr/>
        </p:nvSpPr>
        <p:spPr>
          <a:xfrm xmlns:a="http://schemas.openxmlformats.org/drawingml/2006/main">
            <a:off x="4069536" y="349454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1" name="modena node 181">
            <a:extLst xmlns:a="http://schemas.openxmlformats.org/drawingml/2006/main">
              <a:ext uri="{FF2B5EF4-FFF2-40B4-BE49-F238E27FC236}">
                <a16:creationId xmlns:a16="http://schemas.microsoft.com/office/drawing/2014/main" id="{4E35B837-BC59-42B4-8240-CAFBD2B04D95}"/>
              </a:ext>
            </a:extLst>
          </p:cNvPr>
          <p:cNvSpPr>
            <a:spLocks xmlns:a="http://schemas.openxmlformats.org/drawingml/2006/main" noGrp="1"/>
          </p:cNvSpPr>
          <p:nvPr/>
        </p:nvSpPr>
        <p:spPr>
          <a:xfrm xmlns:a="http://schemas.openxmlformats.org/drawingml/2006/main">
            <a:off x="3788577" y="308245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2" name="modena node 182">
            <a:extLst xmlns:a="http://schemas.openxmlformats.org/drawingml/2006/main">
              <a:ext uri="{FF2B5EF4-FFF2-40B4-BE49-F238E27FC236}">
                <a16:creationId xmlns:a16="http://schemas.microsoft.com/office/drawing/2014/main" id="{F160CCB2-76A9-4780-B674-2DB443618664}"/>
              </a:ext>
            </a:extLst>
          </p:cNvPr>
          <p:cNvSpPr>
            <a:spLocks xmlns:a="http://schemas.openxmlformats.org/drawingml/2006/main" noGrp="1"/>
          </p:cNvSpPr>
          <p:nvPr/>
        </p:nvSpPr>
        <p:spPr>
          <a:xfrm xmlns:a="http://schemas.openxmlformats.org/drawingml/2006/main">
            <a:off x="3725604" y="306068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3" name="modena node 183">
            <a:extLst xmlns:a="http://schemas.openxmlformats.org/drawingml/2006/main">
              <a:ext uri="{FF2B5EF4-FFF2-40B4-BE49-F238E27FC236}">
                <a16:creationId xmlns:a16="http://schemas.microsoft.com/office/drawing/2014/main" id="{FABFCCA4-0752-491D-AF81-A4F9AEA33291}"/>
              </a:ext>
            </a:extLst>
          </p:cNvPr>
          <p:cNvSpPr>
            <a:spLocks xmlns:a="http://schemas.openxmlformats.org/drawingml/2006/main" noGrp="1"/>
          </p:cNvSpPr>
          <p:nvPr/>
        </p:nvSpPr>
        <p:spPr>
          <a:xfrm xmlns:a="http://schemas.openxmlformats.org/drawingml/2006/main">
            <a:off x="3587064" y="302441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4" name="modena node 184">
            <a:extLst xmlns:a="http://schemas.openxmlformats.org/drawingml/2006/main">
              <a:ext uri="{FF2B5EF4-FFF2-40B4-BE49-F238E27FC236}">
                <a16:creationId xmlns:a16="http://schemas.microsoft.com/office/drawing/2014/main" id="{D4F277D6-16B7-49B0-8643-9E1AA53D4479}"/>
              </a:ext>
            </a:extLst>
          </p:cNvPr>
          <p:cNvSpPr>
            <a:spLocks xmlns:a="http://schemas.openxmlformats.org/drawingml/2006/main" noGrp="1"/>
          </p:cNvSpPr>
          <p:nvPr/>
        </p:nvSpPr>
        <p:spPr>
          <a:xfrm xmlns:a="http://schemas.openxmlformats.org/drawingml/2006/main">
            <a:off x="3443082" y="297705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5" name="modena node 185">
            <a:extLst xmlns:a="http://schemas.openxmlformats.org/drawingml/2006/main">
              <a:ext uri="{FF2B5EF4-FFF2-40B4-BE49-F238E27FC236}">
                <a16:creationId xmlns:a16="http://schemas.microsoft.com/office/drawing/2014/main" id="{5B38343F-2063-4F42-99BA-C089DE391529}"/>
              </a:ext>
            </a:extLst>
          </p:cNvPr>
          <p:cNvSpPr>
            <a:spLocks xmlns:a="http://schemas.openxmlformats.org/drawingml/2006/main" noGrp="1"/>
          </p:cNvSpPr>
          <p:nvPr/>
        </p:nvSpPr>
        <p:spPr>
          <a:xfrm xmlns:a="http://schemas.openxmlformats.org/drawingml/2006/main">
            <a:off x="3512806" y="309454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6" name="modena node 186">
            <a:extLst xmlns:a="http://schemas.openxmlformats.org/drawingml/2006/main">
              <a:ext uri="{FF2B5EF4-FFF2-40B4-BE49-F238E27FC236}">
                <a16:creationId xmlns:a16="http://schemas.microsoft.com/office/drawing/2014/main" id="{1840F32B-CF7B-4609-BEAF-129BF4408EC8}"/>
              </a:ext>
            </a:extLst>
          </p:cNvPr>
          <p:cNvSpPr>
            <a:spLocks xmlns:a="http://schemas.openxmlformats.org/drawingml/2006/main" noGrp="1"/>
          </p:cNvSpPr>
          <p:nvPr/>
        </p:nvSpPr>
        <p:spPr>
          <a:xfrm xmlns:a="http://schemas.openxmlformats.org/drawingml/2006/main">
            <a:off x="3462629" y="323943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7" name="modena node 187">
            <a:extLst xmlns:a="http://schemas.openxmlformats.org/drawingml/2006/main">
              <a:ext uri="{FF2B5EF4-FFF2-40B4-BE49-F238E27FC236}">
                <a16:creationId xmlns:a16="http://schemas.microsoft.com/office/drawing/2014/main" id="{540E7102-442E-410F-8533-2574B0736440}"/>
              </a:ext>
            </a:extLst>
          </p:cNvPr>
          <p:cNvSpPr>
            <a:spLocks xmlns:a="http://schemas.openxmlformats.org/drawingml/2006/main" noGrp="1"/>
          </p:cNvSpPr>
          <p:nvPr/>
        </p:nvSpPr>
        <p:spPr>
          <a:xfrm xmlns:a="http://schemas.openxmlformats.org/drawingml/2006/main">
            <a:off x="3131288" y="330512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8" name="modena node 188">
            <a:extLst xmlns:a="http://schemas.openxmlformats.org/drawingml/2006/main">
              <a:ext uri="{FF2B5EF4-FFF2-40B4-BE49-F238E27FC236}">
                <a16:creationId xmlns:a16="http://schemas.microsoft.com/office/drawing/2014/main" id="{3ED1DF39-573F-4454-B029-4323FF6969D2}"/>
              </a:ext>
            </a:extLst>
          </p:cNvPr>
          <p:cNvSpPr>
            <a:spLocks xmlns:a="http://schemas.openxmlformats.org/drawingml/2006/main" noGrp="1"/>
          </p:cNvSpPr>
          <p:nvPr/>
        </p:nvSpPr>
        <p:spPr>
          <a:xfrm xmlns:a="http://schemas.openxmlformats.org/drawingml/2006/main">
            <a:off x="3397286" y="334260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19" name="modena node 189">
            <a:extLst xmlns:a="http://schemas.openxmlformats.org/drawingml/2006/main">
              <a:ext uri="{FF2B5EF4-FFF2-40B4-BE49-F238E27FC236}">
                <a16:creationId xmlns:a16="http://schemas.microsoft.com/office/drawing/2014/main" id="{5F27A279-C9A0-4A09-96D7-BADA993E4C92}"/>
              </a:ext>
            </a:extLst>
          </p:cNvPr>
          <p:cNvSpPr>
            <a:spLocks xmlns:a="http://schemas.openxmlformats.org/drawingml/2006/main" noGrp="1"/>
          </p:cNvSpPr>
          <p:nvPr/>
        </p:nvSpPr>
        <p:spPr>
          <a:xfrm xmlns:a="http://schemas.openxmlformats.org/drawingml/2006/main">
            <a:off x="3028064" y="343771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0" name="modena node 190">
            <a:extLst xmlns:a="http://schemas.openxmlformats.org/drawingml/2006/main">
              <a:ext uri="{FF2B5EF4-FFF2-40B4-BE49-F238E27FC236}">
                <a16:creationId xmlns:a16="http://schemas.microsoft.com/office/drawing/2014/main" id="{A54936C6-90B0-4F95-9E3B-3FDE38DFD090}"/>
              </a:ext>
            </a:extLst>
          </p:cNvPr>
          <p:cNvSpPr>
            <a:spLocks xmlns:a="http://schemas.openxmlformats.org/drawingml/2006/main" noGrp="1"/>
          </p:cNvSpPr>
          <p:nvPr/>
        </p:nvSpPr>
        <p:spPr>
          <a:xfrm xmlns:a="http://schemas.openxmlformats.org/drawingml/2006/main">
            <a:off x="2975518" y="348426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1" name="modena node 191">
            <a:extLst xmlns:a="http://schemas.openxmlformats.org/drawingml/2006/main">
              <a:ext uri="{FF2B5EF4-FFF2-40B4-BE49-F238E27FC236}">
                <a16:creationId xmlns:a16="http://schemas.microsoft.com/office/drawing/2014/main" id="{496F1265-9EE0-4DAF-ACAD-293722F8D723}"/>
              </a:ext>
            </a:extLst>
          </p:cNvPr>
          <p:cNvSpPr>
            <a:spLocks xmlns:a="http://schemas.openxmlformats.org/drawingml/2006/main" noGrp="1"/>
          </p:cNvSpPr>
          <p:nvPr/>
        </p:nvSpPr>
        <p:spPr>
          <a:xfrm xmlns:a="http://schemas.openxmlformats.org/drawingml/2006/main">
            <a:off x="2948112" y="353202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2" name="modena node 192">
            <a:extLst xmlns:a="http://schemas.openxmlformats.org/drawingml/2006/main">
              <a:ext uri="{FF2B5EF4-FFF2-40B4-BE49-F238E27FC236}">
                <a16:creationId xmlns:a16="http://schemas.microsoft.com/office/drawing/2014/main" id="{B084B07D-D0A9-4DF3-A3ED-66382FA41603}"/>
              </a:ext>
            </a:extLst>
          </p:cNvPr>
          <p:cNvSpPr>
            <a:spLocks xmlns:a="http://schemas.openxmlformats.org/drawingml/2006/main" noGrp="1"/>
          </p:cNvSpPr>
          <p:nvPr/>
        </p:nvSpPr>
        <p:spPr>
          <a:xfrm xmlns:a="http://schemas.openxmlformats.org/drawingml/2006/main">
            <a:off x="2932092" y="352840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3" name="modena node 193">
            <a:extLst xmlns:a="http://schemas.openxmlformats.org/drawingml/2006/main">
              <a:ext uri="{FF2B5EF4-FFF2-40B4-BE49-F238E27FC236}">
                <a16:creationId xmlns:a16="http://schemas.microsoft.com/office/drawing/2014/main" id="{357DA4DF-49D3-4587-88FA-C2EB3B22B5FF}"/>
              </a:ext>
            </a:extLst>
          </p:cNvPr>
          <p:cNvSpPr>
            <a:spLocks xmlns:a="http://schemas.openxmlformats.org/drawingml/2006/main" noGrp="1"/>
          </p:cNvSpPr>
          <p:nvPr/>
        </p:nvSpPr>
        <p:spPr>
          <a:xfrm xmlns:a="http://schemas.openxmlformats.org/drawingml/2006/main">
            <a:off x="2829622" y="298834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4" name="modena node 194">
            <a:extLst xmlns:a="http://schemas.openxmlformats.org/drawingml/2006/main">
              <a:ext uri="{FF2B5EF4-FFF2-40B4-BE49-F238E27FC236}">
                <a16:creationId xmlns:a16="http://schemas.microsoft.com/office/drawing/2014/main" id="{FA1CCE46-9109-421F-A726-F53857BD4E4B}"/>
              </a:ext>
            </a:extLst>
          </p:cNvPr>
          <p:cNvSpPr>
            <a:spLocks xmlns:a="http://schemas.openxmlformats.org/drawingml/2006/main" noGrp="1"/>
          </p:cNvSpPr>
          <p:nvPr/>
        </p:nvSpPr>
        <p:spPr>
          <a:xfrm xmlns:a="http://schemas.openxmlformats.org/drawingml/2006/main">
            <a:off x="2696574" y="318220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5" name="modena node 195">
            <a:extLst xmlns:a="http://schemas.openxmlformats.org/drawingml/2006/main">
              <a:ext uri="{FF2B5EF4-FFF2-40B4-BE49-F238E27FC236}">
                <a16:creationId xmlns:a16="http://schemas.microsoft.com/office/drawing/2014/main" id="{F2D2F495-1EF2-4867-B79E-8DFF331D9430}"/>
              </a:ext>
            </a:extLst>
          </p:cNvPr>
          <p:cNvSpPr>
            <a:spLocks xmlns:a="http://schemas.openxmlformats.org/drawingml/2006/main" noGrp="1"/>
          </p:cNvSpPr>
          <p:nvPr/>
        </p:nvSpPr>
        <p:spPr>
          <a:xfrm xmlns:a="http://schemas.openxmlformats.org/drawingml/2006/main">
            <a:off x="2875418" y="331721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6" name="modena node 196">
            <a:extLst xmlns:a="http://schemas.openxmlformats.org/drawingml/2006/main">
              <a:ext uri="{FF2B5EF4-FFF2-40B4-BE49-F238E27FC236}">
                <a16:creationId xmlns:a16="http://schemas.microsoft.com/office/drawing/2014/main" id="{A07E1AD4-1E84-43A1-B113-0DBFBAA6BE73}"/>
              </a:ext>
            </a:extLst>
          </p:cNvPr>
          <p:cNvSpPr>
            <a:spLocks xmlns:a="http://schemas.openxmlformats.org/drawingml/2006/main" noGrp="1"/>
          </p:cNvSpPr>
          <p:nvPr/>
        </p:nvSpPr>
        <p:spPr>
          <a:xfrm xmlns:a="http://schemas.openxmlformats.org/drawingml/2006/main">
            <a:off x="2595463" y="314592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7" name="modena node 197">
            <a:extLst xmlns:a="http://schemas.openxmlformats.org/drawingml/2006/main">
              <a:ext uri="{FF2B5EF4-FFF2-40B4-BE49-F238E27FC236}">
                <a16:creationId xmlns:a16="http://schemas.microsoft.com/office/drawing/2014/main" id="{F8D88556-A48E-4F42-9C97-A058A08522B1}"/>
              </a:ext>
            </a:extLst>
          </p:cNvPr>
          <p:cNvSpPr>
            <a:spLocks xmlns:a="http://schemas.openxmlformats.org/drawingml/2006/main" noGrp="1"/>
          </p:cNvSpPr>
          <p:nvPr/>
        </p:nvSpPr>
        <p:spPr>
          <a:xfrm xmlns:a="http://schemas.openxmlformats.org/drawingml/2006/main">
            <a:off x="2752039" y="355117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8" name="modena node 198">
            <a:extLst xmlns:a="http://schemas.openxmlformats.org/drawingml/2006/main">
              <a:ext uri="{FF2B5EF4-FFF2-40B4-BE49-F238E27FC236}">
                <a16:creationId xmlns:a16="http://schemas.microsoft.com/office/drawing/2014/main" id="{7E2DF70A-018D-4D19-9504-F4B1ADE26CC5}"/>
              </a:ext>
            </a:extLst>
          </p:cNvPr>
          <p:cNvSpPr>
            <a:spLocks xmlns:a="http://schemas.openxmlformats.org/drawingml/2006/main" noGrp="1"/>
          </p:cNvSpPr>
          <p:nvPr/>
        </p:nvSpPr>
        <p:spPr>
          <a:xfrm xmlns:a="http://schemas.openxmlformats.org/drawingml/2006/main">
            <a:off x="2845441" y="365313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29" name="modena node 199">
            <a:extLst xmlns:a="http://schemas.openxmlformats.org/drawingml/2006/main">
              <a:ext uri="{FF2B5EF4-FFF2-40B4-BE49-F238E27FC236}">
                <a16:creationId xmlns:a16="http://schemas.microsoft.com/office/drawing/2014/main" id="{56CCD110-468A-4C48-8E42-D4E241EA00A9}"/>
              </a:ext>
            </a:extLst>
          </p:cNvPr>
          <p:cNvSpPr>
            <a:spLocks xmlns:a="http://schemas.openxmlformats.org/drawingml/2006/main" noGrp="1"/>
          </p:cNvSpPr>
          <p:nvPr/>
        </p:nvSpPr>
        <p:spPr>
          <a:xfrm xmlns:a="http://schemas.openxmlformats.org/drawingml/2006/main">
            <a:off x="2830077" y="365736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0" name="modena node 200">
            <a:extLst xmlns:a="http://schemas.openxmlformats.org/drawingml/2006/main">
              <a:ext uri="{FF2B5EF4-FFF2-40B4-BE49-F238E27FC236}">
                <a16:creationId xmlns:a16="http://schemas.microsoft.com/office/drawing/2014/main" id="{2EB4DE00-EB5F-4969-AE8E-7BF911921ECC}"/>
              </a:ext>
            </a:extLst>
          </p:cNvPr>
          <p:cNvSpPr>
            <a:spLocks xmlns:a="http://schemas.openxmlformats.org/drawingml/2006/main" noGrp="1"/>
          </p:cNvSpPr>
          <p:nvPr/>
        </p:nvSpPr>
        <p:spPr>
          <a:xfrm xmlns:a="http://schemas.openxmlformats.org/drawingml/2006/main">
            <a:off x="2791790" y="369767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1" name="modena node 201">
            <a:extLst xmlns:a="http://schemas.openxmlformats.org/drawingml/2006/main">
              <a:ext uri="{FF2B5EF4-FFF2-40B4-BE49-F238E27FC236}">
                <a16:creationId xmlns:a16="http://schemas.microsoft.com/office/drawing/2014/main" id="{BF82D0F4-A235-444F-8F59-2EE4D0B9BFE7}"/>
              </a:ext>
            </a:extLst>
          </p:cNvPr>
          <p:cNvSpPr>
            <a:spLocks xmlns:a="http://schemas.openxmlformats.org/drawingml/2006/main" noGrp="1"/>
          </p:cNvSpPr>
          <p:nvPr/>
        </p:nvSpPr>
        <p:spPr>
          <a:xfrm xmlns:a="http://schemas.openxmlformats.org/drawingml/2006/main">
            <a:off x="2845594" y="369908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2" name="modena node 202">
            <a:extLst xmlns:a="http://schemas.openxmlformats.org/drawingml/2006/main">
              <a:ext uri="{FF2B5EF4-FFF2-40B4-BE49-F238E27FC236}">
                <a16:creationId xmlns:a16="http://schemas.microsoft.com/office/drawing/2014/main" id="{99A6687C-566D-4C8E-B7A0-14492D1DE963}"/>
              </a:ext>
            </a:extLst>
          </p:cNvPr>
          <p:cNvSpPr>
            <a:spLocks xmlns:a="http://schemas.openxmlformats.org/drawingml/2006/main" noGrp="1"/>
          </p:cNvSpPr>
          <p:nvPr/>
        </p:nvSpPr>
        <p:spPr>
          <a:xfrm xmlns:a="http://schemas.openxmlformats.org/drawingml/2006/main">
            <a:off x="2665138" y="355379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3" name="modena node 203">
            <a:extLst xmlns:a="http://schemas.openxmlformats.org/drawingml/2006/main">
              <a:ext uri="{FF2B5EF4-FFF2-40B4-BE49-F238E27FC236}">
                <a16:creationId xmlns:a16="http://schemas.microsoft.com/office/drawing/2014/main" id="{7D467ED2-D7BA-4C59-8229-8767EE32D89F}"/>
              </a:ext>
            </a:extLst>
          </p:cNvPr>
          <p:cNvSpPr>
            <a:spLocks xmlns:a="http://schemas.openxmlformats.org/drawingml/2006/main" noGrp="1"/>
          </p:cNvSpPr>
          <p:nvPr/>
        </p:nvSpPr>
        <p:spPr>
          <a:xfrm xmlns:a="http://schemas.openxmlformats.org/drawingml/2006/main">
            <a:off x="2662821" y="366845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4" name="modena node 204">
            <a:extLst xmlns:a="http://schemas.openxmlformats.org/drawingml/2006/main">
              <a:ext uri="{FF2B5EF4-FFF2-40B4-BE49-F238E27FC236}">
                <a16:creationId xmlns:a16="http://schemas.microsoft.com/office/drawing/2014/main" id="{CD3E8442-51E6-4E57-8B80-6929CDB59AF7}"/>
              </a:ext>
            </a:extLst>
          </p:cNvPr>
          <p:cNvSpPr>
            <a:spLocks xmlns:a="http://schemas.openxmlformats.org/drawingml/2006/main" noGrp="1"/>
          </p:cNvSpPr>
          <p:nvPr/>
        </p:nvSpPr>
        <p:spPr>
          <a:xfrm xmlns:a="http://schemas.openxmlformats.org/drawingml/2006/main">
            <a:off x="2766701" y="374885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5" name="modena node 205">
            <a:extLst xmlns:a="http://schemas.openxmlformats.org/drawingml/2006/main">
              <a:ext uri="{FF2B5EF4-FFF2-40B4-BE49-F238E27FC236}">
                <a16:creationId xmlns:a16="http://schemas.microsoft.com/office/drawing/2014/main" id="{93F44C7B-A7E0-4487-A570-4EBB43932662}"/>
              </a:ext>
            </a:extLst>
          </p:cNvPr>
          <p:cNvSpPr>
            <a:spLocks xmlns:a="http://schemas.openxmlformats.org/drawingml/2006/main" noGrp="1"/>
          </p:cNvSpPr>
          <p:nvPr/>
        </p:nvSpPr>
        <p:spPr>
          <a:xfrm xmlns:a="http://schemas.openxmlformats.org/drawingml/2006/main">
            <a:off x="2662970" y="380931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6" name="modena node 206">
            <a:extLst xmlns:a="http://schemas.openxmlformats.org/drawingml/2006/main">
              <a:ext uri="{FF2B5EF4-FFF2-40B4-BE49-F238E27FC236}">
                <a16:creationId xmlns:a16="http://schemas.microsoft.com/office/drawing/2014/main" id="{ED621C1C-CA08-4AA9-A759-2D79D617FC2D}"/>
              </a:ext>
            </a:extLst>
          </p:cNvPr>
          <p:cNvSpPr>
            <a:spLocks xmlns:a="http://schemas.openxmlformats.org/drawingml/2006/main" noGrp="1"/>
          </p:cNvSpPr>
          <p:nvPr/>
        </p:nvSpPr>
        <p:spPr>
          <a:xfrm xmlns:a="http://schemas.openxmlformats.org/drawingml/2006/main">
            <a:off x="2215912" y="341575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7" name="modena node 207">
            <a:extLst xmlns:a="http://schemas.openxmlformats.org/drawingml/2006/main">
              <a:ext uri="{FF2B5EF4-FFF2-40B4-BE49-F238E27FC236}">
                <a16:creationId xmlns:a16="http://schemas.microsoft.com/office/drawing/2014/main" id="{7CD67F8C-1D25-438B-A2E2-67B8FD396ADD}"/>
              </a:ext>
            </a:extLst>
          </p:cNvPr>
          <p:cNvSpPr>
            <a:spLocks xmlns:a="http://schemas.openxmlformats.org/drawingml/2006/main" noGrp="1"/>
          </p:cNvSpPr>
          <p:nvPr/>
        </p:nvSpPr>
        <p:spPr>
          <a:xfrm xmlns:a="http://schemas.openxmlformats.org/drawingml/2006/main">
            <a:off x="1973591" y="313222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8" name="modena node 208">
            <a:extLst xmlns:a="http://schemas.openxmlformats.org/drawingml/2006/main">
              <a:ext uri="{FF2B5EF4-FFF2-40B4-BE49-F238E27FC236}">
                <a16:creationId xmlns:a16="http://schemas.microsoft.com/office/drawing/2014/main" id="{9A7EB563-490E-4D96-AE2E-41971EA6506D}"/>
              </a:ext>
            </a:extLst>
          </p:cNvPr>
          <p:cNvSpPr>
            <a:spLocks xmlns:a="http://schemas.openxmlformats.org/drawingml/2006/main" noGrp="1"/>
          </p:cNvSpPr>
          <p:nvPr/>
        </p:nvSpPr>
        <p:spPr>
          <a:xfrm xmlns:a="http://schemas.openxmlformats.org/drawingml/2006/main">
            <a:off x="1971427" y="312114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39" name="modena node 209">
            <a:extLst xmlns:a="http://schemas.openxmlformats.org/drawingml/2006/main">
              <a:ext uri="{FF2B5EF4-FFF2-40B4-BE49-F238E27FC236}">
                <a16:creationId xmlns:a16="http://schemas.microsoft.com/office/drawing/2014/main" id="{52693774-936F-41BA-A3E9-808C22048501}"/>
              </a:ext>
            </a:extLst>
          </p:cNvPr>
          <p:cNvSpPr>
            <a:spLocks xmlns:a="http://schemas.openxmlformats.org/drawingml/2006/main" noGrp="1"/>
          </p:cNvSpPr>
          <p:nvPr/>
        </p:nvSpPr>
        <p:spPr>
          <a:xfrm xmlns:a="http://schemas.openxmlformats.org/drawingml/2006/main">
            <a:off x="1802357" y="322854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0" name="modena node 210">
            <a:extLst xmlns:a="http://schemas.openxmlformats.org/drawingml/2006/main">
              <a:ext uri="{FF2B5EF4-FFF2-40B4-BE49-F238E27FC236}">
                <a16:creationId xmlns:a16="http://schemas.microsoft.com/office/drawing/2014/main" id="{34354A77-E547-4A5F-A9D5-878F33A4B717}"/>
              </a:ext>
            </a:extLst>
          </p:cNvPr>
          <p:cNvSpPr>
            <a:spLocks xmlns:a="http://schemas.openxmlformats.org/drawingml/2006/main" noGrp="1"/>
          </p:cNvSpPr>
          <p:nvPr/>
        </p:nvSpPr>
        <p:spPr>
          <a:xfrm xmlns:a="http://schemas.openxmlformats.org/drawingml/2006/main">
            <a:off x="1744168" y="320557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1" name="modena node 211">
            <a:extLst xmlns:a="http://schemas.openxmlformats.org/drawingml/2006/main">
              <a:ext uri="{FF2B5EF4-FFF2-40B4-BE49-F238E27FC236}">
                <a16:creationId xmlns:a16="http://schemas.microsoft.com/office/drawing/2014/main" id="{D353A3E5-6123-488C-9156-21224452F023}"/>
              </a:ext>
            </a:extLst>
          </p:cNvPr>
          <p:cNvSpPr>
            <a:spLocks xmlns:a="http://schemas.openxmlformats.org/drawingml/2006/main" noGrp="1"/>
          </p:cNvSpPr>
          <p:nvPr/>
        </p:nvSpPr>
        <p:spPr>
          <a:xfrm xmlns:a="http://schemas.openxmlformats.org/drawingml/2006/main">
            <a:off x="1711474" y="343106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2" name="modena node 212">
            <a:extLst xmlns:a="http://schemas.openxmlformats.org/drawingml/2006/main">
              <a:ext uri="{FF2B5EF4-FFF2-40B4-BE49-F238E27FC236}">
                <a16:creationId xmlns:a16="http://schemas.microsoft.com/office/drawing/2014/main" id="{915C7837-5CE3-42EA-9F5F-3AC06549D273}"/>
              </a:ext>
            </a:extLst>
          </p:cNvPr>
          <p:cNvSpPr>
            <a:spLocks xmlns:a="http://schemas.openxmlformats.org/drawingml/2006/main" noGrp="1"/>
          </p:cNvSpPr>
          <p:nvPr/>
        </p:nvSpPr>
        <p:spPr>
          <a:xfrm xmlns:a="http://schemas.openxmlformats.org/drawingml/2006/main">
            <a:off x="1765379" y="344920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3" name="modena node 213">
            <a:extLst xmlns:a="http://schemas.openxmlformats.org/drawingml/2006/main">
              <a:ext uri="{FF2B5EF4-FFF2-40B4-BE49-F238E27FC236}">
                <a16:creationId xmlns:a16="http://schemas.microsoft.com/office/drawing/2014/main" id="{3CC764E3-7806-4DAA-968A-E4664B954C1B}"/>
              </a:ext>
            </a:extLst>
          </p:cNvPr>
          <p:cNvSpPr>
            <a:spLocks xmlns:a="http://schemas.openxmlformats.org/drawingml/2006/main" noGrp="1"/>
          </p:cNvSpPr>
          <p:nvPr/>
        </p:nvSpPr>
        <p:spPr>
          <a:xfrm xmlns:a="http://schemas.openxmlformats.org/drawingml/2006/main">
            <a:off x="1621498" y="379500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4" name="modena node 214">
            <a:extLst xmlns:a="http://schemas.openxmlformats.org/drawingml/2006/main">
              <a:ext uri="{FF2B5EF4-FFF2-40B4-BE49-F238E27FC236}">
                <a16:creationId xmlns:a16="http://schemas.microsoft.com/office/drawing/2014/main" id="{1C4959FE-C0BE-4DAC-A705-D77D80E6043B}"/>
              </a:ext>
            </a:extLst>
          </p:cNvPr>
          <p:cNvSpPr>
            <a:spLocks xmlns:a="http://schemas.openxmlformats.org/drawingml/2006/main" noGrp="1"/>
          </p:cNvSpPr>
          <p:nvPr/>
        </p:nvSpPr>
        <p:spPr>
          <a:xfrm xmlns:a="http://schemas.openxmlformats.org/drawingml/2006/main">
            <a:off x="1832685" y="389495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5" name="modena node 215">
            <a:extLst xmlns:a="http://schemas.openxmlformats.org/drawingml/2006/main">
              <a:ext uri="{FF2B5EF4-FFF2-40B4-BE49-F238E27FC236}">
                <a16:creationId xmlns:a16="http://schemas.microsoft.com/office/drawing/2014/main" id="{5F82EF60-BDBF-4583-9F17-D5CB96201DB0}"/>
              </a:ext>
            </a:extLst>
          </p:cNvPr>
          <p:cNvSpPr>
            <a:spLocks xmlns:a="http://schemas.openxmlformats.org/drawingml/2006/main" noGrp="1"/>
          </p:cNvSpPr>
          <p:nvPr/>
        </p:nvSpPr>
        <p:spPr>
          <a:xfrm xmlns:a="http://schemas.openxmlformats.org/drawingml/2006/main">
            <a:off x="1743112" y="407833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6" name="modena node 216">
            <a:extLst xmlns:a="http://schemas.openxmlformats.org/drawingml/2006/main">
              <a:ext uri="{FF2B5EF4-FFF2-40B4-BE49-F238E27FC236}">
                <a16:creationId xmlns:a16="http://schemas.microsoft.com/office/drawing/2014/main" id="{DD7859BD-4929-4CB2-A83D-75F1B9615F88}"/>
              </a:ext>
            </a:extLst>
          </p:cNvPr>
          <p:cNvSpPr>
            <a:spLocks xmlns:a="http://schemas.openxmlformats.org/drawingml/2006/main" noGrp="1"/>
          </p:cNvSpPr>
          <p:nvPr/>
        </p:nvSpPr>
        <p:spPr>
          <a:xfrm xmlns:a="http://schemas.openxmlformats.org/drawingml/2006/main">
            <a:off x="1856463" y="413596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7" name="modena node 217">
            <a:extLst xmlns:a="http://schemas.openxmlformats.org/drawingml/2006/main">
              <a:ext uri="{FF2B5EF4-FFF2-40B4-BE49-F238E27FC236}">
                <a16:creationId xmlns:a16="http://schemas.microsoft.com/office/drawing/2014/main" id="{723B63E7-97B8-4830-ABC3-E70E77740900}"/>
              </a:ext>
            </a:extLst>
          </p:cNvPr>
          <p:cNvSpPr>
            <a:spLocks xmlns:a="http://schemas.openxmlformats.org/drawingml/2006/main" noGrp="1"/>
          </p:cNvSpPr>
          <p:nvPr/>
        </p:nvSpPr>
        <p:spPr>
          <a:xfrm xmlns:a="http://schemas.openxmlformats.org/drawingml/2006/main">
            <a:off x="1902759" y="426553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8" name="modena node 218">
            <a:extLst xmlns:a="http://schemas.openxmlformats.org/drawingml/2006/main">
              <a:ext uri="{FF2B5EF4-FFF2-40B4-BE49-F238E27FC236}">
                <a16:creationId xmlns:a16="http://schemas.microsoft.com/office/drawing/2014/main" id="{A20C8F60-5618-4D71-8F95-957C3DD62957}"/>
              </a:ext>
            </a:extLst>
          </p:cNvPr>
          <p:cNvSpPr>
            <a:spLocks xmlns:a="http://schemas.openxmlformats.org/drawingml/2006/main" noGrp="1"/>
          </p:cNvSpPr>
          <p:nvPr/>
        </p:nvSpPr>
        <p:spPr>
          <a:xfrm xmlns:a="http://schemas.openxmlformats.org/drawingml/2006/main">
            <a:off x="2741661" y="401364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49" name="modena node 219">
            <a:extLst xmlns:a="http://schemas.openxmlformats.org/drawingml/2006/main">
              <a:ext uri="{FF2B5EF4-FFF2-40B4-BE49-F238E27FC236}">
                <a16:creationId xmlns:a16="http://schemas.microsoft.com/office/drawing/2014/main" id="{DFE700AA-CCCA-4EB2-A9A0-233F47600095}"/>
              </a:ext>
            </a:extLst>
          </p:cNvPr>
          <p:cNvSpPr>
            <a:spLocks xmlns:a="http://schemas.openxmlformats.org/drawingml/2006/main" noGrp="1"/>
          </p:cNvSpPr>
          <p:nvPr/>
        </p:nvSpPr>
        <p:spPr>
          <a:xfrm xmlns:a="http://schemas.openxmlformats.org/drawingml/2006/main">
            <a:off x="2928013" y="365454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0" name="modena node 220">
            <a:extLst xmlns:a="http://schemas.openxmlformats.org/drawingml/2006/main">
              <a:ext uri="{FF2B5EF4-FFF2-40B4-BE49-F238E27FC236}">
                <a16:creationId xmlns:a16="http://schemas.microsoft.com/office/drawing/2014/main" id="{9DB2B369-60CF-43C9-AF29-03ABB48C6B1F}"/>
              </a:ext>
            </a:extLst>
          </p:cNvPr>
          <p:cNvSpPr>
            <a:spLocks xmlns:a="http://schemas.openxmlformats.org/drawingml/2006/main" noGrp="1"/>
          </p:cNvSpPr>
          <p:nvPr/>
        </p:nvSpPr>
        <p:spPr>
          <a:xfrm xmlns:a="http://schemas.openxmlformats.org/drawingml/2006/main">
            <a:off x="3458699" y="357998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1" name="modena node 221">
            <a:extLst xmlns:a="http://schemas.openxmlformats.org/drawingml/2006/main">
              <a:ext uri="{FF2B5EF4-FFF2-40B4-BE49-F238E27FC236}">
                <a16:creationId xmlns:a16="http://schemas.microsoft.com/office/drawing/2014/main" id="{07FC80CE-C357-4D20-9124-2AD3C32FDD9D}"/>
              </a:ext>
            </a:extLst>
          </p:cNvPr>
          <p:cNvSpPr>
            <a:spLocks xmlns:a="http://schemas.openxmlformats.org/drawingml/2006/main" noGrp="1"/>
          </p:cNvSpPr>
          <p:nvPr/>
        </p:nvSpPr>
        <p:spPr>
          <a:xfrm xmlns:a="http://schemas.openxmlformats.org/drawingml/2006/main">
            <a:off x="2865995" y="360699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2" name="modena node 222">
            <a:extLst xmlns:a="http://schemas.openxmlformats.org/drawingml/2006/main">
              <a:ext uri="{FF2B5EF4-FFF2-40B4-BE49-F238E27FC236}">
                <a16:creationId xmlns:a16="http://schemas.microsoft.com/office/drawing/2014/main" id="{F0421443-95A9-4A9E-9EC9-1EC76CC91323}"/>
              </a:ext>
            </a:extLst>
          </p:cNvPr>
          <p:cNvSpPr>
            <a:spLocks xmlns:a="http://schemas.openxmlformats.org/drawingml/2006/main" noGrp="1"/>
          </p:cNvSpPr>
          <p:nvPr/>
        </p:nvSpPr>
        <p:spPr>
          <a:xfrm xmlns:a="http://schemas.openxmlformats.org/drawingml/2006/main">
            <a:off x="3688675" y="447632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3" name="modena node 223">
            <a:extLst xmlns:a="http://schemas.openxmlformats.org/drawingml/2006/main">
              <a:ext uri="{FF2B5EF4-FFF2-40B4-BE49-F238E27FC236}">
                <a16:creationId xmlns:a16="http://schemas.microsoft.com/office/drawing/2014/main" id="{B554950F-5D4E-4855-9750-7FD827084346}"/>
              </a:ext>
            </a:extLst>
          </p:cNvPr>
          <p:cNvSpPr>
            <a:spLocks xmlns:a="http://schemas.openxmlformats.org/drawingml/2006/main" noGrp="1"/>
          </p:cNvSpPr>
          <p:nvPr/>
        </p:nvSpPr>
        <p:spPr>
          <a:xfrm xmlns:a="http://schemas.openxmlformats.org/drawingml/2006/main">
            <a:off x="3868981" y="379822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4" name="modena node 224">
            <a:extLst xmlns:a="http://schemas.openxmlformats.org/drawingml/2006/main">
              <a:ext uri="{FF2B5EF4-FFF2-40B4-BE49-F238E27FC236}">
                <a16:creationId xmlns:a16="http://schemas.microsoft.com/office/drawing/2014/main" id="{65DCF6D9-B26F-4333-8E0D-64562A764E84}"/>
              </a:ext>
            </a:extLst>
          </p:cNvPr>
          <p:cNvSpPr>
            <a:spLocks xmlns:a="http://schemas.openxmlformats.org/drawingml/2006/main" noGrp="1"/>
          </p:cNvSpPr>
          <p:nvPr/>
        </p:nvSpPr>
        <p:spPr>
          <a:xfrm xmlns:a="http://schemas.openxmlformats.org/drawingml/2006/main">
            <a:off x="3910493" y="382140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5" name="modena node 225">
            <a:extLst xmlns:a="http://schemas.openxmlformats.org/drawingml/2006/main">
              <a:ext uri="{FF2B5EF4-FFF2-40B4-BE49-F238E27FC236}">
                <a16:creationId xmlns:a16="http://schemas.microsoft.com/office/drawing/2014/main" id="{25A674F0-4C4E-4118-900B-CF034A578757}"/>
              </a:ext>
            </a:extLst>
          </p:cNvPr>
          <p:cNvSpPr>
            <a:spLocks xmlns:a="http://schemas.openxmlformats.org/drawingml/2006/main" noGrp="1"/>
          </p:cNvSpPr>
          <p:nvPr/>
        </p:nvSpPr>
        <p:spPr>
          <a:xfrm xmlns:a="http://schemas.openxmlformats.org/drawingml/2006/main">
            <a:off x="3996386" y="382341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6" name="modena node 226">
            <a:extLst xmlns:a="http://schemas.openxmlformats.org/drawingml/2006/main">
              <a:ext uri="{FF2B5EF4-FFF2-40B4-BE49-F238E27FC236}">
                <a16:creationId xmlns:a16="http://schemas.microsoft.com/office/drawing/2014/main" id="{C4A16906-4294-4F2B-AB7D-D0F99EF5E493}"/>
              </a:ext>
            </a:extLst>
          </p:cNvPr>
          <p:cNvSpPr>
            <a:spLocks xmlns:a="http://schemas.openxmlformats.org/drawingml/2006/main" noGrp="1"/>
          </p:cNvSpPr>
          <p:nvPr/>
        </p:nvSpPr>
        <p:spPr>
          <a:xfrm xmlns:a="http://schemas.openxmlformats.org/drawingml/2006/main">
            <a:off x="3992409" y="371137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7" name="modena node 227">
            <a:extLst xmlns:a="http://schemas.openxmlformats.org/drawingml/2006/main">
              <a:ext uri="{FF2B5EF4-FFF2-40B4-BE49-F238E27FC236}">
                <a16:creationId xmlns:a16="http://schemas.microsoft.com/office/drawing/2014/main" id="{3AF4A9E0-2057-4294-BB47-59D9F1412F12}"/>
              </a:ext>
            </a:extLst>
          </p:cNvPr>
          <p:cNvSpPr>
            <a:spLocks xmlns:a="http://schemas.openxmlformats.org/drawingml/2006/main" noGrp="1"/>
          </p:cNvSpPr>
          <p:nvPr/>
        </p:nvSpPr>
        <p:spPr>
          <a:xfrm xmlns:a="http://schemas.openxmlformats.org/drawingml/2006/main">
            <a:off x="4006918" y="364104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8" name="modena node 228">
            <a:extLst xmlns:a="http://schemas.openxmlformats.org/drawingml/2006/main">
              <a:ext uri="{FF2B5EF4-FFF2-40B4-BE49-F238E27FC236}">
                <a16:creationId xmlns:a16="http://schemas.microsoft.com/office/drawing/2014/main" id="{7AA1F063-F5BD-481D-B091-7EC3CF1D9BBB}"/>
              </a:ext>
            </a:extLst>
          </p:cNvPr>
          <p:cNvSpPr>
            <a:spLocks xmlns:a="http://schemas.openxmlformats.org/drawingml/2006/main" noGrp="1"/>
          </p:cNvSpPr>
          <p:nvPr/>
        </p:nvSpPr>
        <p:spPr>
          <a:xfrm xmlns:a="http://schemas.openxmlformats.org/drawingml/2006/main">
            <a:off x="3914020" y="335933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59" name="modena node 229">
            <a:extLst xmlns:a="http://schemas.openxmlformats.org/drawingml/2006/main">
              <a:ext uri="{FF2B5EF4-FFF2-40B4-BE49-F238E27FC236}">
                <a16:creationId xmlns:a16="http://schemas.microsoft.com/office/drawing/2014/main" id="{FCE3EB8D-0416-4FEE-9781-359778B417B9}"/>
              </a:ext>
            </a:extLst>
          </p:cNvPr>
          <p:cNvSpPr>
            <a:spLocks xmlns:a="http://schemas.openxmlformats.org/drawingml/2006/main" noGrp="1"/>
          </p:cNvSpPr>
          <p:nvPr/>
        </p:nvSpPr>
        <p:spPr>
          <a:xfrm xmlns:a="http://schemas.openxmlformats.org/drawingml/2006/main">
            <a:off x="3899559" y="333252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0" name="modena node 230">
            <a:extLst xmlns:a="http://schemas.openxmlformats.org/drawingml/2006/main">
              <a:ext uri="{FF2B5EF4-FFF2-40B4-BE49-F238E27FC236}">
                <a16:creationId xmlns:a16="http://schemas.microsoft.com/office/drawing/2014/main" id="{D6A9C990-FEF3-4CF7-AD84-E74F185FE3ED}"/>
              </a:ext>
            </a:extLst>
          </p:cNvPr>
          <p:cNvSpPr>
            <a:spLocks xmlns:a="http://schemas.openxmlformats.org/drawingml/2006/main" noGrp="1"/>
          </p:cNvSpPr>
          <p:nvPr/>
        </p:nvSpPr>
        <p:spPr>
          <a:xfrm xmlns:a="http://schemas.openxmlformats.org/drawingml/2006/main">
            <a:off x="2228103" y="393404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1" name="modena node 231">
            <a:extLst xmlns:a="http://schemas.openxmlformats.org/drawingml/2006/main">
              <a:ext uri="{FF2B5EF4-FFF2-40B4-BE49-F238E27FC236}">
                <a16:creationId xmlns:a16="http://schemas.microsoft.com/office/drawing/2014/main" id="{02629A61-F740-4CCD-A89B-9BDB67E6F197}"/>
              </a:ext>
            </a:extLst>
          </p:cNvPr>
          <p:cNvSpPr>
            <a:spLocks xmlns:a="http://schemas.openxmlformats.org/drawingml/2006/main" noGrp="1"/>
          </p:cNvSpPr>
          <p:nvPr/>
        </p:nvSpPr>
        <p:spPr>
          <a:xfrm xmlns:a="http://schemas.openxmlformats.org/drawingml/2006/main">
            <a:off x="2308963" y="322391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2" name="modena node 232">
            <a:extLst xmlns:a="http://schemas.openxmlformats.org/drawingml/2006/main">
              <a:ext uri="{FF2B5EF4-FFF2-40B4-BE49-F238E27FC236}">
                <a16:creationId xmlns:a16="http://schemas.microsoft.com/office/drawing/2014/main" id="{316540DD-581B-4447-B49B-79A78B046F28}"/>
              </a:ext>
            </a:extLst>
          </p:cNvPr>
          <p:cNvSpPr>
            <a:spLocks xmlns:a="http://schemas.openxmlformats.org/drawingml/2006/main" noGrp="1"/>
          </p:cNvSpPr>
          <p:nvPr/>
        </p:nvSpPr>
        <p:spPr>
          <a:xfrm xmlns:a="http://schemas.openxmlformats.org/drawingml/2006/main">
            <a:off x="2424781" y="311852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3" name="modena node 233">
            <a:extLst xmlns:a="http://schemas.openxmlformats.org/drawingml/2006/main">
              <a:ext uri="{FF2B5EF4-FFF2-40B4-BE49-F238E27FC236}">
                <a16:creationId xmlns:a16="http://schemas.microsoft.com/office/drawing/2014/main" id="{6C534A8F-167B-4B01-BEDD-991BFCC83BC5}"/>
              </a:ext>
            </a:extLst>
          </p:cNvPr>
          <p:cNvSpPr>
            <a:spLocks xmlns:a="http://schemas.openxmlformats.org/drawingml/2006/main" noGrp="1"/>
          </p:cNvSpPr>
          <p:nvPr/>
        </p:nvSpPr>
        <p:spPr>
          <a:xfrm xmlns:a="http://schemas.openxmlformats.org/drawingml/2006/main">
            <a:off x="2827506" y="379560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4" name="modena node 234">
            <a:extLst xmlns:a="http://schemas.openxmlformats.org/drawingml/2006/main">
              <a:ext uri="{FF2B5EF4-FFF2-40B4-BE49-F238E27FC236}">
                <a16:creationId xmlns:a16="http://schemas.microsoft.com/office/drawing/2014/main" id="{123C182E-7071-493F-8D8A-8DB95B2DAFFA}"/>
              </a:ext>
            </a:extLst>
          </p:cNvPr>
          <p:cNvSpPr>
            <a:spLocks xmlns:a="http://schemas.openxmlformats.org/drawingml/2006/main" noGrp="1"/>
          </p:cNvSpPr>
          <p:nvPr/>
        </p:nvSpPr>
        <p:spPr>
          <a:xfrm xmlns:a="http://schemas.openxmlformats.org/drawingml/2006/main">
            <a:off x="3196328" y="366724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5" name="modena node 235">
            <a:extLst xmlns:a="http://schemas.openxmlformats.org/drawingml/2006/main">
              <a:ext uri="{FF2B5EF4-FFF2-40B4-BE49-F238E27FC236}">
                <a16:creationId xmlns:a16="http://schemas.microsoft.com/office/drawing/2014/main" id="{8E2F50E5-02EE-4341-B0D3-B1A259890F6C}"/>
              </a:ext>
            </a:extLst>
          </p:cNvPr>
          <p:cNvSpPr>
            <a:spLocks xmlns:a="http://schemas.openxmlformats.org/drawingml/2006/main" noGrp="1"/>
          </p:cNvSpPr>
          <p:nvPr/>
        </p:nvSpPr>
        <p:spPr>
          <a:xfrm xmlns:a="http://schemas.openxmlformats.org/drawingml/2006/main">
            <a:off x="3237889" y="369283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6" name="modena node 236">
            <a:extLst xmlns:a="http://schemas.openxmlformats.org/drawingml/2006/main">
              <a:ext uri="{FF2B5EF4-FFF2-40B4-BE49-F238E27FC236}">
                <a16:creationId xmlns:a16="http://schemas.microsoft.com/office/drawing/2014/main" id="{AF5AC7E3-F323-485E-84C4-971B5DCFE07F}"/>
              </a:ext>
            </a:extLst>
          </p:cNvPr>
          <p:cNvSpPr>
            <a:spLocks xmlns:a="http://schemas.openxmlformats.org/drawingml/2006/main" noGrp="1"/>
          </p:cNvSpPr>
          <p:nvPr/>
        </p:nvSpPr>
        <p:spPr>
          <a:xfrm xmlns:a="http://schemas.openxmlformats.org/drawingml/2006/main">
            <a:off x="3426405" y="362331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7" name="modena node 237">
            <a:extLst xmlns:a="http://schemas.openxmlformats.org/drawingml/2006/main">
              <a:ext uri="{FF2B5EF4-FFF2-40B4-BE49-F238E27FC236}">
                <a16:creationId xmlns:a16="http://schemas.microsoft.com/office/drawing/2014/main" id="{E1600649-722B-49FA-A54F-3EB086AEE2CA}"/>
              </a:ext>
            </a:extLst>
          </p:cNvPr>
          <p:cNvSpPr>
            <a:spLocks xmlns:a="http://schemas.openxmlformats.org/drawingml/2006/main" noGrp="1"/>
          </p:cNvSpPr>
          <p:nvPr/>
        </p:nvSpPr>
        <p:spPr>
          <a:xfrm xmlns:a="http://schemas.openxmlformats.org/drawingml/2006/main">
            <a:off x="3134665" y="363298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8" name="modena node 238">
            <a:extLst xmlns:a="http://schemas.openxmlformats.org/drawingml/2006/main">
              <a:ext uri="{FF2B5EF4-FFF2-40B4-BE49-F238E27FC236}">
                <a16:creationId xmlns:a16="http://schemas.microsoft.com/office/drawing/2014/main" id="{76C3A9FE-834A-4ABD-949F-805AE064EB98}"/>
              </a:ext>
            </a:extLst>
          </p:cNvPr>
          <p:cNvSpPr>
            <a:spLocks xmlns:a="http://schemas.openxmlformats.org/drawingml/2006/main" noGrp="1"/>
          </p:cNvSpPr>
          <p:nvPr/>
        </p:nvSpPr>
        <p:spPr>
          <a:xfrm xmlns:a="http://schemas.openxmlformats.org/drawingml/2006/main">
            <a:off x="3180812" y="413032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69" name="modena node 239">
            <a:extLst xmlns:a="http://schemas.openxmlformats.org/drawingml/2006/main">
              <a:ext uri="{FF2B5EF4-FFF2-40B4-BE49-F238E27FC236}">
                <a16:creationId xmlns:a16="http://schemas.microsoft.com/office/drawing/2014/main" id="{54DB106E-6037-4A22-A0C7-BA80443E0B06}"/>
              </a:ext>
            </a:extLst>
          </p:cNvPr>
          <p:cNvSpPr>
            <a:spLocks xmlns:a="http://schemas.openxmlformats.org/drawingml/2006/main" noGrp="1"/>
          </p:cNvSpPr>
          <p:nvPr/>
        </p:nvSpPr>
        <p:spPr>
          <a:xfrm xmlns:a="http://schemas.openxmlformats.org/drawingml/2006/main">
            <a:off x="3343784" y="425808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0" name="modena node 240">
            <a:extLst xmlns:a="http://schemas.openxmlformats.org/drawingml/2006/main">
              <a:ext uri="{FF2B5EF4-FFF2-40B4-BE49-F238E27FC236}">
                <a16:creationId xmlns:a16="http://schemas.microsoft.com/office/drawing/2014/main" id="{D8D288FE-B753-4832-94C0-27E5C9467261}"/>
              </a:ext>
            </a:extLst>
          </p:cNvPr>
          <p:cNvSpPr>
            <a:spLocks xmlns:a="http://schemas.openxmlformats.org/drawingml/2006/main" noGrp="1"/>
          </p:cNvSpPr>
          <p:nvPr/>
        </p:nvSpPr>
        <p:spPr>
          <a:xfrm xmlns:a="http://schemas.openxmlformats.org/drawingml/2006/main">
            <a:off x="3569935" y="445657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1" name="modena node 241">
            <a:extLst xmlns:a="http://schemas.openxmlformats.org/drawingml/2006/main">
              <a:ext uri="{FF2B5EF4-FFF2-40B4-BE49-F238E27FC236}">
                <a16:creationId xmlns:a16="http://schemas.microsoft.com/office/drawing/2014/main" id="{1958A39B-63ED-4E9F-B00F-911C16F8DBD6}"/>
              </a:ext>
            </a:extLst>
          </p:cNvPr>
          <p:cNvSpPr>
            <a:spLocks xmlns:a="http://schemas.openxmlformats.org/drawingml/2006/main" noGrp="1"/>
          </p:cNvSpPr>
          <p:nvPr/>
        </p:nvSpPr>
        <p:spPr>
          <a:xfrm xmlns:a="http://schemas.openxmlformats.org/drawingml/2006/main">
            <a:off x="3879662" y="413354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2" name="modena node 242">
            <a:extLst xmlns:a="http://schemas.openxmlformats.org/drawingml/2006/main">
              <a:ext uri="{FF2B5EF4-FFF2-40B4-BE49-F238E27FC236}">
                <a16:creationId xmlns:a16="http://schemas.microsoft.com/office/drawing/2014/main" id="{96E0618B-5722-4A9E-A848-2DF0F9968C18}"/>
              </a:ext>
            </a:extLst>
          </p:cNvPr>
          <p:cNvSpPr>
            <a:spLocks xmlns:a="http://schemas.openxmlformats.org/drawingml/2006/main" noGrp="1"/>
          </p:cNvSpPr>
          <p:nvPr/>
        </p:nvSpPr>
        <p:spPr>
          <a:xfrm xmlns:a="http://schemas.openxmlformats.org/drawingml/2006/main">
            <a:off x="3852203" y="417183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3" name="modena node 243">
            <a:extLst xmlns:a="http://schemas.openxmlformats.org/drawingml/2006/main">
              <a:ext uri="{FF2B5EF4-FFF2-40B4-BE49-F238E27FC236}">
                <a16:creationId xmlns:a16="http://schemas.microsoft.com/office/drawing/2014/main" id="{186F4640-FE93-48A1-A46C-63F26C9E5D35}"/>
              </a:ext>
            </a:extLst>
          </p:cNvPr>
          <p:cNvSpPr>
            <a:spLocks xmlns:a="http://schemas.openxmlformats.org/drawingml/2006/main" noGrp="1"/>
          </p:cNvSpPr>
          <p:nvPr/>
        </p:nvSpPr>
        <p:spPr>
          <a:xfrm xmlns:a="http://schemas.openxmlformats.org/drawingml/2006/main">
            <a:off x="3756686" y="391470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4" name="modena node 244">
            <a:extLst xmlns:a="http://schemas.openxmlformats.org/drawingml/2006/main">
              <a:ext uri="{FF2B5EF4-FFF2-40B4-BE49-F238E27FC236}">
                <a16:creationId xmlns:a16="http://schemas.microsoft.com/office/drawing/2014/main" id="{8BAA5741-4BB9-41A5-800B-920BE1F56EE7}"/>
              </a:ext>
            </a:extLst>
          </p:cNvPr>
          <p:cNvSpPr>
            <a:spLocks xmlns:a="http://schemas.openxmlformats.org/drawingml/2006/main" noGrp="1"/>
          </p:cNvSpPr>
          <p:nvPr/>
        </p:nvSpPr>
        <p:spPr>
          <a:xfrm xmlns:a="http://schemas.openxmlformats.org/drawingml/2006/main">
            <a:off x="3729482" y="3917121"/>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5" name="modena node 245">
            <a:extLst xmlns:a="http://schemas.openxmlformats.org/drawingml/2006/main">
              <a:ext uri="{FF2B5EF4-FFF2-40B4-BE49-F238E27FC236}">
                <a16:creationId xmlns:a16="http://schemas.microsoft.com/office/drawing/2014/main" id="{27397EDD-F7C7-4DC1-8F7D-DA5EFE2F9EE7}"/>
              </a:ext>
            </a:extLst>
          </p:cNvPr>
          <p:cNvSpPr>
            <a:spLocks xmlns:a="http://schemas.openxmlformats.org/drawingml/2006/main" noGrp="1"/>
          </p:cNvSpPr>
          <p:nvPr/>
        </p:nvSpPr>
        <p:spPr>
          <a:xfrm xmlns:a="http://schemas.openxmlformats.org/drawingml/2006/main">
            <a:off x="3979661" y="3865735"/>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6" name="modena node 246">
            <a:extLst xmlns:a="http://schemas.openxmlformats.org/drawingml/2006/main">
              <a:ext uri="{FF2B5EF4-FFF2-40B4-BE49-F238E27FC236}">
                <a16:creationId xmlns:a16="http://schemas.microsoft.com/office/drawing/2014/main" id="{AE904EC7-7C1C-458D-A20C-75293EB00C95}"/>
              </a:ext>
            </a:extLst>
          </p:cNvPr>
          <p:cNvSpPr>
            <a:spLocks xmlns:a="http://schemas.openxmlformats.org/drawingml/2006/main" noGrp="1"/>
          </p:cNvSpPr>
          <p:nvPr/>
        </p:nvSpPr>
        <p:spPr>
          <a:xfrm xmlns:a="http://schemas.openxmlformats.org/drawingml/2006/main">
            <a:off x="3986061" y="3885684"/>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7" name="modena node 247">
            <a:extLst xmlns:a="http://schemas.openxmlformats.org/drawingml/2006/main">
              <a:ext uri="{FF2B5EF4-FFF2-40B4-BE49-F238E27FC236}">
                <a16:creationId xmlns:a16="http://schemas.microsoft.com/office/drawing/2014/main" id="{F2ED1093-0838-4A83-8192-51A38154AE49}"/>
              </a:ext>
            </a:extLst>
          </p:cNvPr>
          <p:cNvSpPr>
            <a:spLocks xmlns:a="http://schemas.openxmlformats.org/drawingml/2006/main" noGrp="1"/>
          </p:cNvSpPr>
          <p:nvPr/>
        </p:nvSpPr>
        <p:spPr>
          <a:xfrm xmlns:a="http://schemas.openxmlformats.org/drawingml/2006/main">
            <a:off x="3682984" y="305403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8" name="modena node 248">
            <a:extLst xmlns:a="http://schemas.openxmlformats.org/drawingml/2006/main">
              <a:ext uri="{FF2B5EF4-FFF2-40B4-BE49-F238E27FC236}">
                <a16:creationId xmlns:a16="http://schemas.microsoft.com/office/drawing/2014/main" id="{85AB73DF-36D4-4364-8145-D6E1FE082CC1}"/>
              </a:ext>
            </a:extLst>
          </p:cNvPr>
          <p:cNvSpPr>
            <a:spLocks xmlns:a="http://schemas.openxmlformats.org/drawingml/2006/main" noGrp="1"/>
          </p:cNvSpPr>
          <p:nvPr/>
        </p:nvSpPr>
        <p:spPr>
          <a:xfrm xmlns:a="http://schemas.openxmlformats.org/drawingml/2006/main">
            <a:off x="3263836" y="285474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79" name="modena node 249">
            <a:extLst xmlns:a="http://schemas.openxmlformats.org/drawingml/2006/main">
              <a:ext uri="{FF2B5EF4-FFF2-40B4-BE49-F238E27FC236}">
                <a16:creationId xmlns:a16="http://schemas.microsoft.com/office/drawing/2014/main" id="{82077CE0-81CC-4B68-BEA2-187BCA55C7DA}"/>
              </a:ext>
            </a:extLst>
          </p:cNvPr>
          <p:cNvSpPr>
            <a:spLocks xmlns:a="http://schemas.openxmlformats.org/drawingml/2006/main" noGrp="1"/>
          </p:cNvSpPr>
          <p:nvPr/>
        </p:nvSpPr>
        <p:spPr>
          <a:xfrm xmlns:a="http://schemas.openxmlformats.org/drawingml/2006/main">
            <a:off x="2628713" y="349313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0" name="modena node 250">
            <a:extLst xmlns:a="http://schemas.openxmlformats.org/drawingml/2006/main">
              <a:ext uri="{FF2B5EF4-FFF2-40B4-BE49-F238E27FC236}">
                <a16:creationId xmlns:a16="http://schemas.microsoft.com/office/drawing/2014/main" id="{2541D609-78A9-41D1-B5DE-C44DD5A2607B}"/>
              </a:ext>
            </a:extLst>
          </p:cNvPr>
          <p:cNvSpPr>
            <a:spLocks xmlns:a="http://schemas.openxmlformats.org/drawingml/2006/main" noGrp="1"/>
          </p:cNvSpPr>
          <p:nvPr/>
        </p:nvSpPr>
        <p:spPr>
          <a:xfrm xmlns:a="http://schemas.openxmlformats.org/drawingml/2006/main">
            <a:off x="2707807" y="353323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1" name="modena node 251">
            <a:extLst xmlns:a="http://schemas.openxmlformats.org/drawingml/2006/main">
              <a:ext uri="{FF2B5EF4-FFF2-40B4-BE49-F238E27FC236}">
                <a16:creationId xmlns:a16="http://schemas.microsoft.com/office/drawing/2014/main" id="{E66EB756-81FD-450C-B63C-06704471273D}"/>
              </a:ext>
            </a:extLst>
          </p:cNvPr>
          <p:cNvSpPr>
            <a:spLocks xmlns:a="http://schemas.openxmlformats.org/drawingml/2006/main" noGrp="1"/>
          </p:cNvSpPr>
          <p:nvPr/>
        </p:nvSpPr>
        <p:spPr>
          <a:xfrm xmlns:a="http://schemas.openxmlformats.org/drawingml/2006/main">
            <a:off x="2375059" y="392256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2" name="modena node 252">
            <a:extLst xmlns:a="http://schemas.openxmlformats.org/drawingml/2006/main">
              <a:ext uri="{FF2B5EF4-FFF2-40B4-BE49-F238E27FC236}">
                <a16:creationId xmlns:a16="http://schemas.microsoft.com/office/drawing/2014/main" id="{E6E701D7-25D4-4F2A-A467-F3FE60461A21}"/>
              </a:ext>
            </a:extLst>
          </p:cNvPr>
          <p:cNvSpPr>
            <a:spLocks xmlns:a="http://schemas.openxmlformats.org/drawingml/2006/main" noGrp="1"/>
          </p:cNvSpPr>
          <p:nvPr/>
        </p:nvSpPr>
        <p:spPr>
          <a:xfrm xmlns:a="http://schemas.openxmlformats.org/drawingml/2006/main">
            <a:off x="2104728" y="3858883"/>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3" name="modena node 253">
            <a:extLst xmlns:a="http://schemas.openxmlformats.org/drawingml/2006/main">
              <a:ext uri="{FF2B5EF4-FFF2-40B4-BE49-F238E27FC236}">
                <a16:creationId xmlns:a16="http://schemas.microsoft.com/office/drawing/2014/main" id="{F132FF7A-1741-4E29-B1EA-643E0E70310E}"/>
              </a:ext>
            </a:extLst>
          </p:cNvPr>
          <p:cNvSpPr>
            <a:spLocks xmlns:a="http://schemas.openxmlformats.org/drawingml/2006/main" noGrp="1"/>
          </p:cNvSpPr>
          <p:nvPr/>
        </p:nvSpPr>
        <p:spPr>
          <a:xfrm xmlns:a="http://schemas.openxmlformats.org/drawingml/2006/main">
            <a:off x="1781952" y="3248699"/>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4" name="modena node 254">
            <a:extLst xmlns:a="http://schemas.openxmlformats.org/drawingml/2006/main">
              <a:ext uri="{FF2B5EF4-FFF2-40B4-BE49-F238E27FC236}">
                <a16:creationId xmlns:a16="http://schemas.microsoft.com/office/drawing/2014/main" id="{3D88C1E6-E5C0-444A-8126-D82C6BA1DEC1}"/>
              </a:ext>
            </a:extLst>
          </p:cNvPr>
          <p:cNvSpPr>
            <a:spLocks xmlns:a="http://schemas.openxmlformats.org/drawingml/2006/main" noGrp="1"/>
          </p:cNvSpPr>
          <p:nvPr/>
        </p:nvSpPr>
        <p:spPr>
          <a:xfrm xmlns:a="http://schemas.openxmlformats.org/drawingml/2006/main">
            <a:off x="2990934" y="440297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5" name="modena node 255">
            <a:extLst xmlns:a="http://schemas.openxmlformats.org/drawingml/2006/main">
              <a:ext uri="{FF2B5EF4-FFF2-40B4-BE49-F238E27FC236}">
                <a16:creationId xmlns:a16="http://schemas.microsoft.com/office/drawing/2014/main" id="{FB699363-76EA-4EE6-8243-EEA8B58B525F}"/>
              </a:ext>
            </a:extLst>
          </p:cNvPr>
          <p:cNvSpPr>
            <a:spLocks xmlns:a="http://schemas.openxmlformats.org/drawingml/2006/main" noGrp="1"/>
          </p:cNvSpPr>
          <p:nvPr/>
        </p:nvSpPr>
        <p:spPr>
          <a:xfrm xmlns:a="http://schemas.openxmlformats.org/drawingml/2006/main">
            <a:off x="3143882" y="439591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6" name="modena node 256">
            <a:extLst xmlns:a="http://schemas.openxmlformats.org/drawingml/2006/main">
              <a:ext uri="{FF2B5EF4-FFF2-40B4-BE49-F238E27FC236}">
                <a16:creationId xmlns:a16="http://schemas.microsoft.com/office/drawing/2014/main" id="{8BD3BBCB-8CC8-4B26-A580-15D1FCD911C8}"/>
              </a:ext>
            </a:extLst>
          </p:cNvPr>
          <p:cNvSpPr>
            <a:spLocks xmlns:a="http://schemas.openxmlformats.org/drawingml/2006/main" noGrp="1"/>
          </p:cNvSpPr>
          <p:nvPr/>
        </p:nvSpPr>
        <p:spPr>
          <a:xfrm xmlns:a="http://schemas.openxmlformats.org/drawingml/2006/main">
            <a:off x="3602024" y="320980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7" name="modena node 257">
            <a:extLst xmlns:a="http://schemas.openxmlformats.org/drawingml/2006/main">
              <a:ext uri="{FF2B5EF4-FFF2-40B4-BE49-F238E27FC236}">
                <a16:creationId xmlns:a16="http://schemas.microsoft.com/office/drawing/2014/main" id="{D176538C-E3E0-46C6-AAF1-BFCE04CF3CA6}"/>
              </a:ext>
            </a:extLst>
          </p:cNvPr>
          <p:cNvSpPr>
            <a:spLocks xmlns:a="http://schemas.openxmlformats.org/drawingml/2006/main" noGrp="1"/>
          </p:cNvSpPr>
          <p:nvPr/>
        </p:nvSpPr>
        <p:spPr>
          <a:xfrm xmlns:a="http://schemas.openxmlformats.org/drawingml/2006/main">
            <a:off x="2231380" y="4058180"/>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8" name="modena node 258">
            <a:extLst xmlns:a="http://schemas.openxmlformats.org/drawingml/2006/main">
              <a:ext uri="{FF2B5EF4-FFF2-40B4-BE49-F238E27FC236}">
                <a16:creationId xmlns:a16="http://schemas.microsoft.com/office/drawing/2014/main" id="{CFD4207B-DF08-450E-9AAC-ECA909CB6E45}"/>
              </a:ext>
            </a:extLst>
          </p:cNvPr>
          <p:cNvSpPr>
            <a:spLocks xmlns:a="http://schemas.openxmlformats.org/drawingml/2006/main" noGrp="1"/>
          </p:cNvSpPr>
          <p:nvPr/>
        </p:nvSpPr>
        <p:spPr>
          <a:xfrm xmlns:a="http://schemas.openxmlformats.org/drawingml/2006/main">
            <a:off x="1792684" y="398039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89" name="modena node 259">
            <a:extLst xmlns:a="http://schemas.openxmlformats.org/drawingml/2006/main">
              <a:ext uri="{FF2B5EF4-FFF2-40B4-BE49-F238E27FC236}">
                <a16:creationId xmlns:a16="http://schemas.microsoft.com/office/drawing/2014/main" id="{DCA7B8D1-D0E6-4CCE-8712-DCACFEC7CC57}"/>
              </a:ext>
            </a:extLst>
          </p:cNvPr>
          <p:cNvSpPr>
            <a:spLocks xmlns:a="http://schemas.openxmlformats.org/drawingml/2006/main" noGrp="1"/>
          </p:cNvSpPr>
          <p:nvPr/>
        </p:nvSpPr>
        <p:spPr>
          <a:xfrm xmlns:a="http://schemas.openxmlformats.org/drawingml/2006/main">
            <a:off x="1776563" y="401525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0" name="modena node 260">
            <a:extLst xmlns:a="http://schemas.openxmlformats.org/drawingml/2006/main">
              <a:ext uri="{FF2B5EF4-FFF2-40B4-BE49-F238E27FC236}">
                <a16:creationId xmlns:a16="http://schemas.microsoft.com/office/drawing/2014/main" id="{EC9F55BE-78DF-45D4-9A28-680B663885A7}"/>
              </a:ext>
            </a:extLst>
          </p:cNvPr>
          <p:cNvSpPr>
            <a:spLocks xmlns:a="http://schemas.openxmlformats.org/drawingml/2006/main" noGrp="1"/>
          </p:cNvSpPr>
          <p:nvPr/>
        </p:nvSpPr>
        <p:spPr>
          <a:xfrm xmlns:a="http://schemas.openxmlformats.org/drawingml/2006/main">
            <a:off x="1767294" y="401928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1" name="modena node 261">
            <a:extLst xmlns:a="http://schemas.openxmlformats.org/drawingml/2006/main">
              <a:ext uri="{FF2B5EF4-FFF2-40B4-BE49-F238E27FC236}">
                <a16:creationId xmlns:a16="http://schemas.microsoft.com/office/drawing/2014/main" id="{44620D79-40D1-4310-9766-4A624BAEC299}"/>
              </a:ext>
            </a:extLst>
          </p:cNvPr>
          <p:cNvSpPr>
            <a:spLocks xmlns:a="http://schemas.openxmlformats.org/drawingml/2006/main" noGrp="1"/>
          </p:cNvSpPr>
          <p:nvPr/>
        </p:nvSpPr>
        <p:spPr>
          <a:xfrm xmlns:a="http://schemas.openxmlformats.org/drawingml/2006/main">
            <a:off x="1779687" y="409042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2" name="modena node 262">
            <a:extLst xmlns:a="http://schemas.openxmlformats.org/drawingml/2006/main">
              <a:ext uri="{FF2B5EF4-FFF2-40B4-BE49-F238E27FC236}">
                <a16:creationId xmlns:a16="http://schemas.microsoft.com/office/drawing/2014/main" id="{D75A19FC-F6F5-41D5-B6D9-0082924D3834}"/>
              </a:ext>
            </a:extLst>
          </p:cNvPr>
          <p:cNvSpPr>
            <a:spLocks xmlns:a="http://schemas.openxmlformats.org/drawingml/2006/main" noGrp="1"/>
          </p:cNvSpPr>
          <p:nvPr/>
        </p:nvSpPr>
        <p:spPr>
          <a:xfrm xmlns:a="http://schemas.openxmlformats.org/drawingml/2006/main">
            <a:off x="1814549" y="4106342"/>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3" name="modena node 263">
            <a:extLst xmlns:a="http://schemas.openxmlformats.org/drawingml/2006/main">
              <a:ext uri="{FF2B5EF4-FFF2-40B4-BE49-F238E27FC236}">
                <a16:creationId xmlns:a16="http://schemas.microsoft.com/office/drawing/2014/main" id="{2DF18689-CF3F-41A2-B067-F9C22F9C2E6D}"/>
              </a:ext>
            </a:extLst>
          </p:cNvPr>
          <p:cNvSpPr>
            <a:spLocks xmlns:a="http://schemas.openxmlformats.org/drawingml/2006/main" noGrp="1"/>
          </p:cNvSpPr>
          <p:nvPr/>
        </p:nvSpPr>
        <p:spPr>
          <a:xfrm xmlns:a="http://schemas.openxmlformats.org/drawingml/2006/main">
            <a:off x="1856008" y="4158736"/>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4" name="modena node 264">
            <a:extLst xmlns:a="http://schemas.openxmlformats.org/drawingml/2006/main">
              <a:ext uri="{FF2B5EF4-FFF2-40B4-BE49-F238E27FC236}">
                <a16:creationId xmlns:a16="http://schemas.microsoft.com/office/drawing/2014/main" id="{A495962F-F7BD-4E93-B76D-07246ACCB2E6}"/>
              </a:ext>
            </a:extLst>
          </p:cNvPr>
          <p:cNvSpPr>
            <a:spLocks xmlns:a="http://schemas.openxmlformats.org/drawingml/2006/main" noGrp="1"/>
          </p:cNvSpPr>
          <p:nvPr/>
        </p:nvSpPr>
        <p:spPr>
          <a:xfrm xmlns:a="http://schemas.openxmlformats.org/drawingml/2006/main">
            <a:off x="1778679" y="312597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5" name="modena node 265">
            <a:extLst xmlns:a="http://schemas.openxmlformats.org/drawingml/2006/main">
              <a:ext uri="{FF2B5EF4-FFF2-40B4-BE49-F238E27FC236}">
                <a16:creationId xmlns:a16="http://schemas.microsoft.com/office/drawing/2014/main" id="{A75A0337-CC39-4B0C-AB2A-0F9B52DCDD85}"/>
              </a:ext>
            </a:extLst>
          </p:cNvPr>
          <p:cNvSpPr>
            <a:spLocks xmlns:a="http://schemas.openxmlformats.org/drawingml/2006/main" noGrp="1"/>
          </p:cNvSpPr>
          <p:nvPr/>
        </p:nvSpPr>
        <p:spPr>
          <a:xfrm xmlns:a="http://schemas.openxmlformats.org/drawingml/2006/main">
            <a:off x="2682670" y="350542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6" name="modena node 266">
            <a:extLst xmlns:a="http://schemas.openxmlformats.org/drawingml/2006/main">
              <a:ext uri="{FF2B5EF4-FFF2-40B4-BE49-F238E27FC236}">
                <a16:creationId xmlns:a16="http://schemas.microsoft.com/office/drawing/2014/main" id="{A8D4C840-97D5-40CE-9935-53E6679A6E0E}"/>
              </a:ext>
            </a:extLst>
          </p:cNvPr>
          <p:cNvSpPr>
            <a:spLocks xmlns:a="http://schemas.openxmlformats.org/drawingml/2006/main" noGrp="1"/>
          </p:cNvSpPr>
          <p:nvPr/>
        </p:nvSpPr>
        <p:spPr>
          <a:xfrm xmlns:a="http://schemas.openxmlformats.org/drawingml/2006/main">
            <a:off x="2752039" y="4256067"/>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7" name="modena node 267">
            <a:extLst xmlns:a="http://schemas.openxmlformats.org/drawingml/2006/main">
              <a:ext uri="{FF2B5EF4-FFF2-40B4-BE49-F238E27FC236}">
                <a16:creationId xmlns:a16="http://schemas.microsoft.com/office/drawing/2014/main" id="{04466CB8-F8F3-4B6B-A1B4-166909093B9B}"/>
              </a:ext>
            </a:extLst>
          </p:cNvPr>
          <p:cNvSpPr>
            <a:spLocks xmlns:a="http://schemas.openxmlformats.org/drawingml/2006/main" noGrp="1"/>
          </p:cNvSpPr>
          <p:nvPr/>
        </p:nvSpPr>
        <p:spPr>
          <a:xfrm xmlns:a="http://schemas.openxmlformats.org/drawingml/2006/main">
            <a:off x="2862972" y="417505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8" name="modena node 268">
            <a:extLst xmlns:a="http://schemas.openxmlformats.org/drawingml/2006/main">
              <a:ext uri="{FF2B5EF4-FFF2-40B4-BE49-F238E27FC236}">
                <a16:creationId xmlns:a16="http://schemas.microsoft.com/office/drawing/2014/main" id="{49981F90-8220-43E0-802C-12ABE1E149CE}"/>
              </a:ext>
            </a:extLst>
          </p:cNvPr>
          <p:cNvSpPr>
            <a:spLocks xmlns:a="http://schemas.openxmlformats.org/drawingml/2006/main" noGrp="1"/>
          </p:cNvSpPr>
          <p:nvPr/>
        </p:nvSpPr>
        <p:spPr>
          <a:xfrm xmlns:a="http://schemas.openxmlformats.org/drawingml/2006/main">
            <a:off x="3198896" y="4072488"/>
            <a:ext cx="42863" cy="4286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599" name="modena node 269">
            <a:extLst xmlns:a="http://schemas.openxmlformats.org/drawingml/2006/main">
              <a:ext uri="{FF2B5EF4-FFF2-40B4-BE49-F238E27FC236}">
                <a16:creationId xmlns:a16="http://schemas.microsoft.com/office/drawing/2014/main" id="{5432C222-F714-417A-8E7A-DF47AC67053E}"/>
              </a:ext>
            </a:extLst>
          </p:cNvPr>
          <p:cNvSpPr>
            <a:spLocks xmlns:a="http://schemas.openxmlformats.org/drawingml/2006/main" noGrp="1"/>
          </p:cNvSpPr>
          <p:nvPr/>
        </p:nvSpPr>
        <p:spPr>
          <a:xfrm xmlns:a="http://schemas.openxmlformats.org/drawingml/2006/main">
            <a:off x="3465031" y="3275082"/>
            <a:ext cx="87630" cy="87630"/>
          </a:xfrm>
          <a:prstGeom xmlns:a="http://schemas.openxmlformats.org/drawingml/2006/main" prst="rect">
            <a:avLst/>
          </a:prstGeom>
          <a:solidFill xmlns:a="http://schemas.openxmlformats.org/drawingml/2006/main">
            <a:srgbClr val="822433"/>
          </a:solidFill>
          <a:ln xmlns:a="http://schemas.openxmlformats.org/drawingml/2006/main" w="0">
            <a:noFill/>
          </a:ln>
        </p:spPr>
      </p:sp>
      <p:sp>
        <p:nvSpPr>
          <p:cNvPr id="600" name="modena node 270">
            <a:extLst xmlns:a="http://schemas.openxmlformats.org/drawingml/2006/main">
              <a:ext uri="{FF2B5EF4-FFF2-40B4-BE49-F238E27FC236}">
                <a16:creationId xmlns:a16="http://schemas.microsoft.com/office/drawing/2014/main" id="{A0F72604-1CFC-4F9D-8BED-395DF69D9141}"/>
              </a:ext>
            </a:extLst>
          </p:cNvPr>
          <p:cNvSpPr>
            <a:spLocks xmlns:a="http://schemas.openxmlformats.org/drawingml/2006/main" noGrp="1"/>
          </p:cNvSpPr>
          <p:nvPr/>
        </p:nvSpPr>
        <p:spPr>
          <a:xfrm xmlns:a="http://schemas.openxmlformats.org/drawingml/2006/main">
            <a:off x="1809443" y="3196089"/>
            <a:ext cx="87630" cy="87630"/>
          </a:xfrm>
          <a:prstGeom xmlns:a="http://schemas.openxmlformats.org/drawingml/2006/main" prst="rect">
            <a:avLst/>
          </a:prstGeom>
          <a:solidFill xmlns:a="http://schemas.openxmlformats.org/drawingml/2006/main">
            <a:srgbClr val="822433"/>
          </a:solidFill>
          <a:ln xmlns:a="http://schemas.openxmlformats.org/drawingml/2006/main" w="0">
            <a:noFill/>
          </a:ln>
        </p:spPr>
      </p:sp>
      <p:sp>
        <p:nvSpPr>
          <p:cNvPr id="601" name="modena node 271">
            <a:extLst xmlns:a="http://schemas.openxmlformats.org/drawingml/2006/main">
              <a:ext uri="{FF2B5EF4-FFF2-40B4-BE49-F238E27FC236}">
                <a16:creationId xmlns:a16="http://schemas.microsoft.com/office/drawing/2014/main" id="{4F9806FE-B87B-4E64-B308-275603AEB8F3}"/>
              </a:ext>
            </a:extLst>
          </p:cNvPr>
          <p:cNvSpPr>
            <a:spLocks xmlns:a="http://schemas.openxmlformats.org/drawingml/2006/main" noGrp="1"/>
          </p:cNvSpPr>
          <p:nvPr/>
        </p:nvSpPr>
        <p:spPr>
          <a:xfrm xmlns:a="http://schemas.openxmlformats.org/drawingml/2006/main">
            <a:off x="1826370" y="4047283"/>
            <a:ext cx="87630" cy="87630"/>
          </a:xfrm>
          <a:prstGeom xmlns:a="http://schemas.openxmlformats.org/drawingml/2006/main" prst="rect">
            <a:avLst/>
          </a:prstGeom>
          <a:solidFill xmlns:a="http://schemas.openxmlformats.org/drawingml/2006/main">
            <a:srgbClr val="822433"/>
          </a:solidFill>
          <a:ln xmlns:a="http://schemas.openxmlformats.org/drawingml/2006/main" w="0">
            <a:noFill/>
          </a:ln>
        </p:spPr>
      </p:sp>
      <p:sp>
        <p:nvSpPr>
          <p:cNvPr id="602" name="modena node 272">
            <a:extLst xmlns:a="http://schemas.openxmlformats.org/drawingml/2006/main">
              <a:ext uri="{FF2B5EF4-FFF2-40B4-BE49-F238E27FC236}">
                <a16:creationId xmlns:a16="http://schemas.microsoft.com/office/drawing/2014/main" id="{E74E28E9-4524-4D0F-AAB3-894A9D7BDFB0}"/>
              </a:ext>
            </a:extLst>
          </p:cNvPr>
          <p:cNvSpPr>
            <a:spLocks xmlns:a="http://schemas.openxmlformats.org/drawingml/2006/main" noGrp="1"/>
          </p:cNvSpPr>
          <p:nvPr/>
        </p:nvSpPr>
        <p:spPr>
          <a:xfrm xmlns:a="http://schemas.openxmlformats.org/drawingml/2006/main">
            <a:off x="3533949" y="4832985"/>
            <a:ext cx="87630" cy="87630"/>
          </a:xfrm>
          <a:prstGeom xmlns:a="http://schemas.openxmlformats.org/drawingml/2006/main" prst="rect">
            <a:avLst/>
          </a:prstGeom>
          <a:solidFill xmlns:a="http://schemas.openxmlformats.org/drawingml/2006/main">
            <a:srgbClr val="822433"/>
          </a:solidFill>
          <a:ln xmlns:a="http://schemas.openxmlformats.org/drawingml/2006/main" w="0">
            <a:noFill/>
          </a:ln>
        </p:spPr>
      </p:sp>
      <p:cxnSp>
        <p:nvCxnSpPr>
          <p:cNvPr id="603" name="">
            <a:extLst xmlns:a="http://schemas.openxmlformats.org/drawingml/2006/main">
              <a:ext uri="{FF2B5EF4-FFF2-40B4-BE49-F238E27FC236}">
                <a16:creationId xmlns:a16="http://schemas.microsoft.com/office/drawing/2014/main" id="{9392B3AA-473C-4618-8464-34E68153C6E0}"/>
              </a:ext>
            </a:extLst>
          </p:cNvPr>
          <p:cNvCxnSpPr/>
          <p:nvPr/>
        </p:nvCxnSpPr>
        <p:spPr>
          <a:xfrm xmlns:a="http://schemas.openxmlformats.org/drawingml/2006/main" flipH="0" flipV="1">
            <a:off x="5924221" y="3449331"/>
            <a:ext cx="1084" cy="28357"/>
          </a:xfrm>
          <a:prstGeom xmlns:a="http://schemas.openxmlformats.org/drawingml/2006/main" prst="straightConnector1">
            <a:avLst/>
          </a:prstGeom>
          <a:ln xmlns:a="http://schemas.openxmlformats.org/drawingml/2006/main" w="6191">
            <a:solidFill>
              <a:srgbClr val="A9B8C2"/>
            </a:solidFill>
            <a:prstDash val="solid"/>
          </a:ln>
        </p:spPr>
      </p:cxnSp>
      <p:cxnSp>
        <p:nvCxnSpPr>
          <p:cNvPr id="604" name="">
            <a:extLst xmlns:a="http://schemas.openxmlformats.org/drawingml/2006/main">
              <a:ext uri="{FF2B5EF4-FFF2-40B4-BE49-F238E27FC236}">
                <a16:creationId xmlns:a16="http://schemas.microsoft.com/office/drawing/2014/main" id="{AF4320A3-B4A1-4C0D-B5B9-B0EC6718B4CE}"/>
              </a:ext>
            </a:extLst>
          </p:cNvPr>
          <p:cNvCxnSpPr/>
          <p:nvPr/>
        </p:nvCxnSpPr>
        <p:spPr>
          <a:xfrm xmlns:a="http://schemas.openxmlformats.org/drawingml/2006/main" flipH="0" flipV="1">
            <a:off x="5921087" y="3523374"/>
            <a:ext cx="778" cy="16894"/>
          </a:xfrm>
          <a:prstGeom xmlns:a="http://schemas.openxmlformats.org/drawingml/2006/main" prst="straightConnector1">
            <a:avLst/>
          </a:prstGeom>
          <a:ln xmlns:a="http://schemas.openxmlformats.org/drawingml/2006/main" w="6191">
            <a:solidFill>
              <a:srgbClr val="A9B8C2"/>
            </a:solidFill>
            <a:prstDash val="solid"/>
          </a:ln>
        </p:spPr>
      </p:cxnSp>
      <p:cxnSp>
        <p:nvCxnSpPr>
          <p:cNvPr id="605" name="">
            <a:extLst xmlns:a="http://schemas.openxmlformats.org/drawingml/2006/main">
              <a:ext uri="{FF2B5EF4-FFF2-40B4-BE49-F238E27FC236}">
                <a16:creationId xmlns:a16="http://schemas.microsoft.com/office/drawing/2014/main" id="{3F633145-18ED-4218-9DCE-9493EBC56837}"/>
              </a:ext>
            </a:extLst>
          </p:cNvPr>
          <p:cNvCxnSpPr/>
          <p:nvPr/>
        </p:nvCxnSpPr>
        <p:spPr>
          <a:xfrm xmlns:a="http://schemas.openxmlformats.org/drawingml/2006/main" flipH="0" flipV="0">
            <a:off x="6437931" y="3517319"/>
            <a:ext cx="34294" cy="41658"/>
          </a:xfrm>
          <a:prstGeom xmlns:a="http://schemas.openxmlformats.org/drawingml/2006/main" prst="straightConnector1">
            <a:avLst/>
          </a:prstGeom>
          <a:ln xmlns:a="http://schemas.openxmlformats.org/drawingml/2006/main" w="6191">
            <a:solidFill>
              <a:srgbClr val="A9B8C2"/>
            </a:solidFill>
            <a:prstDash val="solid"/>
          </a:ln>
        </p:spPr>
      </p:cxnSp>
      <p:cxnSp>
        <p:nvCxnSpPr>
          <p:cNvPr id="606" name="">
            <a:extLst xmlns:a="http://schemas.openxmlformats.org/drawingml/2006/main">
              <a:ext uri="{FF2B5EF4-FFF2-40B4-BE49-F238E27FC236}">
                <a16:creationId xmlns:a16="http://schemas.microsoft.com/office/drawing/2014/main" id="{3DD5102D-0AE5-467D-87D8-F710070B373C}"/>
              </a:ext>
            </a:extLst>
          </p:cNvPr>
          <p:cNvCxnSpPr/>
          <p:nvPr/>
        </p:nvCxnSpPr>
        <p:spPr>
          <a:xfrm xmlns:a="http://schemas.openxmlformats.org/drawingml/2006/main" flipH="1" flipV="0">
            <a:off x="5914101" y="3687872"/>
            <a:ext cx="34424" cy="836"/>
          </a:xfrm>
          <a:prstGeom xmlns:a="http://schemas.openxmlformats.org/drawingml/2006/main" prst="straightConnector1">
            <a:avLst/>
          </a:prstGeom>
          <a:ln xmlns:a="http://schemas.openxmlformats.org/drawingml/2006/main" w="6191">
            <a:solidFill>
              <a:srgbClr val="A9B8C2"/>
            </a:solidFill>
            <a:prstDash val="solid"/>
          </a:ln>
        </p:spPr>
      </p:cxnSp>
      <p:cxnSp>
        <p:nvCxnSpPr>
          <p:cNvPr id="607" name="">
            <a:extLst xmlns:a="http://schemas.openxmlformats.org/drawingml/2006/main">
              <a:ext uri="{FF2B5EF4-FFF2-40B4-BE49-F238E27FC236}">
                <a16:creationId xmlns:a16="http://schemas.microsoft.com/office/drawing/2014/main" id="{21E91C22-9294-4285-BA67-B14B01D4D8FA}"/>
              </a:ext>
            </a:extLst>
          </p:cNvPr>
          <p:cNvCxnSpPr/>
          <p:nvPr/>
        </p:nvCxnSpPr>
        <p:spPr>
          <a:xfrm xmlns:a="http://schemas.openxmlformats.org/drawingml/2006/main" flipH="0" flipV="1">
            <a:off x="5389753" y="2997636"/>
            <a:ext cx="3475" cy="27803"/>
          </a:xfrm>
          <a:prstGeom xmlns:a="http://schemas.openxmlformats.org/drawingml/2006/main" prst="straightConnector1">
            <a:avLst/>
          </a:prstGeom>
          <a:ln xmlns:a="http://schemas.openxmlformats.org/drawingml/2006/main" w="6191">
            <a:solidFill>
              <a:srgbClr val="A9B8C2"/>
            </a:solidFill>
            <a:prstDash val="solid"/>
          </a:ln>
        </p:spPr>
      </p:cxnSp>
      <p:cxnSp>
        <p:nvCxnSpPr>
          <p:cNvPr id="608" name="">
            <a:extLst xmlns:a="http://schemas.openxmlformats.org/drawingml/2006/main">
              <a:ext uri="{FF2B5EF4-FFF2-40B4-BE49-F238E27FC236}">
                <a16:creationId xmlns:a16="http://schemas.microsoft.com/office/drawing/2014/main" id="{FE1478A5-A274-4806-A89E-E0EA7E7584AE}"/>
              </a:ext>
            </a:extLst>
          </p:cNvPr>
          <p:cNvCxnSpPr/>
          <p:nvPr/>
        </p:nvCxnSpPr>
        <p:spPr>
          <a:xfrm xmlns:a="http://schemas.openxmlformats.org/drawingml/2006/main" flipH="0" flipV="0">
            <a:off x="5389529" y="3260682"/>
            <a:ext cx="36698" cy="2380"/>
          </a:xfrm>
          <a:prstGeom xmlns:a="http://schemas.openxmlformats.org/drawingml/2006/main" prst="straightConnector1">
            <a:avLst/>
          </a:prstGeom>
          <a:ln xmlns:a="http://schemas.openxmlformats.org/drawingml/2006/main" w="6191">
            <a:solidFill>
              <a:srgbClr val="A9B8C2"/>
            </a:solidFill>
            <a:prstDash val="solid"/>
          </a:ln>
        </p:spPr>
      </p:cxnSp>
      <p:cxnSp>
        <p:nvCxnSpPr>
          <p:cNvPr id="609" name="">
            <a:extLst xmlns:a="http://schemas.openxmlformats.org/drawingml/2006/main">
              <a:ext uri="{FF2B5EF4-FFF2-40B4-BE49-F238E27FC236}">
                <a16:creationId xmlns:a16="http://schemas.microsoft.com/office/drawing/2014/main" id="{3D32F77E-FB3A-4B5F-9B3F-9F76FE5A86CC}"/>
              </a:ext>
            </a:extLst>
          </p:cNvPr>
          <p:cNvCxnSpPr/>
          <p:nvPr/>
        </p:nvCxnSpPr>
        <p:spPr>
          <a:xfrm xmlns:a="http://schemas.openxmlformats.org/drawingml/2006/main" flipH="1" flipV="0">
            <a:off x="5372388" y="3165609"/>
            <a:ext cx="5643" cy="50811"/>
          </a:xfrm>
          <a:prstGeom xmlns:a="http://schemas.openxmlformats.org/drawingml/2006/main" prst="straightConnector1">
            <a:avLst/>
          </a:prstGeom>
          <a:ln xmlns:a="http://schemas.openxmlformats.org/drawingml/2006/main" w="6191">
            <a:solidFill>
              <a:srgbClr val="A9B8C2"/>
            </a:solidFill>
            <a:prstDash val="solid"/>
          </a:ln>
        </p:spPr>
      </p:cxnSp>
      <p:cxnSp>
        <p:nvCxnSpPr>
          <p:cNvPr id="610" name="">
            <a:extLst xmlns:a="http://schemas.openxmlformats.org/drawingml/2006/main">
              <a:ext uri="{FF2B5EF4-FFF2-40B4-BE49-F238E27FC236}">
                <a16:creationId xmlns:a16="http://schemas.microsoft.com/office/drawing/2014/main" id="{886DD975-F5C7-437F-9239-41681E7163A0}"/>
              </a:ext>
            </a:extLst>
          </p:cNvPr>
          <p:cNvCxnSpPr/>
          <p:nvPr/>
        </p:nvCxnSpPr>
        <p:spPr>
          <a:xfrm xmlns:a="http://schemas.openxmlformats.org/drawingml/2006/main" flipH="0" flipV="0">
            <a:off x="5689638" y="3014565"/>
            <a:ext cx="58575" cy="21618"/>
          </a:xfrm>
          <a:prstGeom xmlns:a="http://schemas.openxmlformats.org/drawingml/2006/main" prst="straightConnector1">
            <a:avLst/>
          </a:prstGeom>
          <a:ln xmlns:a="http://schemas.openxmlformats.org/drawingml/2006/main" w="6191">
            <a:solidFill>
              <a:srgbClr val="A9B8C2"/>
            </a:solidFill>
            <a:prstDash val="solid"/>
          </a:ln>
        </p:spPr>
      </p:cxnSp>
      <p:cxnSp>
        <p:nvCxnSpPr>
          <p:cNvPr id="611" name="">
            <a:extLst xmlns:a="http://schemas.openxmlformats.org/drawingml/2006/main">
              <a:ext uri="{FF2B5EF4-FFF2-40B4-BE49-F238E27FC236}">
                <a16:creationId xmlns:a16="http://schemas.microsoft.com/office/drawing/2014/main" id="{F45A4755-A03D-49A4-924F-167B82CCFB84}"/>
              </a:ext>
            </a:extLst>
          </p:cNvPr>
          <p:cNvCxnSpPr/>
          <p:nvPr/>
        </p:nvCxnSpPr>
        <p:spPr>
          <a:xfrm xmlns:a="http://schemas.openxmlformats.org/drawingml/2006/main" flipH="0" flipV="1">
            <a:off x="5917836" y="3540268"/>
            <a:ext cx="3252" cy="62498"/>
          </a:xfrm>
          <a:prstGeom xmlns:a="http://schemas.openxmlformats.org/drawingml/2006/main" prst="straightConnector1">
            <a:avLst/>
          </a:prstGeom>
          <a:ln xmlns:a="http://schemas.openxmlformats.org/drawingml/2006/main" w="6191">
            <a:solidFill>
              <a:srgbClr val="A9B8C2"/>
            </a:solidFill>
            <a:prstDash val="solid"/>
          </a:ln>
        </p:spPr>
      </p:cxnSp>
      <p:cxnSp>
        <p:nvCxnSpPr>
          <p:cNvPr id="612" name="">
            <a:extLst xmlns:a="http://schemas.openxmlformats.org/drawingml/2006/main">
              <a:ext uri="{FF2B5EF4-FFF2-40B4-BE49-F238E27FC236}">
                <a16:creationId xmlns:a16="http://schemas.microsoft.com/office/drawing/2014/main" id="{859A96D4-9175-4715-8C95-BBE28C7DFAFA}"/>
              </a:ext>
            </a:extLst>
          </p:cNvPr>
          <p:cNvCxnSpPr/>
          <p:nvPr/>
        </p:nvCxnSpPr>
        <p:spPr>
          <a:xfrm xmlns:a="http://schemas.openxmlformats.org/drawingml/2006/main" flipH="0" flipV="1">
            <a:off x="5747400" y="3283914"/>
            <a:ext cx="50764" cy="53580"/>
          </a:xfrm>
          <a:prstGeom xmlns:a="http://schemas.openxmlformats.org/drawingml/2006/main" prst="straightConnector1">
            <a:avLst/>
          </a:prstGeom>
          <a:ln xmlns:a="http://schemas.openxmlformats.org/drawingml/2006/main" w="6191">
            <a:solidFill>
              <a:srgbClr val="A9B8C2"/>
            </a:solidFill>
            <a:prstDash val="solid"/>
          </a:ln>
        </p:spPr>
      </p:cxnSp>
      <p:cxnSp>
        <p:nvCxnSpPr>
          <p:cNvPr id="613" name="">
            <a:extLst xmlns:a="http://schemas.openxmlformats.org/drawingml/2006/main">
              <a:ext uri="{FF2B5EF4-FFF2-40B4-BE49-F238E27FC236}">
                <a16:creationId xmlns:a16="http://schemas.microsoft.com/office/drawing/2014/main" id="{5933C594-3E81-4A59-9957-A6D24D3B7350}"/>
              </a:ext>
            </a:extLst>
          </p:cNvPr>
          <p:cNvCxnSpPr/>
          <p:nvPr/>
        </p:nvCxnSpPr>
        <p:spPr>
          <a:xfrm xmlns:a="http://schemas.openxmlformats.org/drawingml/2006/main" flipH="1" flipV="0">
            <a:off x="5495982" y="2952043"/>
            <a:ext cx="10037" cy="79922"/>
          </a:xfrm>
          <a:prstGeom xmlns:a="http://schemas.openxmlformats.org/drawingml/2006/main" prst="straightConnector1">
            <a:avLst/>
          </a:prstGeom>
          <a:ln xmlns:a="http://schemas.openxmlformats.org/drawingml/2006/main" w="6191">
            <a:solidFill>
              <a:srgbClr val="A9B8C2"/>
            </a:solidFill>
            <a:prstDash val="solid"/>
          </a:ln>
        </p:spPr>
      </p:cxnSp>
      <p:cxnSp>
        <p:nvCxnSpPr>
          <p:cNvPr id="614" name="">
            <a:extLst xmlns:a="http://schemas.openxmlformats.org/drawingml/2006/main">
              <a:ext uri="{FF2B5EF4-FFF2-40B4-BE49-F238E27FC236}">
                <a16:creationId xmlns:a16="http://schemas.microsoft.com/office/drawing/2014/main" id="{6B871EE0-5BDC-4186-B372-3A5833993B42}"/>
              </a:ext>
            </a:extLst>
          </p:cNvPr>
          <p:cNvCxnSpPr/>
          <p:nvPr/>
        </p:nvCxnSpPr>
        <p:spPr>
          <a:xfrm xmlns:a="http://schemas.openxmlformats.org/drawingml/2006/main" flipH="1" flipV="1">
            <a:off x="5290015" y="3207231"/>
            <a:ext cx="82373" cy="9189"/>
          </a:xfrm>
          <a:prstGeom xmlns:a="http://schemas.openxmlformats.org/drawingml/2006/main" prst="straightConnector1">
            <a:avLst/>
          </a:prstGeom>
          <a:ln xmlns:a="http://schemas.openxmlformats.org/drawingml/2006/main" w="6191">
            <a:solidFill>
              <a:srgbClr val="A9B8C2"/>
            </a:solidFill>
            <a:prstDash val="solid"/>
          </a:ln>
        </p:spPr>
      </p:cxnSp>
      <p:cxnSp>
        <p:nvCxnSpPr>
          <p:cNvPr id="615" name="">
            <a:extLst xmlns:a="http://schemas.openxmlformats.org/drawingml/2006/main">
              <a:ext uri="{FF2B5EF4-FFF2-40B4-BE49-F238E27FC236}">
                <a16:creationId xmlns:a16="http://schemas.microsoft.com/office/drawing/2014/main" id="{566976B0-BDDE-49F1-8F4C-774BB59290A2}"/>
              </a:ext>
            </a:extLst>
          </p:cNvPr>
          <p:cNvCxnSpPr/>
          <p:nvPr/>
        </p:nvCxnSpPr>
        <p:spPr>
          <a:xfrm xmlns:a="http://schemas.openxmlformats.org/drawingml/2006/main" flipH="0" flipV="1">
            <a:off x="5496053" y="3431624"/>
            <a:ext cx="20416" cy="41716"/>
          </a:xfrm>
          <a:prstGeom xmlns:a="http://schemas.openxmlformats.org/drawingml/2006/main" prst="straightConnector1">
            <a:avLst/>
          </a:prstGeom>
          <a:ln xmlns:a="http://schemas.openxmlformats.org/drawingml/2006/main" w="6191">
            <a:solidFill>
              <a:srgbClr val="A9B8C2"/>
            </a:solidFill>
            <a:prstDash val="solid"/>
          </a:ln>
        </p:spPr>
      </p:cxnSp>
      <p:cxnSp>
        <p:nvCxnSpPr>
          <p:cNvPr id="616" name="">
            <a:extLst xmlns:a="http://schemas.openxmlformats.org/drawingml/2006/main">
              <a:ext uri="{FF2B5EF4-FFF2-40B4-BE49-F238E27FC236}">
                <a16:creationId xmlns:a16="http://schemas.microsoft.com/office/drawing/2014/main" id="{381449B6-2395-4CE9-92A4-B9B21BB91265}"/>
              </a:ext>
            </a:extLst>
          </p:cNvPr>
          <p:cNvCxnSpPr/>
          <p:nvPr/>
        </p:nvCxnSpPr>
        <p:spPr>
          <a:xfrm xmlns:a="http://schemas.openxmlformats.org/drawingml/2006/main" flipH="0" flipV="0">
            <a:off x="5426227" y="3263061"/>
            <a:ext cx="40209" cy="2592"/>
          </a:xfrm>
          <a:prstGeom xmlns:a="http://schemas.openxmlformats.org/drawingml/2006/main" prst="straightConnector1">
            <a:avLst/>
          </a:prstGeom>
          <a:ln xmlns:a="http://schemas.openxmlformats.org/drawingml/2006/main" w="6191">
            <a:solidFill>
              <a:srgbClr val="A9B8C2"/>
            </a:solidFill>
            <a:prstDash val="solid"/>
          </a:ln>
        </p:spPr>
      </p:cxnSp>
      <p:cxnSp>
        <p:nvCxnSpPr>
          <p:cNvPr id="617" name="">
            <a:extLst xmlns:a="http://schemas.openxmlformats.org/drawingml/2006/main">
              <a:ext uri="{FF2B5EF4-FFF2-40B4-BE49-F238E27FC236}">
                <a16:creationId xmlns:a16="http://schemas.microsoft.com/office/drawing/2014/main" id="{E2DA35FF-9A8C-4060-BC6B-03FEF9EE8AFB}"/>
              </a:ext>
            </a:extLst>
          </p:cNvPr>
          <p:cNvCxnSpPr/>
          <p:nvPr/>
        </p:nvCxnSpPr>
        <p:spPr>
          <a:xfrm xmlns:a="http://schemas.openxmlformats.org/drawingml/2006/main" flipH="1" flipV="0">
            <a:off x="5466435" y="3182774"/>
            <a:ext cx="9978" cy="82879"/>
          </a:xfrm>
          <a:prstGeom xmlns:a="http://schemas.openxmlformats.org/drawingml/2006/main" prst="straightConnector1">
            <a:avLst/>
          </a:prstGeom>
          <a:ln xmlns:a="http://schemas.openxmlformats.org/drawingml/2006/main" w="6191">
            <a:solidFill>
              <a:srgbClr val="A9B8C2"/>
            </a:solidFill>
            <a:prstDash val="solid"/>
          </a:ln>
        </p:spPr>
      </p:cxnSp>
      <p:cxnSp>
        <p:nvCxnSpPr>
          <p:cNvPr id="618" name="">
            <a:extLst xmlns:a="http://schemas.openxmlformats.org/drawingml/2006/main">
              <a:ext uri="{FF2B5EF4-FFF2-40B4-BE49-F238E27FC236}">
                <a16:creationId xmlns:a16="http://schemas.microsoft.com/office/drawing/2014/main" id="{9321691D-5FA2-432D-957F-D8846FCDD558}"/>
              </a:ext>
            </a:extLst>
          </p:cNvPr>
          <p:cNvCxnSpPr/>
          <p:nvPr/>
        </p:nvCxnSpPr>
        <p:spPr>
          <a:xfrm xmlns:a="http://schemas.openxmlformats.org/drawingml/2006/main" flipH="1" flipV="0">
            <a:off x="5460297" y="3265653"/>
            <a:ext cx="6138" cy="58728"/>
          </a:xfrm>
          <a:prstGeom xmlns:a="http://schemas.openxmlformats.org/drawingml/2006/main" prst="straightConnector1">
            <a:avLst/>
          </a:prstGeom>
          <a:ln xmlns:a="http://schemas.openxmlformats.org/drawingml/2006/main" w="6191">
            <a:solidFill>
              <a:srgbClr val="A9B8C2"/>
            </a:solidFill>
            <a:prstDash val="solid"/>
          </a:ln>
        </p:spPr>
      </p:cxnSp>
      <p:cxnSp>
        <p:nvCxnSpPr>
          <p:cNvPr id="619" name="">
            <a:extLst xmlns:a="http://schemas.openxmlformats.org/drawingml/2006/main">
              <a:ext uri="{FF2B5EF4-FFF2-40B4-BE49-F238E27FC236}">
                <a16:creationId xmlns:a16="http://schemas.microsoft.com/office/drawing/2014/main" id="{6D39578F-706C-48C9-BA2D-9F3326239A18}"/>
              </a:ext>
            </a:extLst>
          </p:cNvPr>
          <p:cNvCxnSpPr/>
          <p:nvPr/>
        </p:nvCxnSpPr>
        <p:spPr>
          <a:xfrm xmlns:a="http://schemas.openxmlformats.org/drawingml/2006/main" flipH="1" flipV="0">
            <a:off x="5453959" y="3324381"/>
            <a:ext cx="6338" cy="63594"/>
          </a:xfrm>
          <a:prstGeom xmlns:a="http://schemas.openxmlformats.org/drawingml/2006/main" prst="straightConnector1">
            <a:avLst/>
          </a:prstGeom>
          <a:ln xmlns:a="http://schemas.openxmlformats.org/drawingml/2006/main" w="6191">
            <a:solidFill>
              <a:srgbClr val="A9B8C2"/>
            </a:solidFill>
            <a:prstDash val="solid"/>
          </a:ln>
        </p:spPr>
      </p:cxnSp>
      <p:cxnSp>
        <p:nvCxnSpPr>
          <p:cNvPr id="620" name="">
            <a:extLst xmlns:a="http://schemas.openxmlformats.org/drawingml/2006/main">
              <a:ext uri="{FF2B5EF4-FFF2-40B4-BE49-F238E27FC236}">
                <a16:creationId xmlns:a16="http://schemas.microsoft.com/office/drawing/2014/main" id="{4C6CFB3F-F360-4C54-ADE3-7D84A4CE19A8}"/>
              </a:ext>
            </a:extLst>
          </p:cNvPr>
          <p:cNvCxnSpPr/>
          <p:nvPr/>
        </p:nvCxnSpPr>
        <p:spPr>
          <a:xfrm xmlns:a="http://schemas.openxmlformats.org/drawingml/2006/main" flipH="0" flipV="0">
            <a:off x="5460297" y="3324381"/>
            <a:ext cx="73207" cy="23220"/>
          </a:xfrm>
          <a:prstGeom xmlns:a="http://schemas.openxmlformats.org/drawingml/2006/main" prst="straightConnector1">
            <a:avLst/>
          </a:prstGeom>
          <a:ln xmlns:a="http://schemas.openxmlformats.org/drawingml/2006/main" w="6191">
            <a:solidFill>
              <a:srgbClr val="A9B8C2"/>
            </a:solidFill>
            <a:prstDash val="solid"/>
          </a:ln>
        </p:spPr>
      </p:cxnSp>
      <p:cxnSp>
        <p:nvCxnSpPr>
          <p:cNvPr id="621" name="">
            <a:extLst xmlns:a="http://schemas.openxmlformats.org/drawingml/2006/main">
              <a:ext uri="{FF2B5EF4-FFF2-40B4-BE49-F238E27FC236}">
                <a16:creationId xmlns:a16="http://schemas.microsoft.com/office/drawing/2014/main" id="{C7BB1F8E-B59B-4586-9DC4-CA32C6946075}"/>
              </a:ext>
            </a:extLst>
          </p:cNvPr>
          <p:cNvCxnSpPr/>
          <p:nvPr/>
        </p:nvCxnSpPr>
        <p:spPr>
          <a:xfrm xmlns:a="http://schemas.openxmlformats.org/drawingml/2006/main" flipH="0" flipV="0">
            <a:off x="5283653" y="3692584"/>
            <a:ext cx="17353" cy="64218"/>
          </a:xfrm>
          <a:prstGeom xmlns:a="http://schemas.openxmlformats.org/drawingml/2006/main" prst="straightConnector1">
            <a:avLst/>
          </a:prstGeom>
          <a:ln xmlns:a="http://schemas.openxmlformats.org/drawingml/2006/main" w="6191">
            <a:solidFill>
              <a:srgbClr val="A9B8C2"/>
            </a:solidFill>
            <a:prstDash val="solid"/>
          </a:ln>
        </p:spPr>
      </p:cxnSp>
      <p:cxnSp>
        <p:nvCxnSpPr>
          <p:cNvPr id="622" name="">
            <a:extLst xmlns:a="http://schemas.openxmlformats.org/drawingml/2006/main">
              <a:ext uri="{FF2B5EF4-FFF2-40B4-BE49-F238E27FC236}">
                <a16:creationId xmlns:a16="http://schemas.microsoft.com/office/drawing/2014/main" id="{6B47ECA4-5CB5-48E7-8C7E-F6DB4D5555FD}"/>
              </a:ext>
            </a:extLst>
          </p:cNvPr>
          <p:cNvCxnSpPr/>
          <p:nvPr/>
        </p:nvCxnSpPr>
        <p:spPr>
          <a:xfrm xmlns:a="http://schemas.openxmlformats.org/drawingml/2006/main" flipH="1" flipV="0">
            <a:off x="5430586" y="3547902"/>
            <a:ext cx="4383" cy="34648"/>
          </a:xfrm>
          <a:prstGeom xmlns:a="http://schemas.openxmlformats.org/drawingml/2006/main" prst="straightConnector1">
            <a:avLst/>
          </a:prstGeom>
          <a:ln xmlns:a="http://schemas.openxmlformats.org/drawingml/2006/main" w="6191">
            <a:solidFill>
              <a:srgbClr val="A9B8C2"/>
            </a:solidFill>
            <a:prstDash val="solid"/>
          </a:ln>
        </p:spPr>
      </p:cxnSp>
      <p:cxnSp>
        <p:nvCxnSpPr>
          <p:cNvPr id="623" name="">
            <a:extLst xmlns:a="http://schemas.openxmlformats.org/drawingml/2006/main">
              <a:ext uri="{FF2B5EF4-FFF2-40B4-BE49-F238E27FC236}">
                <a16:creationId xmlns:a16="http://schemas.microsoft.com/office/drawing/2014/main" id="{0903697E-1627-4386-A4AB-843534D01F88}"/>
              </a:ext>
            </a:extLst>
          </p:cNvPr>
          <p:cNvCxnSpPr/>
          <p:nvPr/>
        </p:nvCxnSpPr>
        <p:spPr>
          <a:xfrm xmlns:a="http://schemas.openxmlformats.org/drawingml/2006/main" flipH="0" flipV="0">
            <a:off x="5516469" y="3431624"/>
            <a:ext cx="53097" cy="18649"/>
          </a:xfrm>
          <a:prstGeom xmlns:a="http://schemas.openxmlformats.org/drawingml/2006/main" prst="straightConnector1">
            <a:avLst/>
          </a:prstGeom>
          <a:ln xmlns:a="http://schemas.openxmlformats.org/drawingml/2006/main" w="6191">
            <a:solidFill>
              <a:srgbClr val="A9B8C2"/>
            </a:solidFill>
            <a:prstDash val="solid"/>
          </a:ln>
        </p:spPr>
      </p:cxnSp>
      <p:cxnSp>
        <p:nvCxnSpPr>
          <p:cNvPr id="624" name="">
            <a:extLst xmlns:a="http://schemas.openxmlformats.org/drawingml/2006/main">
              <a:ext uri="{FF2B5EF4-FFF2-40B4-BE49-F238E27FC236}">
                <a16:creationId xmlns:a16="http://schemas.microsoft.com/office/drawing/2014/main" id="{3C2778E8-554B-41F9-9476-BAB1233BD537}"/>
              </a:ext>
            </a:extLst>
          </p:cNvPr>
          <p:cNvCxnSpPr/>
          <p:nvPr/>
        </p:nvCxnSpPr>
        <p:spPr>
          <a:xfrm xmlns:a="http://schemas.openxmlformats.org/drawingml/2006/main" flipH="1" flipV="0">
            <a:off x="5423929" y="3582550"/>
            <a:ext cx="6656" cy="51247"/>
          </a:xfrm>
          <a:prstGeom xmlns:a="http://schemas.openxmlformats.org/drawingml/2006/main" prst="straightConnector1">
            <a:avLst/>
          </a:prstGeom>
          <a:ln xmlns:a="http://schemas.openxmlformats.org/drawingml/2006/main" w="6191">
            <a:solidFill>
              <a:srgbClr val="A9B8C2"/>
            </a:solidFill>
            <a:prstDash val="solid"/>
          </a:ln>
        </p:spPr>
      </p:cxnSp>
      <p:cxnSp>
        <p:nvCxnSpPr>
          <p:cNvPr id="625" name="">
            <a:extLst xmlns:a="http://schemas.openxmlformats.org/drawingml/2006/main">
              <a:ext uri="{FF2B5EF4-FFF2-40B4-BE49-F238E27FC236}">
                <a16:creationId xmlns:a16="http://schemas.microsoft.com/office/drawing/2014/main" id="{FF5760A0-B189-4B28-99E9-5B04F87F1D75}"/>
              </a:ext>
            </a:extLst>
          </p:cNvPr>
          <p:cNvCxnSpPr/>
          <p:nvPr/>
        </p:nvCxnSpPr>
        <p:spPr>
          <a:xfrm xmlns:a="http://schemas.openxmlformats.org/drawingml/2006/main" flipH="1" flipV="0">
            <a:off x="5633395" y="3221804"/>
            <a:ext cx="5749" cy="21182"/>
          </a:xfrm>
          <a:prstGeom xmlns:a="http://schemas.openxmlformats.org/drawingml/2006/main" prst="straightConnector1">
            <a:avLst/>
          </a:prstGeom>
          <a:ln xmlns:a="http://schemas.openxmlformats.org/drawingml/2006/main" w="6191">
            <a:solidFill>
              <a:srgbClr val="A9B8C2"/>
            </a:solidFill>
            <a:prstDash val="solid"/>
          </a:ln>
        </p:spPr>
      </p:cxnSp>
      <p:cxnSp>
        <p:nvCxnSpPr>
          <p:cNvPr id="626" name="">
            <a:extLst xmlns:a="http://schemas.openxmlformats.org/drawingml/2006/main">
              <a:ext uri="{FF2B5EF4-FFF2-40B4-BE49-F238E27FC236}">
                <a16:creationId xmlns:a16="http://schemas.microsoft.com/office/drawing/2014/main" id="{878B52B6-A743-4462-BD5A-66AE8E17EBE6}"/>
              </a:ext>
            </a:extLst>
          </p:cNvPr>
          <p:cNvCxnSpPr/>
          <p:nvPr/>
        </p:nvCxnSpPr>
        <p:spPr>
          <a:xfrm xmlns:a="http://schemas.openxmlformats.org/drawingml/2006/main" flipH="0" flipV="0">
            <a:off x="5633395" y="3242987"/>
            <a:ext cx="56313" cy="17695"/>
          </a:xfrm>
          <a:prstGeom xmlns:a="http://schemas.openxmlformats.org/drawingml/2006/main" prst="straightConnector1">
            <a:avLst/>
          </a:prstGeom>
          <a:ln xmlns:a="http://schemas.openxmlformats.org/drawingml/2006/main" w="6191">
            <a:solidFill>
              <a:srgbClr val="A9B8C2"/>
            </a:solidFill>
            <a:prstDash val="solid"/>
          </a:ln>
        </p:spPr>
      </p:cxnSp>
      <p:cxnSp>
        <p:nvCxnSpPr>
          <p:cNvPr id="627" name="">
            <a:extLst xmlns:a="http://schemas.openxmlformats.org/drawingml/2006/main">
              <a:ext uri="{FF2B5EF4-FFF2-40B4-BE49-F238E27FC236}">
                <a16:creationId xmlns:a16="http://schemas.microsoft.com/office/drawing/2014/main" id="{200B5AD7-3BAA-460C-B9E3-62B4E2265E79}"/>
              </a:ext>
            </a:extLst>
          </p:cNvPr>
          <p:cNvCxnSpPr/>
          <p:nvPr/>
        </p:nvCxnSpPr>
        <p:spPr>
          <a:xfrm xmlns:a="http://schemas.openxmlformats.org/drawingml/2006/main" flipH="1" flipV="0">
            <a:off x="5414634" y="3633797"/>
            <a:ext cx="9295" cy="84906"/>
          </a:xfrm>
          <a:prstGeom xmlns:a="http://schemas.openxmlformats.org/drawingml/2006/main" prst="straightConnector1">
            <a:avLst/>
          </a:prstGeom>
          <a:ln xmlns:a="http://schemas.openxmlformats.org/drawingml/2006/main" w="6191">
            <a:solidFill>
              <a:srgbClr val="A9B8C2"/>
            </a:solidFill>
            <a:prstDash val="solid"/>
          </a:ln>
        </p:spPr>
      </p:cxnSp>
      <p:cxnSp>
        <p:nvCxnSpPr>
          <p:cNvPr id="628" name="">
            <a:extLst xmlns:a="http://schemas.openxmlformats.org/drawingml/2006/main">
              <a:ext uri="{FF2B5EF4-FFF2-40B4-BE49-F238E27FC236}">
                <a16:creationId xmlns:a16="http://schemas.microsoft.com/office/drawing/2014/main" id="{86D79647-E5AA-4AA0-8E43-4BC32FF19503}"/>
              </a:ext>
            </a:extLst>
          </p:cNvPr>
          <p:cNvCxnSpPr/>
          <p:nvPr/>
        </p:nvCxnSpPr>
        <p:spPr>
          <a:xfrm xmlns:a="http://schemas.openxmlformats.org/drawingml/2006/main" flipH="1" flipV="0">
            <a:off x="5547323" y="3450273"/>
            <a:ext cx="22243" cy="67211"/>
          </a:xfrm>
          <a:prstGeom xmlns:a="http://schemas.openxmlformats.org/drawingml/2006/main" prst="straightConnector1">
            <a:avLst/>
          </a:prstGeom>
          <a:ln xmlns:a="http://schemas.openxmlformats.org/drawingml/2006/main" w="6191">
            <a:solidFill>
              <a:srgbClr val="A9B8C2"/>
            </a:solidFill>
            <a:prstDash val="solid"/>
          </a:ln>
        </p:spPr>
      </p:cxnSp>
      <p:cxnSp>
        <p:nvCxnSpPr>
          <p:cNvPr id="629" name="">
            <a:extLst xmlns:a="http://schemas.openxmlformats.org/drawingml/2006/main">
              <a:ext uri="{FF2B5EF4-FFF2-40B4-BE49-F238E27FC236}">
                <a16:creationId xmlns:a16="http://schemas.microsoft.com/office/drawing/2014/main" id="{509F8B8E-3FE9-45FA-AECF-6800D150EF94}"/>
              </a:ext>
            </a:extLst>
          </p:cNvPr>
          <p:cNvCxnSpPr/>
          <p:nvPr/>
        </p:nvCxnSpPr>
        <p:spPr>
          <a:xfrm xmlns:a="http://schemas.openxmlformats.org/drawingml/2006/main" flipH="1" flipV="0">
            <a:off x="5410417" y="3718703"/>
            <a:ext cx="4218" cy="45427"/>
          </a:xfrm>
          <a:prstGeom xmlns:a="http://schemas.openxmlformats.org/drawingml/2006/main" prst="straightConnector1">
            <a:avLst/>
          </a:prstGeom>
          <a:ln xmlns:a="http://schemas.openxmlformats.org/drawingml/2006/main" w="6191">
            <a:solidFill>
              <a:srgbClr val="A9B8C2"/>
            </a:solidFill>
            <a:prstDash val="solid"/>
          </a:ln>
        </p:spPr>
      </p:cxnSp>
      <p:cxnSp>
        <p:nvCxnSpPr>
          <p:cNvPr id="630" name="">
            <a:extLst xmlns:a="http://schemas.openxmlformats.org/drawingml/2006/main">
              <a:ext uri="{FF2B5EF4-FFF2-40B4-BE49-F238E27FC236}">
                <a16:creationId xmlns:a16="http://schemas.microsoft.com/office/drawing/2014/main" id="{610A28F3-ABAA-4361-96B5-5C2D1DFE5731}"/>
              </a:ext>
            </a:extLst>
          </p:cNvPr>
          <p:cNvCxnSpPr/>
          <p:nvPr/>
        </p:nvCxnSpPr>
        <p:spPr>
          <a:xfrm xmlns:a="http://schemas.openxmlformats.org/drawingml/2006/main" flipH="0" flipV="0">
            <a:off x="5689709" y="3260682"/>
            <a:ext cx="47878" cy="15044"/>
          </a:xfrm>
          <a:prstGeom xmlns:a="http://schemas.openxmlformats.org/drawingml/2006/main" prst="straightConnector1">
            <a:avLst/>
          </a:prstGeom>
          <a:ln xmlns:a="http://schemas.openxmlformats.org/drawingml/2006/main" w="6191">
            <a:solidFill>
              <a:srgbClr val="A9B8C2"/>
            </a:solidFill>
            <a:prstDash val="solid"/>
          </a:ln>
        </p:spPr>
      </p:cxnSp>
      <p:cxnSp>
        <p:nvCxnSpPr>
          <p:cNvPr id="631" name="">
            <a:extLst xmlns:a="http://schemas.openxmlformats.org/drawingml/2006/main">
              <a:ext uri="{FF2B5EF4-FFF2-40B4-BE49-F238E27FC236}">
                <a16:creationId xmlns:a16="http://schemas.microsoft.com/office/drawing/2014/main" id="{15B60B50-F5EB-45AE-8071-5759E71754D3}"/>
              </a:ext>
            </a:extLst>
          </p:cNvPr>
          <p:cNvCxnSpPr/>
          <p:nvPr/>
        </p:nvCxnSpPr>
        <p:spPr>
          <a:xfrm xmlns:a="http://schemas.openxmlformats.org/drawingml/2006/main" flipH="0" flipV="0">
            <a:off x="5547323" y="3517484"/>
            <a:ext cx="65161" cy="35744"/>
          </a:xfrm>
          <a:prstGeom xmlns:a="http://schemas.openxmlformats.org/drawingml/2006/main" prst="straightConnector1">
            <a:avLst/>
          </a:prstGeom>
          <a:ln xmlns:a="http://schemas.openxmlformats.org/drawingml/2006/main" w="6191">
            <a:solidFill>
              <a:srgbClr val="A9B8C2"/>
            </a:solidFill>
            <a:prstDash val="solid"/>
          </a:ln>
        </p:spPr>
      </p:cxnSp>
      <p:cxnSp>
        <p:nvCxnSpPr>
          <p:cNvPr id="632" name="">
            <a:extLst xmlns:a="http://schemas.openxmlformats.org/drawingml/2006/main">
              <a:ext uri="{FF2B5EF4-FFF2-40B4-BE49-F238E27FC236}">
                <a16:creationId xmlns:a16="http://schemas.microsoft.com/office/drawing/2014/main" id="{92468B32-0BC2-487E-A3BF-C0FEE0625DC3}"/>
              </a:ext>
            </a:extLst>
          </p:cNvPr>
          <p:cNvCxnSpPr/>
          <p:nvPr/>
        </p:nvCxnSpPr>
        <p:spPr>
          <a:xfrm xmlns:a="http://schemas.openxmlformats.org/drawingml/2006/main" flipH="1" flipV="0">
            <a:off x="5528969" y="3517484"/>
            <a:ext cx="18355" cy="55606"/>
          </a:xfrm>
          <a:prstGeom xmlns:a="http://schemas.openxmlformats.org/drawingml/2006/main" prst="straightConnector1">
            <a:avLst/>
          </a:prstGeom>
          <a:ln xmlns:a="http://schemas.openxmlformats.org/drawingml/2006/main" w="6191">
            <a:solidFill>
              <a:srgbClr val="A9B8C2"/>
            </a:solidFill>
            <a:prstDash val="solid"/>
          </a:ln>
        </p:spPr>
      </p:cxnSp>
      <p:cxnSp>
        <p:nvCxnSpPr>
          <p:cNvPr id="633" name="">
            <a:extLst xmlns:a="http://schemas.openxmlformats.org/drawingml/2006/main">
              <a:ext uri="{FF2B5EF4-FFF2-40B4-BE49-F238E27FC236}">
                <a16:creationId xmlns:a16="http://schemas.microsoft.com/office/drawing/2014/main" id="{C366C80E-9A96-4BB2-9721-603F01CDAA01}"/>
              </a:ext>
            </a:extLst>
          </p:cNvPr>
          <p:cNvCxnSpPr/>
          <p:nvPr/>
        </p:nvCxnSpPr>
        <p:spPr>
          <a:xfrm xmlns:a="http://schemas.openxmlformats.org/drawingml/2006/main" flipH="0" flipV="1">
            <a:off x="5506396" y="3623336"/>
            <a:ext cx="39431" cy="40998"/>
          </a:xfrm>
          <a:prstGeom xmlns:a="http://schemas.openxmlformats.org/drawingml/2006/main" prst="straightConnector1">
            <a:avLst/>
          </a:prstGeom>
          <a:ln xmlns:a="http://schemas.openxmlformats.org/drawingml/2006/main" w="6191">
            <a:solidFill>
              <a:srgbClr val="A9B8C2"/>
            </a:solidFill>
            <a:prstDash val="solid"/>
          </a:ln>
        </p:spPr>
      </p:cxnSp>
      <p:cxnSp>
        <p:nvCxnSpPr>
          <p:cNvPr id="634" name="">
            <a:extLst xmlns:a="http://schemas.openxmlformats.org/drawingml/2006/main">
              <a:ext uri="{FF2B5EF4-FFF2-40B4-BE49-F238E27FC236}">
                <a16:creationId xmlns:a16="http://schemas.microsoft.com/office/drawing/2014/main" id="{06576528-7273-43A6-A34F-6370B08867A8}"/>
              </a:ext>
            </a:extLst>
          </p:cNvPr>
          <p:cNvCxnSpPr/>
          <p:nvPr/>
        </p:nvCxnSpPr>
        <p:spPr>
          <a:xfrm xmlns:a="http://schemas.openxmlformats.org/drawingml/2006/main" flipH="0" flipV="1">
            <a:off x="5545827" y="3587958"/>
            <a:ext cx="34035" cy="35378"/>
          </a:xfrm>
          <a:prstGeom xmlns:a="http://schemas.openxmlformats.org/drawingml/2006/main" prst="straightConnector1">
            <a:avLst/>
          </a:prstGeom>
          <a:ln xmlns:a="http://schemas.openxmlformats.org/drawingml/2006/main" w="6191">
            <a:solidFill>
              <a:srgbClr val="A9B8C2"/>
            </a:solidFill>
            <a:prstDash val="solid"/>
          </a:ln>
        </p:spPr>
      </p:cxnSp>
      <p:cxnSp>
        <p:nvCxnSpPr>
          <p:cNvPr id="635" name="">
            <a:extLst xmlns:a="http://schemas.openxmlformats.org/drawingml/2006/main">
              <a:ext uri="{FF2B5EF4-FFF2-40B4-BE49-F238E27FC236}">
                <a16:creationId xmlns:a16="http://schemas.microsoft.com/office/drawing/2014/main" id="{C0D6531F-4747-498C-87D1-1870C2DD5044}"/>
              </a:ext>
            </a:extLst>
          </p:cNvPr>
          <p:cNvCxnSpPr/>
          <p:nvPr/>
        </p:nvCxnSpPr>
        <p:spPr>
          <a:xfrm xmlns:a="http://schemas.openxmlformats.org/drawingml/2006/main" flipH="0" flipV="1">
            <a:off x="5579863" y="3553227"/>
            <a:ext cx="32622" cy="34730"/>
          </a:xfrm>
          <a:prstGeom xmlns:a="http://schemas.openxmlformats.org/drawingml/2006/main" prst="straightConnector1">
            <a:avLst/>
          </a:prstGeom>
          <a:ln xmlns:a="http://schemas.openxmlformats.org/drawingml/2006/main" w="6191">
            <a:solidFill>
              <a:srgbClr val="A9B8C2"/>
            </a:solidFill>
            <a:prstDash val="solid"/>
          </a:ln>
        </p:spPr>
      </p:cxnSp>
      <p:cxnSp>
        <p:nvCxnSpPr>
          <p:cNvPr id="636" name="">
            <a:extLst xmlns:a="http://schemas.openxmlformats.org/drawingml/2006/main">
              <a:ext uri="{FF2B5EF4-FFF2-40B4-BE49-F238E27FC236}">
                <a16:creationId xmlns:a16="http://schemas.microsoft.com/office/drawing/2014/main" id="{9313F59D-06AA-40DD-9AF5-EFA0BD03310D}"/>
              </a:ext>
            </a:extLst>
          </p:cNvPr>
          <p:cNvCxnSpPr/>
          <p:nvPr/>
        </p:nvCxnSpPr>
        <p:spPr>
          <a:xfrm xmlns:a="http://schemas.openxmlformats.org/drawingml/2006/main" flipH="0" flipV="0">
            <a:off x="5926636" y="3120888"/>
            <a:ext cx="59694" cy="37522"/>
          </a:xfrm>
          <a:prstGeom xmlns:a="http://schemas.openxmlformats.org/drawingml/2006/main" prst="straightConnector1">
            <a:avLst/>
          </a:prstGeom>
          <a:ln xmlns:a="http://schemas.openxmlformats.org/drawingml/2006/main" w="6191">
            <a:solidFill>
              <a:srgbClr val="A9B8C2"/>
            </a:solidFill>
            <a:prstDash val="solid"/>
          </a:ln>
        </p:spPr>
      </p:cxnSp>
      <p:cxnSp>
        <p:nvCxnSpPr>
          <p:cNvPr id="637" name="">
            <a:extLst xmlns:a="http://schemas.openxmlformats.org/drawingml/2006/main">
              <a:ext uri="{FF2B5EF4-FFF2-40B4-BE49-F238E27FC236}">
                <a16:creationId xmlns:a16="http://schemas.microsoft.com/office/drawing/2014/main" id="{8F96DE99-1235-4D83-971F-ADF726AF3AF8}"/>
              </a:ext>
            </a:extLst>
          </p:cNvPr>
          <p:cNvCxnSpPr/>
          <p:nvPr/>
        </p:nvCxnSpPr>
        <p:spPr>
          <a:xfrm xmlns:a="http://schemas.openxmlformats.org/drawingml/2006/main" flipH="1" flipV="0">
            <a:off x="5594129" y="3718774"/>
            <a:ext cx="1390" cy="51188"/>
          </a:xfrm>
          <a:prstGeom xmlns:a="http://schemas.openxmlformats.org/drawingml/2006/main" prst="straightConnector1">
            <a:avLst/>
          </a:prstGeom>
          <a:ln xmlns:a="http://schemas.openxmlformats.org/drawingml/2006/main" w="6191">
            <a:solidFill>
              <a:srgbClr val="A9B8C2"/>
            </a:solidFill>
            <a:prstDash val="solid"/>
          </a:ln>
        </p:spPr>
      </p:cxnSp>
      <p:cxnSp>
        <p:nvCxnSpPr>
          <p:cNvPr id="638" name="">
            <a:extLst xmlns:a="http://schemas.openxmlformats.org/drawingml/2006/main">
              <a:ext uri="{FF2B5EF4-FFF2-40B4-BE49-F238E27FC236}">
                <a16:creationId xmlns:a16="http://schemas.microsoft.com/office/drawing/2014/main" id="{C55FD9C3-BF24-4A9A-BEC3-3205C5142660}"/>
              </a:ext>
            </a:extLst>
          </p:cNvPr>
          <p:cNvCxnSpPr/>
          <p:nvPr/>
        </p:nvCxnSpPr>
        <p:spPr>
          <a:xfrm xmlns:a="http://schemas.openxmlformats.org/drawingml/2006/main" flipH="0" flipV="0">
            <a:off x="5673675" y="3597017"/>
            <a:ext cx="64454" cy="1425"/>
          </a:xfrm>
          <a:prstGeom xmlns:a="http://schemas.openxmlformats.org/drawingml/2006/main" prst="straightConnector1">
            <a:avLst/>
          </a:prstGeom>
          <a:ln xmlns:a="http://schemas.openxmlformats.org/drawingml/2006/main" w="6191">
            <a:solidFill>
              <a:srgbClr val="A9B8C2"/>
            </a:solidFill>
            <a:prstDash val="solid"/>
          </a:ln>
        </p:spPr>
      </p:cxnSp>
      <p:cxnSp>
        <p:nvCxnSpPr>
          <p:cNvPr id="639" name="">
            <a:extLst xmlns:a="http://schemas.openxmlformats.org/drawingml/2006/main">
              <a:ext uri="{FF2B5EF4-FFF2-40B4-BE49-F238E27FC236}">
                <a16:creationId xmlns:a16="http://schemas.microsoft.com/office/drawing/2014/main" id="{EC1DA4A1-2BF0-409B-8173-C620E70D9FD9}"/>
              </a:ext>
            </a:extLst>
          </p:cNvPr>
          <p:cNvCxnSpPr/>
          <p:nvPr/>
        </p:nvCxnSpPr>
        <p:spPr>
          <a:xfrm xmlns:a="http://schemas.openxmlformats.org/drawingml/2006/main" flipH="1" flipV="0">
            <a:off x="5787962" y="3445879"/>
            <a:ext cx="14738" cy="81383"/>
          </a:xfrm>
          <a:prstGeom xmlns:a="http://schemas.openxmlformats.org/drawingml/2006/main" prst="straightConnector1">
            <a:avLst/>
          </a:prstGeom>
          <a:ln xmlns:a="http://schemas.openxmlformats.org/drawingml/2006/main" w="6191">
            <a:solidFill>
              <a:srgbClr val="A9B8C2"/>
            </a:solidFill>
            <a:prstDash val="solid"/>
          </a:ln>
        </p:spPr>
      </p:cxnSp>
      <p:cxnSp>
        <p:nvCxnSpPr>
          <p:cNvPr id="640" name="">
            <a:extLst xmlns:a="http://schemas.openxmlformats.org/drawingml/2006/main">
              <a:ext uri="{FF2B5EF4-FFF2-40B4-BE49-F238E27FC236}">
                <a16:creationId xmlns:a16="http://schemas.microsoft.com/office/drawing/2014/main" id="{9C48B385-A43F-4DA6-9DC9-390736AA83C2}"/>
              </a:ext>
            </a:extLst>
          </p:cNvPr>
          <p:cNvCxnSpPr/>
          <p:nvPr/>
        </p:nvCxnSpPr>
        <p:spPr>
          <a:xfrm xmlns:a="http://schemas.openxmlformats.org/drawingml/2006/main" flipH="0" flipV="0">
            <a:off x="5914773" y="3446326"/>
            <a:ext cx="10532" cy="3004"/>
          </a:xfrm>
          <a:prstGeom xmlns:a="http://schemas.openxmlformats.org/drawingml/2006/main" prst="straightConnector1">
            <a:avLst/>
          </a:prstGeom>
          <a:ln xmlns:a="http://schemas.openxmlformats.org/drawingml/2006/main" w="6191">
            <a:solidFill>
              <a:srgbClr val="A9B8C2"/>
            </a:solidFill>
            <a:prstDash val="solid"/>
          </a:ln>
        </p:spPr>
      </p:cxnSp>
      <p:cxnSp>
        <p:nvCxnSpPr>
          <p:cNvPr id="641" name="">
            <a:extLst xmlns:a="http://schemas.openxmlformats.org/drawingml/2006/main">
              <a:ext uri="{FF2B5EF4-FFF2-40B4-BE49-F238E27FC236}">
                <a16:creationId xmlns:a16="http://schemas.microsoft.com/office/drawing/2014/main" id="{3E78218A-8CFA-4BAC-8765-26DD4749E2E4}"/>
              </a:ext>
            </a:extLst>
          </p:cNvPr>
          <p:cNvCxnSpPr/>
          <p:nvPr/>
        </p:nvCxnSpPr>
        <p:spPr>
          <a:xfrm xmlns:a="http://schemas.openxmlformats.org/drawingml/2006/main" flipH="0" flipV="0">
            <a:off x="5925305" y="3449331"/>
            <a:ext cx="40998" cy="11557"/>
          </a:xfrm>
          <a:prstGeom xmlns:a="http://schemas.openxmlformats.org/drawingml/2006/main" prst="straightConnector1">
            <a:avLst/>
          </a:prstGeom>
          <a:ln xmlns:a="http://schemas.openxmlformats.org/drawingml/2006/main" w="6191">
            <a:solidFill>
              <a:srgbClr val="A9B8C2"/>
            </a:solidFill>
            <a:prstDash val="solid"/>
          </a:ln>
        </p:spPr>
      </p:cxnSp>
      <p:cxnSp>
        <p:nvCxnSpPr>
          <p:cNvPr id="642" name="">
            <a:extLst xmlns:a="http://schemas.openxmlformats.org/drawingml/2006/main">
              <a:ext uri="{FF2B5EF4-FFF2-40B4-BE49-F238E27FC236}">
                <a16:creationId xmlns:a16="http://schemas.microsoft.com/office/drawing/2014/main" id="{DCB620A9-8F01-4219-8606-F7C80FF173FB}"/>
              </a:ext>
            </a:extLst>
          </p:cNvPr>
          <p:cNvCxnSpPr/>
          <p:nvPr/>
        </p:nvCxnSpPr>
        <p:spPr>
          <a:xfrm xmlns:a="http://schemas.openxmlformats.org/drawingml/2006/main" flipH="1" flipV="0">
            <a:off x="5921865" y="3477687"/>
            <a:ext cx="2356" cy="45687"/>
          </a:xfrm>
          <a:prstGeom xmlns:a="http://schemas.openxmlformats.org/drawingml/2006/main" prst="straightConnector1">
            <a:avLst/>
          </a:prstGeom>
          <a:ln xmlns:a="http://schemas.openxmlformats.org/drawingml/2006/main" w="6191">
            <a:solidFill>
              <a:srgbClr val="A9B8C2"/>
            </a:solidFill>
            <a:prstDash val="solid"/>
          </a:ln>
        </p:spPr>
      </p:cxnSp>
      <p:cxnSp>
        <p:nvCxnSpPr>
          <p:cNvPr id="643" name="">
            <a:extLst xmlns:a="http://schemas.openxmlformats.org/drawingml/2006/main">
              <a:ext uri="{FF2B5EF4-FFF2-40B4-BE49-F238E27FC236}">
                <a16:creationId xmlns:a16="http://schemas.microsoft.com/office/drawing/2014/main" id="{3063CFF4-962F-49D6-B2CF-D0B58B8E9D11}"/>
              </a:ext>
            </a:extLst>
          </p:cNvPr>
          <p:cNvCxnSpPr/>
          <p:nvPr/>
        </p:nvCxnSpPr>
        <p:spPr>
          <a:xfrm xmlns:a="http://schemas.openxmlformats.org/drawingml/2006/main" flipH="1" flipV="0">
            <a:off x="5966303" y="3424343"/>
            <a:ext cx="530" cy="36545"/>
          </a:xfrm>
          <a:prstGeom xmlns:a="http://schemas.openxmlformats.org/drawingml/2006/main" prst="straightConnector1">
            <a:avLst/>
          </a:prstGeom>
          <a:ln xmlns:a="http://schemas.openxmlformats.org/drawingml/2006/main" w="6191">
            <a:solidFill>
              <a:srgbClr val="A9B8C2"/>
            </a:solidFill>
            <a:prstDash val="solid"/>
          </a:ln>
        </p:spPr>
      </p:cxnSp>
      <p:cxnSp>
        <p:nvCxnSpPr>
          <p:cNvPr id="644" name="">
            <a:extLst xmlns:a="http://schemas.openxmlformats.org/drawingml/2006/main">
              <a:ext uri="{FF2B5EF4-FFF2-40B4-BE49-F238E27FC236}">
                <a16:creationId xmlns:a16="http://schemas.microsoft.com/office/drawing/2014/main" id="{0347D465-7581-42F3-8DA8-5184400A3BD3}"/>
              </a:ext>
            </a:extLst>
          </p:cNvPr>
          <p:cNvCxnSpPr/>
          <p:nvPr/>
        </p:nvCxnSpPr>
        <p:spPr>
          <a:xfrm xmlns:a="http://schemas.openxmlformats.org/drawingml/2006/main" flipH="0" flipV="0">
            <a:off x="6077480" y="3520582"/>
            <a:ext cx="1296" cy="24764"/>
          </a:xfrm>
          <a:prstGeom xmlns:a="http://schemas.openxmlformats.org/drawingml/2006/main" prst="straightConnector1">
            <a:avLst/>
          </a:prstGeom>
          <a:ln xmlns:a="http://schemas.openxmlformats.org/drawingml/2006/main" w="6191">
            <a:solidFill>
              <a:srgbClr val="A9B8C2"/>
            </a:solidFill>
            <a:prstDash val="solid"/>
          </a:ln>
        </p:spPr>
      </p:cxnSp>
      <p:cxnSp>
        <p:nvCxnSpPr>
          <p:cNvPr id="645" name="">
            <a:extLst xmlns:a="http://schemas.openxmlformats.org/drawingml/2006/main">
              <a:ext uri="{FF2B5EF4-FFF2-40B4-BE49-F238E27FC236}">
                <a16:creationId xmlns:a16="http://schemas.microsoft.com/office/drawing/2014/main" id="{00825CFA-F70C-4C0B-8F9B-528427591AE3}"/>
              </a:ext>
            </a:extLst>
          </p:cNvPr>
          <p:cNvCxnSpPr/>
          <p:nvPr/>
        </p:nvCxnSpPr>
        <p:spPr>
          <a:xfrm xmlns:a="http://schemas.openxmlformats.org/drawingml/2006/main" flipH="0" flipV="0">
            <a:off x="6078776" y="3545346"/>
            <a:ext cx="1449" cy="27650"/>
          </a:xfrm>
          <a:prstGeom xmlns:a="http://schemas.openxmlformats.org/drawingml/2006/main" prst="straightConnector1">
            <a:avLst/>
          </a:prstGeom>
          <a:ln xmlns:a="http://schemas.openxmlformats.org/drawingml/2006/main" w="6191">
            <a:solidFill>
              <a:srgbClr val="A9B8C2"/>
            </a:solidFill>
            <a:prstDash val="solid"/>
          </a:ln>
        </p:spPr>
      </p:cxnSp>
      <p:cxnSp>
        <p:nvCxnSpPr>
          <p:cNvPr id="646" name="">
            <a:extLst xmlns:a="http://schemas.openxmlformats.org/drawingml/2006/main">
              <a:ext uri="{FF2B5EF4-FFF2-40B4-BE49-F238E27FC236}">
                <a16:creationId xmlns:a16="http://schemas.microsoft.com/office/drawing/2014/main" id="{3166578C-ADFF-47F8-8313-ED81B14CA696}"/>
              </a:ext>
            </a:extLst>
          </p:cNvPr>
          <p:cNvCxnSpPr/>
          <p:nvPr/>
        </p:nvCxnSpPr>
        <p:spPr>
          <a:xfrm xmlns:a="http://schemas.openxmlformats.org/drawingml/2006/main" flipH="0" flipV="0">
            <a:off x="6080225" y="3572996"/>
            <a:ext cx="5325" cy="79781"/>
          </a:xfrm>
          <a:prstGeom xmlns:a="http://schemas.openxmlformats.org/drawingml/2006/main" prst="straightConnector1">
            <a:avLst/>
          </a:prstGeom>
          <a:ln xmlns:a="http://schemas.openxmlformats.org/drawingml/2006/main" w="6191">
            <a:solidFill>
              <a:srgbClr val="A9B8C2"/>
            </a:solidFill>
            <a:prstDash val="solid"/>
          </a:ln>
        </p:spPr>
      </p:cxnSp>
      <p:cxnSp>
        <p:nvCxnSpPr>
          <p:cNvPr id="647" name="">
            <a:extLst xmlns:a="http://schemas.openxmlformats.org/drawingml/2006/main">
              <a:ext uri="{FF2B5EF4-FFF2-40B4-BE49-F238E27FC236}">
                <a16:creationId xmlns:a16="http://schemas.microsoft.com/office/drawing/2014/main" id="{F20AD892-7D3A-4D9F-91B2-1B2343F7D6F2}"/>
              </a:ext>
            </a:extLst>
          </p:cNvPr>
          <p:cNvCxnSpPr/>
          <p:nvPr/>
        </p:nvCxnSpPr>
        <p:spPr>
          <a:xfrm xmlns:a="http://schemas.openxmlformats.org/drawingml/2006/main" flipH="0" flipV="0">
            <a:off x="6085550" y="3652777"/>
            <a:ext cx="5184" cy="82396"/>
          </a:xfrm>
          <a:prstGeom xmlns:a="http://schemas.openxmlformats.org/drawingml/2006/main" prst="straightConnector1">
            <a:avLst/>
          </a:prstGeom>
          <a:ln xmlns:a="http://schemas.openxmlformats.org/drawingml/2006/main" w="6191">
            <a:solidFill>
              <a:srgbClr val="A9B8C2"/>
            </a:solidFill>
            <a:prstDash val="solid"/>
          </a:ln>
        </p:spPr>
      </p:cxnSp>
      <p:cxnSp>
        <p:nvCxnSpPr>
          <p:cNvPr id="648" name="">
            <a:extLst xmlns:a="http://schemas.openxmlformats.org/drawingml/2006/main">
              <a:ext uri="{FF2B5EF4-FFF2-40B4-BE49-F238E27FC236}">
                <a16:creationId xmlns:a16="http://schemas.microsoft.com/office/drawing/2014/main" id="{32BD0CCC-08B3-4FC7-9220-2340533DB531}"/>
              </a:ext>
            </a:extLst>
          </p:cNvPr>
          <p:cNvCxnSpPr/>
          <p:nvPr/>
        </p:nvCxnSpPr>
        <p:spPr>
          <a:xfrm xmlns:a="http://schemas.openxmlformats.org/drawingml/2006/main" flipH="1" flipV="0">
            <a:off x="6185700" y="3554535"/>
            <a:ext cx="8553" cy="28604"/>
          </a:xfrm>
          <a:prstGeom xmlns:a="http://schemas.openxmlformats.org/drawingml/2006/main" prst="straightConnector1">
            <a:avLst/>
          </a:prstGeom>
          <a:ln xmlns:a="http://schemas.openxmlformats.org/drawingml/2006/main" w="6191">
            <a:solidFill>
              <a:srgbClr val="A9B8C2"/>
            </a:solidFill>
            <a:prstDash val="solid"/>
          </a:ln>
        </p:spPr>
      </p:cxnSp>
      <p:cxnSp>
        <p:nvCxnSpPr>
          <p:cNvPr id="649" name="">
            <a:extLst xmlns:a="http://schemas.openxmlformats.org/drawingml/2006/main">
              <a:ext uri="{FF2B5EF4-FFF2-40B4-BE49-F238E27FC236}">
                <a16:creationId xmlns:a16="http://schemas.microsoft.com/office/drawing/2014/main" id="{67A01D4A-BC7E-4F37-B3CA-55A0142A3AD6}"/>
              </a:ext>
            </a:extLst>
          </p:cNvPr>
          <p:cNvCxnSpPr/>
          <p:nvPr/>
        </p:nvCxnSpPr>
        <p:spPr>
          <a:xfrm xmlns:a="http://schemas.openxmlformats.org/drawingml/2006/main" flipH="0" flipV="0">
            <a:off x="6090733" y="3735173"/>
            <a:ext cx="3287" cy="55936"/>
          </a:xfrm>
          <a:prstGeom xmlns:a="http://schemas.openxmlformats.org/drawingml/2006/main" prst="straightConnector1">
            <a:avLst/>
          </a:prstGeom>
          <a:ln xmlns:a="http://schemas.openxmlformats.org/drawingml/2006/main" w="6191">
            <a:solidFill>
              <a:srgbClr val="A9B8C2"/>
            </a:solidFill>
            <a:prstDash val="solid"/>
          </a:ln>
        </p:spPr>
      </p:cxnSp>
      <p:cxnSp>
        <p:nvCxnSpPr>
          <p:cNvPr id="650" name="">
            <a:extLst xmlns:a="http://schemas.openxmlformats.org/drawingml/2006/main">
              <a:ext uri="{FF2B5EF4-FFF2-40B4-BE49-F238E27FC236}">
                <a16:creationId xmlns:a16="http://schemas.microsoft.com/office/drawing/2014/main" id="{8CF4335A-5F08-4CD5-91CA-E8317D571FAE}"/>
              </a:ext>
            </a:extLst>
          </p:cNvPr>
          <p:cNvCxnSpPr/>
          <p:nvPr/>
        </p:nvCxnSpPr>
        <p:spPr>
          <a:xfrm xmlns:a="http://schemas.openxmlformats.org/drawingml/2006/main" flipH="1" flipV="0">
            <a:off x="6182177" y="3583139"/>
            <a:ext cx="3523" cy="60755"/>
          </a:xfrm>
          <a:prstGeom xmlns:a="http://schemas.openxmlformats.org/drawingml/2006/main" prst="straightConnector1">
            <a:avLst/>
          </a:prstGeom>
          <a:ln xmlns:a="http://schemas.openxmlformats.org/drawingml/2006/main" w="6191">
            <a:solidFill>
              <a:srgbClr val="A9B8C2"/>
            </a:solidFill>
            <a:prstDash val="solid"/>
          </a:ln>
        </p:spPr>
      </p:cxnSp>
      <p:cxnSp>
        <p:nvCxnSpPr>
          <p:cNvPr id="651" name="">
            <a:extLst xmlns:a="http://schemas.openxmlformats.org/drawingml/2006/main">
              <a:ext uri="{FF2B5EF4-FFF2-40B4-BE49-F238E27FC236}">
                <a16:creationId xmlns:a16="http://schemas.microsoft.com/office/drawing/2014/main" id="{A6A7C80E-4FCC-4A03-B878-D4660E1B9FAA}"/>
              </a:ext>
            </a:extLst>
          </p:cNvPr>
          <p:cNvCxnSpPr/>
          <p:nvPr/>
        </p:nvCxnSpPr>
        <p:spPr>
          <a:xfrm xmlns:a="http://schemas.openxmlformats.org/drawingml/2006/main" flipH="0" flipV="0">
            <a:off x="6416160" y="3498893"/>
            <a:ext cx="21771" cy="18425"/>
          </a:xfrm>
          <a:prstGeom xmlns:a="http://schemas.openxmlformats.org/drawingml/2006/main" prst="straightConnector1">
            <a:avLst/>
          </a:prstGeom>
          <a:ln xmlns:a="http://schemas.openxmlformats.org/drawingml/2006/main" w="6191">
            <a:solidFill>
              <a:srgbClr val="A9B8C2"/>
            </a:solidFill>
            <a:prstDash val="solid"/>
          </a:ln>
        </p:spPr>
      </p:cxnSp>
      <p:cxnSp>
        <p:nvCxnSpPr>
          <p:cNvPr id="652" name="">
            <a:extLst xmlns:a="http://schemas.openxmlformats.org/drawingml/2006/main">
              <a:ext uri="{FF2B5EF4-FFF2-40B4-BE49-F238E27FC236}">
                <a16:creationId xmlns:a16="http://schemas.microsoft.com/office/drawing/2014/main" id="{76F2FC52-304A-4C70-A420-41280E7E3018}"/>
              </a:ext>
            </a:extLst>
          </p:cNvPr>
          <p:cNvCxnSpPr/>
          <p:nvPr/>
        </p:nvCxnSpPr>
        <p:spPr>
          <a:xfrm xmlns:a="http://schemas.openxmlformats.org/drawingml/2006/main" flipH="0" flipV="1">
            <a:off x="6363451" y="3711976"/>
            <a:ext cx="49845" cy="26166"/>
          </a:xfrm>
          <a:prstGeom xmlns:a="http://schemas.openxmlformats.org/drawingml/2006/main" prst="straightConnector1">
            <a:avLst/>
          </a:prstGeom>
          <a:ln xmlns:a="http://schemas.openxmlformats.org/drawingml/2006/main" w="6191">
            <a:solidFill>
              <a:srgbClr val="A9B8C2"/>
            </a:solidFill>
            <a:prstDash val="solid"/>
          </a:ln>
        </p:spPr>
      </p:cxnSp>
      <p:cxnSp>
        <p:nvCxnSpPr>
          <p:cNvPr id="653" name="">
            <a:extLst xmlns:a="http://schemas.openxmlformats.org/drawingml/2006/main">
              <a:ext uri="{FF2B5EF4-FFF2-40B4-BE49-F238E27FC236}">
                <a16:creationId xmlns:a16="http://schemas.microsoft.com/office/drawing/2014/main" id="{EF5373EE-AE89-4872-95EF-DB2B76CCC990}"/>
              </a:ext>
            </a:extLst>
          </p:cNvPr>
          <p:cNvCxnSpPr/>
          <p:nvPr/>
        </p:nvCxnSpPr>
        <p:spPr>
          <a:xfrm xmlns:a="http://schemas.openxmlformats.org/drawingml/2006/main" flipH="0" flipV="1">
            <a:off x="6413297" y="3703553"/>
            <a:ext cx="27285" cy="8423"/>
          </a:xfrm>
          <a:prstGeom xmlns:a="http://schemas.openxmlformats.org/drawingml/2006/main" prst="straightConnector1">
            <a:avLst/>
          </a:prstGeom>
          <a:ln xmlns:a="http://schemas.openxmlformats.org/drawingml/2006/main" w="6191">
            <a:solidFill>
              <a:srgbClr val="A9B8C2"/>
            </a:solidFill>
            <a:prstDash val="solid"/>
          </a:ln>
        </p:spPr>
      </p:cxnSp>
      <p:cxnSp>
        <p:nvCxnSpPr>
          <p:cNvPr id="654" name="">
            <a:extLst xmlns:a="http://schemas.openxmlformats.org/drawingml/2006/main">
              <a:ext uri="{FF2B5EF4-FFF2-40B4-BE49-F238E27FC236}">
                <a16:creationId xmlns:a16="http://schemas.microsoft.com/office/drawing/2014/main" id="{38669274-B5F4-467A-86C5-2D8F0F84D06A}"/>
              </a:ext>
            </a:extLst>
          </p:cNvPr>
          <p:cNvCxnSpPr/>
          <p:nvPr/>
        </p:nvCxnSpPr>
        <p:spPr>
          <a:xfrm xmlns:a="http://schemas.openxmlformats.org/drawingml/2006/main" flipH="1" flipV="1">
            <a:off x="6397475" y="3658278"/>
            <a:ext cx="15822" cy="53698"/>
          </a:xfrm>
          <a:prstGeom xmlns:a="http://schemas.openxmlformats.org/drawingml/2006/main" prst="straightConnector1">
            <a:avLst/>
          </a:prstGeom>
          <a:ln xmlns:a="http://schemas.openxmlformats.org/drawingml/2006/main" w="6191">
            <a:solidFill>
              <a:srgbClr val="A9B8C2"/>
            </a:solidFill>
            <a:prstDash val="solid"/>
          </a:ln>
        </p:spPr>
      </p:cxnSp>
      <p:cxnSp>
        <p:nvCxnSpPr>
          <p:cNvPr id="655" name="">
            <a:extLst xmlns:a="http://schemas.openxmlformats.org/drawingml/2006/main">
              <a:ext uri="{FF2B5EF4-FFF2-40B4-BE49-F238E27FC236}">
                <a16:creationId xmlns:a16="http://schemas.microsoft.com/office/drawing/2014/main" id="{C98125CE-122E-4B92-877B-6016762897F3}"/>
              </a:ext>
            </a:extLst>
          </p:cNvPr>
          <p:cNvCxnSpPr/>
          <p:nvPr/>
        </p:nvCxnSpPr>
        <p:spPr>
          <a:xfrm xmlns:a="http://schemas.openxmlformats.org/drawingml/2006/main" flipH="1" flipV="1">
            <a:off x="7306414" y="3859498"/>
            <a:ext cx="32127" cy="3405"/>
          </a:xfrm>
          <a:prstGeom xmlns:a="http://schemas.openxmlformats.org/drawingml/2006/main" prst="straightConnector1">
            <a:avLst/>
          </a:prstGeom>
          <a:ln xmlns:a="http://schemas.openxmlformats.org/drawingml/2006/main" w="6191">
            <a:solidFill>
              <a:srgbClr val="A9B8C2"/>
            </a:solidFill>
            <a:prstDash val="solid"/>
          </a:ln>
        </p:spPr>
      </p:cxnSp>
      <p:cxnSp>
        <p:nvCxnSpPr>
          <p:cNvPr id="656" name="">
            <a:extLst xmlns:a="http://schemas.openxmlformats.org/drawingml/2006/main">
              <a:ext uri="{FF2B5EF4-FFF2-40B4-BE49-F238E27FC236}">
                <a16:creationId xmlns:a16="http://schemas.microsoft.com/office/drawing/2014/main" id="{EAB26A60-0DF6-4587-AD05-205DCB4974C4}"/>
              </a:ext>
            </a:extLst>
          </p:cNvPr>
          <p:cNvCxnSpPr/>
          <p:nvPr/>
        </p:nvCxnSpPr>
        <p:spPr>
          <a:xfrm xmlns:a="http://schemas.openxmlformats.org/drawingml/2006/main" flipH="0" flipV="0">
            <a:off x="7658194" y="4158593"/>
            <a:ext cx="130" cy="14408"/>
          </a:xfrm>
          <a:prstGeom xmlns:a="http://schemas.openxmlformats.org/drawingml/2006/main" prst="straightConnector1">
            <a:avLst/>
          </a:prstGeom>
          <a:ln xmlns:a="http://schemas.openxmlformats.org/drawingml/2006/main" w="6191">
            <a:solidFill>
              <a:srgbClr val="A9B8C2"/>
            </a:solidFill>
            <a:prstDash val="solid"/>
          </a:ln>
        </p:spPr>
      </p:cxnSp>
      <p:cxnSp>
        <p:nvCxnSpPr>
          <p:cNvPr id="657" name="">
            <a:extLst xmlns:a="http://schemas.openxmlformats.org/drawingml/2006/main">
              <a:ext uri="{FF2B5EF4-FFF2-40B4-BE49-F238E27FC236}">
                <a16:creationId xmlns:a16="http://schemas.microsoft.com/office/drawing/2014/main" id="{FED81B0A-1EF7-46C3-9719-807E7C599A0A}"/>
              </a:ext>
            </a:extLst>
          </p:cNvPr>
          <p:cNvCxnSpPr/>
          <p:nvPr/>
        </p:nvCxnSpPr>
        <p:spPr>
          <a:xfrm xmlns:a="http://schemas.openxmlformats.org/drawingml/2006/main" flipH="0" flipV="0">
            <a:off x="7623157" y="3972513"/>
            <a:ext cx="38924" cy="2627"/>
          </a:xfrm>
          <a:prstGeom xmlns:a="http://schemas.openxmlformats.org/drawingml/2006/main" prst="straightConnector1">
            <a:avLst/>
          </a:prstGeom>
          <a:ln xmlns:a="http://schemas.openxmlformats.org/drawingml/2006/main" w="6191">
            <a:solidFill>
              <a:srgbClr val="A9B8C2"/>
            </a:solidFill>
            <a:prstDash val="solid"/>
          </a:ln>
        </p:spPr>
      </p:cxnSp>
      <p:cxnSp>
        <p:nvCxnSpPr>
          <p:cNvPr id="658" name="">
            <a:extLst xmlns:a="http://schemas.openxmlformats.org/drawingml/2006/main">
              <a:ext uri="{FF2B5EF4-FFF2-40B4-BE49-F238E27FC236}">
                <a16:creationId xmlns:a16="http://schemas.microsoft.com/office/drawing/2014/main" id="{E3CB651C-90C4-4A73-A232-F8D44314AD44}"/>
              </a:ext>
            </a:extLst>
          </p:cNvPr>
          <p:cNvCxnSpPr/>
          <p:nvPr/>
        </p:nvCxnSpPr>
        <p:spPr>
          <a:xfrm xmlns:a="http://schemas.openxmlformats.org/drawingml/2006/main" flipH="1" flipV="0">
            <a:off x="7987543" y="4230929"/>
            <a:ext cx="695" cy="14467"/>
          </a:xfrm>
          <a:prstGeom xmlns:a="http://schemas.openxmlformats.org/drawingml/2006/main" prst="straightConnector1">
            <a:avLst/>
          </a:prstGeom>
          <a:ln xmlns:a="http://schemas.openxmlformats.org/drawingml/2006/main" w="6191">
            <a:solidFill>
              <a:srgbClr val="A9B8C2"/>
            </a:solidFill>
            <a:prstDash val="solid"/>
          </a:ln>
        </p:spPr>
      </p:cxnSp>
      <p:cxnSp>
        <p:nvCxnSpPr>
          <p:cNvPr id="659" name="">
            <a:extLst xmlns:a="http://schemas.openxmlformats.org/drawingml/2006/main">
              <a:ext uri="{FF2B5EF4-FFF2-40B4-BE49-F238E27FC236}">
                <a16:creationId xmlns:a16="http://schemas.microsoft.com/office/drawing/2014/main" id="{4DF2022F-81C8-4B70-9964-81AFDCC5B266}"/>
              </a:ext>
            </a:extLst>
          </p:cNvPr>
          <p:cNvCxnSpPr/>
          <p:nvPr/>
        </p:nvCxnSpPr>
        <p:spPr>
          <a:xfrm xmlns:a="http://schemas.openxmlformats.org/drawingml/2006/main" flipH="1" flipV="0">
            <a:off x="6906649" y="3713307"/>
            <a:ext cx="4430" cy="60531"/>
          </a:xfrm>
          <a:prstGeom xmlns:a="http://schemas.openxmlformats.org/drawingml/2006/main" prst="straightConnector1">
            <a:avLst/>
          </a:prstGeom>
          <a:ln xmlns:a="http://schemas.openxmlformats.org/drawingml/2006/main" w="6191">
            <a:solidFill>
              <a:srgbClr val="A9B8C2"/>
            </a:solidFill>
            <a:prstDash val="solid"/>
          </a:ln>
        </p:spPr>
      </p:cxnSp>
      <p:cxnSp>
        <p:nvCxnSpPr>
          <p:cNvPr id="660" name="">
            <a:extLst xmlns:a="http://schemas.openxmlformats.org/drawingml/2006/main">
              <a:ext uri="{FF2B5EF4-FFF2-40B4-BE49-F238E27FC236}">
                <a16:creationId xmlns:a16="http://schemas.microsoft.com/office/drawing/2014/main" id="{3BA5709F-6D48-455A-B8B0-E44C58C998AD}"/>
              </a:ext>
            </a:extLst>
          </p:cNvPr>
          <p:cNvCxnSpPr/>
          <p:nvPr/>
        </p:nvCxnSpPr>
        <p:spPr>
          <a:xfrm xmlns:a="http://schemas.openxmlformats.org/drawingml/2006/main" flipH="1" flipV="0">
            <a:off x="7658194" y="4138801"/>
            <a:ext cx="295" cy="19792"/>
          </a:xfrm>
          <a:prstGeom xmlns:a="http://schemas.openxmlformats.org/drawingml/2006/main" prst="straightConnector1">
            <a:avLst/>
          </a:prstGeom>
          <a:ln xmlns:a="http://schemas.openxmlformats.org/drawingml/2006/main" w="6191">
            <a:solidFill>
              <a:srgbClr val="A9B8C2"/>
            </a:solidFill>
            <a:prstDash val="solid"/>
          </a:ln>
        </p:spPr>
      </p:cxnSp>
      <p:cxnSp>
        <p:nvCxnSpPr>
          <p:cNvPr id="661" name="">
            <a:extLst xmlns:a="http://schemas.openxmlformats.org/drawingml/2006/main">
              <a:ext uri="{FF2B5EF4-FFF2-40B4-BE49-F238E27FC236}">
                <a16:creationId xmlns:a16="http://schemas.microsoft.com/office/drawing/2014/main" id="{8C4D6306-76F2-48C8-BA45-9A3B314643DC}"/>
              </a:ext>
            </a:extLst>
          </p:cNvPr>
          <p:cNvCxnSpPr/>
          <p:nvPr/>
        </p:nvCxnSpPr>
        <p:spPr>
          <a:xfrm xmlns:a="http://schemas.openxmlformats.org/drawingml/2006/main" flipH="0" flipV="0">
            <a:off x="7593234" y="4055757"/>
            <a:ext cx="67116" cy="3617"/>
          </a:xfrm>
          <a:prstGeom xmlns:a="http://schemas.openxmlformats.org/drawingml/2006/main" prst="straightConnector1">
            <a:avLst/>
          </a:prstGeom>
          <a:ln xmlns:a="http://schemas.openxmlformats.org/drawingml/2006/main" w="6191">
            <a:solidFill>
              <a:srgbClr val="A9B8C2"/>
            </a:solidFill>
            <a:prstDash val="solid"/>
          </a:ln>
        </p:spPr>
      </p:cxnSp>
      <p:cxnSp>
        <p:nvCxnSpPr>
          <p:cNvPr id="662" name="">
            <a:extLst xmlns:a="http://schemas.openxmlformats.org/drawingml/2006/main">
              <a:ext uri="{FF2B5EF4-FFF2-40B4-BE49-F238E27FC236}">
                <a16:creationId xmlns:a16="http://schemas.microsoft.com/office/drawing/2014/main" id="{75D2E1A0-2DBB-4ECF-ADE0-29C0FC8641F9}"/>
              </a:ext>
            </a:extLst>
          </p:cNvPr>
          <p:cNvCxnSpPr/>
          <p:nvPr/>
        </p:nvCxnSpPr>
        <p:spPr>
          <a:xfrm xmlns:a="http://schemas.openxmlformats.org/drawingml/2006/main" flipH="0" flipV="1">
            <a:off x="7990112" y="4159100"/>
            <a:ext cx="1037" cy="23044"/>
          </a:xfrm>
          <a:prstGeom xmlns:a="http://schemas.openxmlformats.org/drawingml/2006/main" prst="straightConnector1">
            <a:avLst/>
          </a:prstGeom>
          <a:ln xmlns:a="http://schemas.openxmlformats.org/drawingml/2006/main" w="6191">
            <a:solidFill>
              <a:srgbClr val="A9B8C2"/>
            </a:solidFill>
            <a:prstDash val="solid"/>
          </a:ln>
        </p:spPr>
      </p:cxnSp>
      <p:cxnSp>
        <p:nvCxnSpPr>
          <p:cNvPr id="663" name="">
            <a:extLst xmlns:a="http://schemas.openxmlformats.org/drawingml/2006/main">
              <a:ext uri="{FF2B5EF4-FFF2-40B4-BE49-F238E27FC236}">
                <a16:creationId xmlns:a16="http://schemas.microsoft.com/office/drawing/2014/main" id="{1D9F35B8-5971-4738-9EB2-CAD563F0CF5E}"/>
              </a:ext>
            </a:extLst>
          </p:cNvPr>
          <p:cNvCxnSpPr/>
          <p:nvPr/>
        </p:nvCxnSpPr>
        <p:spPr>
          <a:xfrm xmlns:a="http://schemas.openxmlformats.org/drawingml/2006/main" flipH="0" flipV="0">
            <a:off x="7863996" y="3839482"/>
            <a:ext cx="63924" cy="4006"/>
          </a:xfrm>
          <a:prstGeom xmlns:a="http://schemas.openxmlformats.org/drawingml/2006/main" prst="straightConnector1">
            <a:avLst/>
          </a:prstGeom>
          <a:ln xmlns:a="http://schemas.openxmlformats.org/drawingml/2006/main" w="6191">
            <a:solidFill>
              <a:srgbClr val="A9B8C2"/>
            </a:solidFill>
            <a:prstDash val="solid"/>
          </a:ln>
        </p:spPr>
      </p:cxnSp>
      <p:cxnSp>
        <p:nvCxnSpPr>
          <p:cNvPr id="664" name="">
            <a:extLst xmlns:a="http://schemas.openxmlformats.org/drawingml/2006/main">
              <a:ext uri="{FF2B5EF4-FFF2-40B4-BE49-F238E27FC236}">
                <a16:creationId xmlns:a16="http://schemas.microsoft.com/office/drawing/2014/main" id="{0DCF537C-56BA-4A2B-B76C-2D8334018DAE}"/>
              </a:ext>
            </a:extLst>
          </p:cNvPr>
          <p:cNvCxnSpPr/>
          <p:nvPr/>
        </p:nvCxnSpPr>
        <p:spPr>
          <a:xfrm xmlns:a="http://schemas.openxmlformats.org/drawingml/2006/main" flipH="0" flipV="0">
            <a:off x="7819864" y="3836713"/>
            <a:ext cx="44132" cy="2769"/>
          </a:xfrm>
          <a:prstGeom xmlns:a="http://schemas.openxmlformats.org/drawingml/2006/main" prst="straightConnector1">
            <a:avLst/>
          </a:prstGeom>
          <a:ln xmlns:a="http://schemas.openxmlformats.org/drawingml/2006/main" w="6191">
            <a:solidFill>
              <a:srgbClr val="A9B8C2"/>
            </a:solidFill>
            <a:prstDash val="solid"/>
          </a:ln>
        </p:spPr>
      </p:cxnSp>
      <p:cxnSp>
        <p:nvCxnSpPr>
          <p:cNvPr id="665" name="">
            <a:extLst xmlns:a="http://schemas.openxmlformats.org/drawingml/2006/main">
              <a:ext uri="{FF2B5EF4-FFF2-40B4-BE49-F238E27FC236}">
                <a16:creationId xmlns:a16="http://schemas.microsoft.com/office/drawing/2014/main" id="{536A44FD-469D-48E8-A88D-0EEDDE3B5F87}"/>
              </a:ext>
            </a:extLst>
          </p:cNvPr>
          <p:cNvCxnSpPr/>
          <p:nvPr/>
        </p:nvCxnSpPr>
        <p:spPr>
          <a:xfrm xmlns:a="http://schemas.openxmlformats.org/drawingml/2006/main" flipH="1" flipV="0">
            <a:off x="7858718" y="3839482"/>
            <a:ext cx="5278" cy="77260"/>
          </a:xfrm>
          <a:prstGeom xmlns:a="http://schemas.openxmlformats.org/drawingml/2006/main" prst="straightConnector1">
            <a:avLst/>
          </a:prstGeom>
          <a:ln xmlns:a="http://schemas.openxmlformats.org/drawingml/2006/main" w="6191">
            <a:solidFill>
              <a:srgbClr val="A9B8C2"/>
            </a:solidFill>
            <a:prstDash val="solid"/>
          </a:ln>
        </p:spPr>
      </p:cxnSp>
      <p:cxnSp>
        <p:nvCxnSpPr>
          <p:cNvPr id="666" name="">
            <a:extLst xmlns:a="http://schemas.openxmlformats.org/drawingml/2006/main">
              <a:ext uri="{FF2B5EF4-FFF2-40B4-BE49-F238E27FC236}">
                <a16:creationId xmlns:a16="http://schemas.microsoft.com/office/drawing/2014/main" id="{3D3C0DE9-E5C1-41A3-8894-84B18BE26C43}"/>
              </a:ext>
            </a:extLst>
          </p:cNvPr>
          <p:cNvCxnSpPr/>
          <p:nvPr/>
        </p:nvCxnSpPr>
        <p:spPr>
          <a:xfrm xmlns:a="http://schemas.openxmlformats.org/drawingml/2006/main" flipH="0" flipV="0">
            <a:off x="7904381" y="3982091"/>
            <a:ext cx="7858" cy="459"/>
          </a:xfrm>
          <a:prstGeom xmlns:a="http://schemas.openxmlformats.org/drawingml/2006/main" prst="straightConnector1">
            <a:avLst/>
          </a:prstGeom>
          <a:ln xmlns:a="http://schemas.openxmlformats.org/drawingml/2006/main" w="6191">
            <a:solidFill>
              <a:srgbClr val="A9B8C2"/>
            </a:solidFill>
            <a:prstDash val="solid"/>
          </a:ln>
        </p:spPr>
      </p:cxnSp>
      <p:cxnSp>
        <p:nvCxnSpPr>
          <p:cNvPr id="667" name="">
            <a:extLst xmlns:a="http://schemas.openxmlformats.org/drawingml/2006/main">
              <a:ext uri="{FF2B5EF4-FFF2-40B4-BE49-F238E27FC236}">
                <a16:creationId xmlns:a16="http://schemas.microsoft.com/office/drawing/2014/main" id="{531F4D48-D581-492A-9C88-1D1DF0366B50}"/>
              </a:ext>
            </a:extLst>
          </p:cNvPr>
          <p:cNvCxnSpPr/>
          <p:nvPr/>
        </p:nvCxnSpPr>
        <p:spPr>
          <a:xfrm xmlns:a="http://schemas.openxmlformats.org/drawingml/2006/main" flipH="0" flipV="0">
            <a:off x="8060833" y="3630122"/>
            <a:ext cx="3770" cy="35190"/>
          </a:xfrm>
          <a:prstGeom xmlns:a="http://schemas.openxmlformats.org/drawingml/2006/main" prst="straightConnector1">
            <a:avLst/>
          </a:prstGeom>
          <a:ln xmlns:a="http://schemas.openxmlformats.org/drawingml/2006/main" w="6191">
            <a:solidFill>
              <a:srgbClr val="A9B8C2"/>
            </a:solidFill>
            <a:prstDash val="solid"/>
          </a:ln>
        </p:spPr>
      </p:cxnSp>
      <p:cxnSp>
        <p:nvCxnSpPr>
          <p:cNvPr id="668" name="">
            <a:extLst xmlns:a="http://schemas.openxmlformats.org/drawingml/2006/main">
              <a:ext uri="{FF2B5EF4-FFF2-40B4-BE49-F238E27FC236}">
                <a16:creationId xmlns:a16="http://schemas.microsoft.com/office/drawing/2014/main" id="{1527C659-87CC-474F-8ED9-02AAF6F24A90}"/>
              </a:ext>
            </a:extLst>
          </p:cNvPr>
          <p:cNvCxnSpPr/>
          <p:nvPr/>
        </p:nvCxnSpPr>
        <p:spPr>
          <a:xfrm xmlns:a="http://schemas.openxmlformats.org/drawingml/2006/main" flipH="1" flipV="0">
            <a:off x="7431528" y="3716229"/>
            <a:ext cx="50152" cy="59"/>
          </a:xfrm>
          <a:prstGeom xmlns:a="http://schemas.openxmlformats.org/drawingml/2006/main" prst="straightConnector1">
            <a:avLst/>
          </a:prstGeom>
          <a:ln xmlns:a="http://schemas.openxmlformats.org/drawingml/2006/main" w="6191">
            <a:solidFill>
              <a:srgbClr val="A9B8C2"/>
            </a:solidFill>
            <a:prstDash val="solid"/>
          </a:ln>
        </p:spPr>
      </p:cxnSp>
      <p:cxnSp>
        <p:nvCxnSpPr>
          <p:cNvPr id="669" name="">
            <a:extLst xmlns:a="http://schemas.openxmlformats.org/drawingml/2006/main">
              <a:ext uri="{FF2B5EF4-FFF2-40B4-BE49-F238E27FC236}">
                <a16:creationId xmlns:a16="http://schemas.microsoft.com/office/drawing/2014/main" id="{7E8A5908-41A4-4245-BEB4-3EA33985DB22}"/>
              </a:ext>
            </a:extLst>
          </p:cNvPr>
          <p:cNvCxnSpPr/>
          <p:nvPr/>
        </p:nvCxnSpPr>
        <p:spPr>
          <a:xfrm xmlns:a="http://schemas.openxmlformats.org/drawingml/2006/main" flipH="1" flipV="1">
            <a:off x="7548254" y="3716158"/>
            <a:ext cx="188" cy="5902"/>
          </a:xfrm>
          <a:prstGeom xmlns:a="http://schemas.openxmlformats.org/drawingml/2006/main" prst="straightConnector1">
            <a:avLst/>
          </a:prstGeom>
          <a:ln xmlns:a="http://schemas.openxmlformats.org/drawingml/2006/main" w="6191">
            <a:solidFill>
              <a:srgbClr val="A9B8C2"/>
            </a:solidFill>
            <a:prstDash val="solid"/>
          </a:ln>
        </p:spPr>
      </p:cxnSp>
      <p:cxnSp>
        <p:nvCxnSpPr>
          <p:cNvPr id="670" name="">
            <a:extLst xmlns:a="http://schemas.openxmlformats.org/drawingml/2006/main">
              <a:ext uri="{FF2B5EF4-FFF2-40B4-BE49-F238E27FC236}">
                <a16:creationId xmlns:a16="http://schemas.microsoft.com/office/drawing/2014/main" id="{C288585F-0F62-4FA3-A119-6CFCD695E9D1}"/>
              </a:ext>
            </a:extLst>
          </p:cNvPr>
          <p:cNvCxnSpPr/>
          <p:nvPr/>
        </p:nvCxnSpPr>
        <p:spPr>
          <a:xfrm xmlns:a="http://schemas.openxmlformats.org/drawingml/2006/main" flipH="0" flipV="0">
            <a:off x="7491163" y="3954617"/>
            <a:ext cx="365" cy="11993"/>
          </a:xfrm>
          <a:prstGeom xmlns:a="http://schemas.openxmlformats.org/drawingml/2006/main" prst="straightConnector1">
            <a:avLst/>
          </a:prstGeom>
          <a:ln xmlns:a="http://schemas.openxmlformats.org/drawingml/2006/main" w="6191">
            <a:solidFill>
              <a:srgbClr val="A9B8C2"/>
            </a:solidFill>
            <a:prstDash val="solid"/>
          </a:ln>
        </p:spPr>
      </p:cxnSp>
      <p:cxnSp>
        <p:nvCxnSpPr>
          <p:cNvPr id="671" name="">
            <a:extLst xmlns:a="http://schemas.openxmlformats.org/drawingml/2006/main">
              <a:ext uri="{FF2B5EF4-FFF2-40B4-BE49-F238E27FC236}">
                <a16:creationId xmlns:a16="http://schemas.microsoft.com/office/drawing/2014/main" id="{B7207A34-817B-4EB7-924F-23814485B735}"/>
              </a:ext>
            </a:extLst>
          </p:cNvPr>
          <p:cNvCxnSpPr/>
          <p:nvPr/>
        </p:nvCxnSpPr>
        <p:spPr>
          <a:xfrm xmlns:a="http://schemas.openxmlformats.org/drawingml/2006/main" flipH="0" flipV="0">
            <a:off x="8310684" y="3771423"/>
            <a:ext cx="4253" cy="26012"/>
          </a:xfrm>
          <a:prstGeom xmlns:a="http://schemas.openxmlformats.org/drawingml/2006/main" prst="straightConnector1">
            <a:avLst/>
          </a:prstGeom>
          <a:ln xmlns:a="http://schemas.openxmlformats.org/drawingml/2006/main" w="6191">
            <a:solidFill>
              <a:srgbClr val="A9B8C2"/>
            </a:solidFill>
            <a:prstDash val="solid"/>
          </a:ln>
        </p:spPr>
      </p:cxnSp>
      <p:cxnSp>
        <p:nvCxnSpPr>
          <p:cNvPr id="672" name="">
            <a:extLst xmlns:a="http://schemas.openxmlformats.org/drawingml/2006/main">
              <a:ext uri="{FF2B5EF4-FFF2-40B4-BE49-F238E27FC236}">
                <a16:creationId xmlns:a16="http://schemas.microsoft.com/office/drawing/2014/main" id="{83CF40AD-1E1F-4B33-A6D4-95F2CAC7E0EB}"/>
              </a:ext>
            </a:extLst>
          </p:cNvPr>
          <p:cNvCxnSpPr/>
          <p:nvPr/>
        </p:nvCxnSpPr>
        <p:spPr>
          <a:xfrm xmlns:a="http://schemas.openxmlformats.org/drawingml/2006/main" flipH="1" flipV="1">
            <a:off x="7854442" y="4158487"/>
            <a:ext cx="56231" cy="2898"/>
          </a:xfrm>
          <a:prstGeom xmlns:a="http://schemas.openxmlformats.org/drawingml/2006/main" prst="straightConnector1">
            <a:avLst/>
          </a:prstGeom>
          <a:ln xmlns:a="http://schemas.openxmlformats.org/drawingml/2006/main" w="6191">
            <a:solidFill>
              <a:srgbClr val="A9B8C2"/>
            </a:solidFill>
            <a:prstDash val="solid"/>
          </a:ln>
        </p:spPr>
      </p:cxnSp>
      <p:cxnSp>
        <p:nvCxnSpPr>
          <p:cNvPr id="673" name="">
            <a:extLst xmlns:a="http://schemas.openxmlformats.org/drawingml/2006/main">
              <a:ext uri="{FF2B5EF4-FFF2-40B4-BE49-F238E27FC236}">
                <a16:creationId xmlns:a16="http://schemas.microsoft.com/office/drawing/2014/main" id="{E54EB862-FAD7-462A-942B-5ABC928248FD}"/>
              </a:ext>
            </a:extLst>
          </p:cNvPr>
          <p:cNvCxnSpPr/>
          <p:nvPr/>
        </p:nvCxnSpPr>
        <p:spPr>
          <a:xfrm xmlns:a="http://schemas.openxmlformats.org/drawingml/2006/main" flipH="1" flipV="1">
            <a:off x="8306631" y="4257825"/>
            <a:ext cx="25812" cy="8211"/>
          </a:xfrm>
          <a:prstGeom xmlns:a="http://schemas.openxmlformats.org/drawingml/2006/main" prst="straightConnector1">
            <a:avLst/>
          </a:prstGeom>
          <a:ln xmlns:a="http://schemas.openxmlformats.org/drawingml/2006/main" w="6191">
            <a:solidFill>
              <a:srgbClr val="A9B8C2"/>
            </a:solidFill>
            <a:prstDash val="solid"/>
          </a:ln>
        </p:spPr>
      </p:cxnSp>
      <p:cxnSp>
        <p:nvCxnSpPr>
          <p:cNvPr id="674" name="">
            <a:extLst xmlns:a="http://schemas.openxmlformats.org/drawingml/2006/main">
              <a:ext uri="{FF2B5EF4-FFF2-40B4-BE49-F238E27FC236}">
                <a16:creationId xmlns:a16="http://schemas.microsoft.com/office/drawing/2014/main" id="{B91FC9DF-485B-460E-AAAA-4FE91BEABFD4}"/>
              </a:ext>
            </a:extLst>
          </p:cNvPr>
          <p:cNvCxnSpPr/>
          <p:nvPr/>
        </p:nvCxnSpPr>
        <p:spPr>
          <a:xfrm xmlns:a="http://schemas.openxmlformats.org/drawingml/2006/main" flipH="0" flipV="0">
            <a:off x="7153650" y="4231965"/>
            <a:ext cx="4088" cy="50517"/>
          </a:xfrm>
          <a:prstGeom xmlns:a="http://schemas.openxmlformats.org/drawingml/2006/main" prst="straightConnector1">
            <a:avLst/>
          </a:prstGeom>
          <a:ln xmlns:a="http://schemas.openxmlformats.org/drawingml/2006/main" w="6191">
            <a:solidFill>
              <a:srgbClr val="A9B8C2"/>
            </a:solidFill>
            <a:prstDash val="solid"/>
          </a:ln>
        </p:spPr>
      </p:cxnSp>
      <p:cxnSp>
        <p:nvCxnSpPr>
          <p:cNvPr id="675" name="">
            <a:extLst xmlns:a="http://schemas.openxmlformats.org/drawingml/2006/main">
              <a:ext uri="{FF2B5EF4-FFF2-40B4-BE49-F238E27FC236}">
                <a16:creationId xmlns:a16="http://schemas.microsoft.com/office/drawing/2014/main" id="{4A5E9418-2A40-4938-AAA6-E140E0247B42}"/>
              </a:ext>
            </a:extLst>
          </p:cNvPr>
          <p:cNvCxnSpPr/>
          <p:nvPr/>
        </p:nvCxnSpPr>
        <p:spPr>
          <a:xfrm xmlns:a="http://schemas.openxmlformats.org/drawingml/2006/main" flipH="0" flipV="0">
            <a:off x="7150245" y="4181943"/>
            <a:ext cx="3405" cy="50022"/>
          </a:xfrm>
          <a:prstGeom xmlns:a="http://schemas.openxmlformats.org/drawingml/2006/main" prst="straightConnector1">
            <a:avLst/>
          </a:prstGeom>
          <a:ln xmlns:a="http://schemas.openxmlformats.org/drawingml/2006/main" w="6191">
            <a:solidFill>
              <a:srgbClr val="A9B8C2"/>
            </a:solidFill>
            <a:prstDash val="solid"/>
          </a:ln>
        </p:spPr>
      </p:cxnSp>
      <p:cxnSp>
        <p:nvCxnSpPr>
          <p:cNvPr id="676" name="">
            <a:extLst xmlns:a="http://schemas.openxmlformats.org/drawingml/2006/main">
              <a:ext uri="{FF2B5EF4-FFF2-40B4-BE49-F238E27FC236}">
                <a16:creationId xmlns:a16="http://schemas.microsoft.com/office/drawing/2014/main" id="{43AC57DF-6CC3-4AE2-9F81-A15F41F07A0C}"/>
              </a:ext>
            </a:extLst>
          </p:cNvPr>
          <p:cNvCxnSpPr/>
          <p:nvPr/>
        </p:nvCxnSpPr>
        <p:spPr>
          <a:xfrm xmlns:a="http://schemas.openxmlformats.org/drawingml/2006/main" flipH="0" flipV="0">
            <a:off x="7137710" y="4115487"/>
            <a:ext cx="12535" cy="66457"/>
          </a:xfrm>
          <a:prstGeom xmlns:a="http://schemas.openxmlformats.org/drawingml/2006/main" prst="straightConnector1">
            <a:avLst/>
          </a:prstGeom>
          <a:ln xmlns:a="http://schemas.openxmlformats.org/drawingml/2006/main" w="6191">
            <a:solidFill>
              <a:srgbClr val="A9B8C2"/>
            </a:solidFill>
            <a:prstDash val="solid"/>
          </a:ln>
        </p:spPr>
      </p:cxnSp>
      <p:cxnSp>
        <p:nvCxnSpPr>
          <p:cNvPr id="677" name="">
            <a:extLst xmlns:a="http://schemas.openxmlformats.org/drawingml/2006/main">
              <a:ext uri="{FF2B5EF4-FFF2-40B4-BE49-F238E27FC236}">
                <a16:creationId xmlns:a16="http://schemas.microsoft.com/office/drawing/2014/main" id="{0618C27F-76F5-4CA4-B177-1D4B50FC28E1}"/>
              </a:ext>
            </a:extLst>
          </p:cNvPr>
          <p:cNvCxnSpPr/>
          <p:nvPr/>
        </p:nvCxnSpPr>
        <p:spPr>
          <a:xfrm xmlns:a="http://schemas.openxmlformats.org/drawingml/2006/main" flipH="0" flipV="0">
            <a:off x="7128238" y="4091324"/>
            <a:ext cx="9472" cy="24163"/>
          </a:xfrm>
          <a:prstGeom xmlns:a="http://schemas.openxmlformats.org/drawingml/2006/main" prst="straightConnector1">
            <a:avLst/>
          </a:prstGeom>
          <a:ln xmlns:a="http://schemas.openxmlformats.org/drawingml/2006/main" w="6191">
            <a:solidFill>
              <a:srgbClr val="A9B8C2"/>
            </a:solidFill>
            <a:prstDash val="solid"/>
          </a:ln>
        </p:spPr>
      </p:cxnSp>
      <p:cxnSp>
        <p:nvCxnSpPr>
          <p:cNvPr id="678" name="">
            <a:extLst xmlns:a="http://schemas.openxmlformats.org/drawingml/2006/main">
              <a:ext uri="{FF2B5EF4-FFF2-40B4-BE49-F238E27FC236}">
                <a16:creationId xmlns:a16="http://schemas.microsoft.com/office/drawing/2014/main" id="{4C16DF1D-53E6-47E8-AE03-D4EC4E9A155B}"/>
              </a:ext>
            </a:extLst>
          </p:cNvPr>
          <p:cNvCxnSpPr/>
          <p:nvPr/>
        </p:nvCxnSpPr>
        <p:spPr>
          <a:xfrm xmlns:a="http://schemas.openxmlformats.org/drawingml/2006/main" flipH="0" flipV="0">
            <a:off x="7111650" y="4049666"/>
            <a:ext cx="16588" cy="41658"/>
          </a:xfrm>
          <a:prstGeom xmlns:a="http://schemas.openxmlformats.org/drawingml/2006/main" prst="straightConnector1">
            <a:avLst/>
          </a:prstGeom>
          <a:ln xmlns:a="http://schemas.openxmlformats.org/drawingml/2006/main" w="6191">
            <a:solidFill>
              <a:srgbClr val="A9B8C2"/>
            </a:solidFill>
            <a:prstDash val="solid"/>
          </a:ln>
        </p:spPr>
      </p:cxnSp>
      <p:cxnSp>
        <p:nvCxnSpPr>
          <p:cNvPr id="679" name="">
            <a:extLst xmlns:a="http://schemas.openxmlformats.org/drawingml/2006/main">
              <a:ext uri="{FF2B5EF4-FFF2-40B4-BE49-F238E27FC236}">
                <a16:creationId xmlns:a16="http://schemas.microsoft.com/office/drawing/2014/main" id="{C2C7A698-B5A5-46BD-940C-C5618FD2297A}"/>
              </a:ext>
            </a:extLst>
          </p:cNvPr>
          <p:cNvCxnSpPr/>
          <p:nvPr/>
        </p:nvCxnSpPr>
        <p:spPr>
          <a:xfrm xmlns:a="http://schemas.openxmlformats.org/drawingml/2006/main" flipH="0" flipV="1">
            <a:off x="7910672" y="4155000"/>
            <a:ext cx="365" cy="6385"/>
          </a:xfrm>
          <a:prstGeom xmlns:a="http://schemas.openxmlformats.org/drawingml/2006/main" prst="straightConnector1">
            <a:avLst/>
          </a:prstGeom>
          <a:ln xmlns:a="http://schemas.openxmlformats.org/drawingml/2006/main" w="6191">
            <a:solidFill>
              <a:srgbClr val="A9B8C2"/>
            </a:solidFill>
            <a:prstDash val="solid"/>
          </a:ln>
        </p:spPr>
      </p:cxnSp>
      <p:cxnSp>
        <p:nvCxnSpPr>
          <p:cNvPr id="680" name="">
            <a:extLst xmlns:a="http://schemas.openxmlformats.org/drawingml/2006/main">
              <a:ext uri="{FF2B5EF4-FFF2-40B4-BE49-F238E27FC236}">
                <a16:creationId xmlns:a16="http://schemas.microsoft.com/office/drawing/2014/main" id="{9268E212-952A-41D7-98F6-35FB2C7A544C}"/>
              </a:ext>
            </a:extLst>
          </p:cNvPr>
          <p:cNvCxnSpPr/>
          <p:nvPr/>
        </p:nvCxnSpPr>
        <p:spPr>
          <a:xfrm xmlns:a="http://schemas.openxmlformats.org/drawingml/2006/main" flipH="1" flipV="1">
            <a:off x="7247249" y="4298528"/>
            <a:ext cx="942" cy="10803"/>
          </a:xfrm>
          <a:prstGeom xmlns:a="http://schemas.openxmlformats.org/drawingml/2006/main" prst="straightConnector1">
            <a:avLst/>
          </a:prstGeom>
          <a:ln xmlns:a="http://schemas.openxmlformats.org/drawingml/2006/main" w="6191">
            <a:solidFill>
              <a:srgbClr val="A9B8C2"/>
            </a:solidFill>
            <a:prstDash val="solid"/>
          </a:ln>
        </p:spPr>
      </p:cxnSp>
      <p:cxnSp>
        <p:nvCxnSpPr>
          <p:cNvPr id="681" name="">
            <a:extLst xmlns:a="http://schemas.openxmlformats.org/drawingml/2006/main">
              <a:ext uri="{FF2B5EF4-FFF2-40B4-BE49-F238E27FC236}">
                <a16:creationId xmlns:a16="http://schemas.microsoft.com/office/drawing/2014/main" id="{98903DFD-F5D0-42C6-B405-92FEBBEED62C}"/>
              </a:ext>
            </a:extLst>
          </p:cNvPr>
          <p:cNvCxnSpPr/>
          <p:nvPr/>
        </p:nvCxnSpPr>
        <p:spPr>
          <a:xfrm xmlns:a="http://schemas.openxmlformats.org/drawingml/2006/main" flipH="0" flipV="1">
            <a:off x="7003984" y="3774451"/>
            <a:ext cx="353" cy="5301"/>
          </a:xfrm>
          <a:prstGeom xmlns:a="http://schemas.openxmlformats.org/drawingml/2006/main" prst="straightConnector1">
            <a:avLst/>
          </a:prstGeom>
          <a:ln xmlns:a="http://schemas.openxmlformats.org/drawingml/2006/main" w="6191">
            <a:solidFill>
              <a:srgbClr val="A9B8C2"/>
            </a:solidFill>
            <a:prstDash val="solid"/>
          </a:ln>
        </p:spPr>
      </p:cxnSp>
      <p:cxnSp>
        <p:nvCxnSpPr>
          <p:cNvPr id="682" name="">
            <a:extLst xmlns:a="http://schemas.openxmlformats.org/drawingml/2006/main">
              <a:ext uri="{FF2B5EF4-FFF2-40B4-BE49-F238E27FC236}">
                <a16:creationId xmlns:a16="http://schemas.microsoft.com/office/drawing/2014/main" id="{E3EC12B3-254C-48E3-A864-E87252D846B7}"/>
              </a:ext>
            </a:extLst>
          </p:cNvPr>
          <p:cNvCxnSpPr/>
          <p:nvPr/>
        </p:nvCxnSpPr>
        <p:spPr>
          <a:xfrm xmlns:a="http://schemas.openxmlformats.org/drawingml/2006/main" flipH="1" flipV="0">
            <a:off x="7302950" y="3859498"/>
            <a:ext cx="3464" cy="65090"/>
          </a:xfrm>
          <a:prstGeom xmlns:a="http://schemas.openxmlformats.org/drawingml/2006/main" prst="straightConnector1">
            <a:avLst/>
          </a:prstGeom>
          <a:ln xmlns:a="http://schemas.openxmlformats.org/drawingml/2006/main" w="6191">
            <a:solidFill>
              <a:srgbClr val="A9B8C2"/>
            </a:solidFill>
            <a:prstDash val="solid"/>
          </a:ln>
        </p:spPr>
      </p:cxnSp>
      <p:cxnSp>
        <p:nvCxnSpPr>
          <p:cNvPr id="683" name="">
            <a:extLst xmlns:a="http://schemas.openxmlformats.org/drawingml/2006/main">
              <a:ext uri="{FF2B5EF4-FFF2-40B4-BE49-F238E27FC236}">
                <a16:creationId xmlns:a16="http://schemas.microsoft.com/office/drawing/2014/main" id="{68A5EE54-06D7-4B44-BE17-04CC323F4A18}"/>
              </a:ext>
            </a:extLst>
          </p:cNvPr>
          <p:cNvCxnSpPr/>
          <p:nvPr/>
        </p:nvCxnSpPr>
        <p:spPr>
          <a:xfrm xmlns:a="http://schemas.openxmlformats.org/drawingml/2006/main" flipH="1" flipV="1">
            <a:off x="5298827" y="4609440"/>
            <a:ext cx="10685" cy="69967"/>
          </a:xfrm>
          <a:prstGeom xmlns:a="http://schemas.openxmlformats.org/drawingml/2006/main" prst="straightConnector1">
            <a:avLst/>
          </a:prstGeom>
          <a:ln xmlns:a="http://schemas.openxmlformats.org/drawingml/2006/main" w="6191">
            <a:solidFill>
              <a:srgbClr val="A9B8C2"/>
            </a:solidFill>
            <a:prstDash val="solid"/>
          </a:ln>
        </p:spPr>
      </p:cxnSp>
      <p:cxnSp>
        <p:nvCxnSpPr>
          <p:cNvPr id="684" name="">
            <a:extLst xmlns:a="http://schemas.openxmlformats.org/drawingml/2006/main">
              <a:ext uri="{FF2B5EF4-FFF2-40B4-BE49-F238E27FC236}">
                <a16:creationId xmlns:a16="http://schemas.microsoft.com/office/drawing/2014/main" id="{C57780B6-002C-44F6-941B-1EDBB6E97EC2}"/>
              </a:ext>
            </a:extLst>
          </p:cNvPr>
          <p:cNvCxnSpPr/>
          <p:nvPr/>
        </p:nvCxnSpPr>
        <p:spPr>
          <a:xfrm xmlns:a="http://schemas.openxmlformats.org/drawingml/2006/main" flipH="1" flipV="1">
            <a:off x="5284973" y="4596658"/>
            <a:ext cx="13854" cy="12782"/>
          </a:xfrm>
          <a:prstGeom xmlns:a="http://schemas.openxmlformats.org/drawingml/2006/main" prst="straightConnector1">
            <a:avLst/>
          </a:prstGeom>
          <a:ln xmlns:a="http://schemas.openxmlformats.org/drawingml/2006/main" w="6191">
            <a:solidFill>
              <a:srgbClr val="A9B8C2"/>
            </a:solidFill>
            <a:prstDash val="solid"/>
          </a:ln>
        </p:spPr>
      </p:cxnSp>
      <p:cxnSp>
        <p:nvCxnSpPr>
          <p:cNvPr id="685" name="">
            <a:extLst xmlns:a="http://schemas.openxmlformats.org/drawingml/2006/main">
              <a:ext uri="{FF2B5EF4-FFF2-40B4-BE49-F238E27FC236}">
                <a16:creationId xmlns:a16="http://schemas.microsoft.com/office/drawing/2014/main" id="{2AF27BF7-FFBB-4EC1-9238-BBC1E3A4204E}"/>
              </a:ext>
            </a:extLst>
          </p:cNvPr>
          <p:cNvCxnSpPr/>
          <p:nvPr/>
        </p:nvCxnSpPr>
        <p:spPr>
          <a:xfrm xmlns:a="http://schemas.openxmlformats.org/drawingml/2006/main" flipH="1" flipV="0">
            <a:off x="5993587" y="4470919"/>
            <a:ext cx="14868" cy="5089"/>
          </a:xfrm>
          <a:prstGeom xmlns:a="http://schemas.openxmlformats.org/drawingml/2006/main" prst="straightConnector1">
            <a:avLst/>
          </a:prstGeom>
          <a:ln xmlns:a="http://schemas.openxmlformats.org/drawingml/2006/main" w="6191">
            <a:solidFill>
              <a:srgbClr val="A9B8C2"/>
            </a:solidFill>
            <a:prstDash val="solid"/>
          </a:ln>
        </p:spPr>
      </p:cxnSp>
      <p:cxnSp>
        <p:nvCxnSpPr>
          <p:cNvPr id="686" name="">
            <a:extLst xmlns:a="http://schemas.openxmlformats.org/drawingml/2006/main">
              <a:ext uri="{FF2B5EF4-FFF2-40B4-BE49-F238E27FC236}">
                <a16:creationId xmlns:a16="http://schemas.microsoft.com/office/drawing/2014/main" id="{F1473042-6383-43D2-92B8-2C587EF6F25E}"/>
              </a:ext>
            </a:extLst>
          </p:cNvPr>
          <p:cNvCxnSpPr/>
          <p:nvPr/>
        </p:nvCxnSpPr>
        <p:spPr>
          <a:xfrm xmlns:a="http://schemas.openxmlformats.org/drawingml/2006/main" flipH="1" flipV="1">
            <a:off x="6145409" y="3876627"/>
            <a:ext cx="25600" cy="8541"/>
          </a:xfrm>
          <a:prstGeom xmlns:a="http://schemas.openxmlformats.org/drawingml/2006/main" prst="straightConnector1">
            <a:avLst/>
          </a:prstGeom>
          <a:ln xmlns:a="http://schemas.openxmlformats.org/drawingml/2006/main" w="6191">
            <a:solidFill>
              <a:srgbClr val="A9B8C2"/>
            </a:solidFill>
            <a:prstDash val="solid"/>
          </a:ln>
        </p:spPr>
      </p:cxnSp>
      <p:cxnSp>
        <p:nvCxnSpPr>
          <p:cNvPr id="687" name="">
            <a:extLst xmlns:a="http://schemas.openxmlformats.org/drawingml/2006/main">
              <a:ext uri="{FF2B5EF4-FFF2-40B4-BE49-F238E27FC236}">
                <a16:creationId xmlns:a16="http://schemas.microsoft.com/office/drawing/2014/main" id="{8A07B625-6F41-45DE-8300-4D24D7872E25}"/>
              </a:ext>
            </a:extLst>
          </p:cNvPr>
          <p:cNvCxnSpPr/>
          <p:nvPr/>
        </p:nvCxnSpPr>
        <p:spPr>
          <a:xfrm xmlns:a="http://schemas.openxmlformats.org/drawingml/2006/main" flipH="1" flipV="0">
            <a:off x="6333198" y="4195609"/>
            <a:ext cx="19356" cy="613"/>
          </a:xfrm>
          <a:prstGeom xmlns:a="http://schemas.openxmlformats.org/drawingml/2006/main" prst="straightConnector1">
            <a:avLst/>
          </a:prstGeom>
          <a:ln xmlns:a="http://schemas.openxmlformats.org/drawingml/2006/main" w="6191">
            <a:solidFill>
              <a:srgbClr val="A9B8C2"/>
            </a:solidFill>
            <a:prstDash val="solid"/>
          </a:ln>
        </p:spPr>
      </p:cxnSp>
      <p:cxnSp>
        <p:nvCxnSpPr>
          <p:cNvPr id="688" name="">
            <a:extLst xmlns:a="http://schemas.openxmlformats.org/drawingml/2006/main">
              <a:ext uri="{FF2B5EF4-FFF2-40B4-BE49-F238E27FC236}">
                <a16:creationId xmlns:a16="http://schemas.microsoft.com/office/drawing/2014/main" id="{7DE12C78-E696-47BB-9786-3D0D645B904F}"/>
              </a:ext>
            </a:extLst>
          </p:cNvPr>
          <p:cNvCxnSpPr/>
          <p:nvPr/>
        </p:nvCxnSpPr>
        <p:spPr>
          <a:xfrm xmlns:a="http://schemas.openxmlformats.org/drawingml/2006/main" flipH="0" flipV="1">
            <a:off x="5988934" y="3987533"/>
            <a:ext cx="27744" cy="1873"/>
          </a:xfrm>
          <a:prstGeom xmlns:a="http://schemas.openxmlformats.org/drawingml/2006/main" prst="straightConnector1">
            <a:avLst/>
          </a:prstGeom>
          <a:ln xmlns:a="http://schemas.openxmlformats.org/drawingml/2006/main" w="6191">
            <a:solidFill>
              <a:srgbClr val="A9B8C2"/>
            </a:solidFill>
            <a:prstDash val="solid"/>
          </a:ln>
        </p:spPr>
      </p:cxnSp>
      <p:cxnSp>
        <p:nvCxnSpPr>
          <p:cNvPr id="689" name="">
            <a:extLst xmlns:a="http://schemas.openxmlformats.org/drawingml/2006/main">
              <a:ext uri="{FF2B5EF4-FFF2-40B4-BE49-F238E27FC236}">
                <a16:creationId xmlns:a16="http://schemas.microsoft.com/office/drawing/2014/main" id="{EED596FD-F91A-4731-922F-50286A81EAD1}"/>
              </a:ext>
            </a:extLst>
          </p:cNvPr>
          <p:cNvCxnSpPr/>
          <p:nvPr/>
        </p:nvCxnSpPr>
        <p:spPr>
          <a:xfrm xmlns:a="http://schemas.openxmlformats.org/drawingml/2006/main" flipH="0" flipV="1">
            <a:off x="5873857" y="4245631"/>
            <a:ext cx="36521" cy="27579"/>
          </a:xfrm>
          <a:prstGeom xmlns:a="http://schemas.openxmlformats.org/drawingml/2006/main" prst="straightConnector1">
            <a:avLst/>
          </a:prstGeom>
          <a:ln xmlns:a="http://schemas.openxmlformats.org/drawingml/2006/main" w="6191">
            <a:solidFill>
              <a:srgbClr val="A9B8C2"/>
            </a:solidFill>
            <a:prstDash val="solid"/>
          </a:ln>
        </p:spPr>
      </p:cxnSp>
      <p:cxnSp>
        <p:nvCxnSpPr>
          <p:cNvPr id="690" name="">
            <a:extLst xmlns:a="http://schemas.openxmlformats.org/drawingml/2006/main">
              <a:ext uri="{FF2B5EF4-FFF2-40B4-BE49-F238E27FC236}">
                <a16:creationId xmlns:a16="http://schemas.microsoft.com/office/drawing/2014/main" id="{195953A7-E67D-463B-9B7E-B40F89C0339F}"/>
              </a:ext>
            </a:extLst>
          </p:cNvPr>
          <p:cNvCxnSpPr/>
          <p:nvPr/>
        </p:nvCxnSpPr>
        <p:spPr>
          <a:xfrm xmlns:a="http://schemas.openxmlformats.org/drawingml/2006/main" flipH="0" flipV="1">
            <a:off x="6098309" y="4136233"/>
            <a:ext cx="24469" cy="11557"/>
          </a:xfrm>
          <a:prstGeom xmlns:a="http://schemas.openxmlformats.org/drawingml/2006/main" prst="straightConnector1">
            <a:avLst/>
          </a:prstGeom>
          <a:ln xmlns:a="http://schemas.openxmlformats.org/drawingml/2006/main" w="6191">
            <a:solidFill>
              <a:srgbClr val="A9B8C2"/>
            </a:solidFill>
            <a:prstDash val="solid"/>
          </a:ln>
        </p:spPr>
      </p:cxnSp>
      <p:cxnSp>
        <p:nvCxnSpPr>
          <p:cNvPr id="691" name="">
            <a:extLst xmlns:a="http://schemas.openxmlformats.org/drawingml/2006/main">
              <a:ext uri="{FF2B5EF4-FFF2-40B4-BE49-F238E27FC236}">
                <a16:creationId xmlns:a16="http://schemas.microsoft.com/office/drawing/2014/main" id="{3FF162B3-F4DF-4236-BFF2-3EE7A51F9112}"/>
              </a:ext>
            </a:extLst>
          </p:cNvPr>
          <p:cNvCxnSpPr/>
          <p:nvPr/>
        </p:nvCxnSpPr>
        <p:spPr>
          <a:xfrm xmlns:a="http://schemas.openxmlformats.org/drawingml/2006/main" flipH="1" flipV="0">
            <a:off x="5805068" y="4004698"/>
            <a:ext cx="73879" cy="23680"/>
          </a:xfrm>
          <a:prstGeom xmlns:a="http://schemas.openxmlformats.org/drawingml/2006/main" prst="straightConnector1">
            <a:avLst/>
          </a:prstGeom>
          <a:ln xmlns:a="http://schemas.openxmlformats.org/drawingml/2006/main" w="6191">
            <a:solidFill>
              <a:srgbClr val="A9B8C2"/>
            </a:solidFill>
            <a:prstDash val="solid"/>
          </a:ln>
        </p:spPr>
      </p:cxnSp>
      <p:cxnSp>
        <p:nvCxnSpPr>
          <p:cNvPr id="692" name="">
            <a:extLst xmlns:a="http://schemas.openxmlformats.org/drawingml/2006/main">
              <a:ext uri="{FF2B5EF4-FFF2-40B4-BE49-F238E27FC236}">
                <a16:creationId xmlns:a16="http://schemas.microsoft.com/office/drawing/2014/main" id="{41BA54D4-0042-47ED-950D-A3F246B727F1}"/>
              </a:ext>
            </a:extLst>
          </p:cNvPr>
          <p:cNvCxnSpPr/>
          <p:nvPr/>
        </p:nvCxnSpPr>
        <p:spPr>
          <a:xfrm xmlns:a="http://schemas.openxmlformats.org/drawingml/2006/main" flipH="1" flipV="0">
            <a:off x="5570120" y="4109808"/>
            <a:ext cx="20358" cy="6173"/>
          </a:xfrm>
          <a:prstGeom xmlns:a="http://schemas.openxmlformats.org/drawingml/2006/main" prst="straightConnector1">
            <a:avLst/>
          </a:prstGeom>
          <a:ln xmlns:a="http://schemas.openxmlformats.org/drawingml/2006/main" w="6191">
            <a:solidFill>
              <a:srgbClr val="A9B8C2"/>
            </a:solidFill>
            <a:prstDash val="solid"/>
          </a:ln>
        </p:spPr>
      </p:cxnSp>
      <p:cxnSp>
        <p:nvCxnSpPr>
          <p:cNvPr id="693" name="">
            <a:extLst xmlns:a="http://schemas.openxmlformats.org/drawingml/2006/main">
              <a:ext uri="{FF2B5EF4-FFF2-40B4-BE49-F238E27FC236}">
                <a16:creationId xmlns:a16="http://schemas.microsoft.com/office/drawing/2014/main" id="{2353F0C5-B77A-4FBC-B3D8-C3C6F8D73CA4}"/>
              </a:ext>
            </a:extLst>
          </p:cNvPr>
          <p:cNvCxnSpPr/>
          <p:nvPr/>
        </p:nvCxnSpPr>
        <p:spPr>
          <a:xfrm xmlns:a="http://schemas.openxmlformats.org/drawingml/2006/main" flipH="0" flipV="0">
            <a:off x="5893496" y="4080226"/>
            <a:ext cx="648" cy="6256"/>
          </a:xfrm>
          <a:prstGeom xmlns:a="http://schemas.openxmlformats.org/drawingml/2006/main" prst="straightConnector1">
            <a:avLst/>
          </a:prstGeom>
          <a:ln xmlns:a="http://schemas.openxmlformats.org/drawingml/2006/main" w="6191">
            <a:solidFill>
              <a:srgbClr val="A9B8C2"/>
            </a:solidFill>
            <a:prstDash val="solid"/>
          </a:ln>
        </p:spPr>
      </p:cxnSp>
      <p:cxnSp>
        <p:nvCxnSpPr>
          <p:cNvPr id="694" name="">
            <a:extLst xmlns:a="http://schemas.openxmlformats.org/drawingml/2006/main">
              <a:ext uri="{FF2B5EF4-FFF2-40B4-BE49-F238E27FC236}">
                <a16:creationId xmlns:a16="http://schemas.microsoft.com/office/drawing/2014/main" id="{608E1B09-12CF-4EA1-97F0-76AD4AD9916E}"/>
              </a:ext>
            </a:extLst>
          </p:cNvPr>
          <p:cNvCxnSpPr/>
          <p:nvPr/>
        </p:nvCxnSpPr>
        <p:spPr>
          <a:xfrm xmlns:a="http://schemas.openxmlformats.org/drawingml/2006/main" flipH="1" flipV="1">
            <a:off x="5440376" y="4175122"/>
            <a:ext cx="318" cy="8306"/>
          </a:xfrm>
          <a:prstGeom xmlns:a="http://schemas.openxmlformats.org/drawingml/2006/main" prst="straightConnector1">
            <a:avLst/>
          </a:prstGeom>
          <a:ln xmlns:a="http://schemas.openxmlformats.org/drawingml/2006/main" w="6191">
            <a:solidFill>
              <a:srgbClr val="A9B8C2"/>
            </a:solidFill>
            <a:prstDash val="solid"/>
          </a:ln>
        </p:spPr>
      </p:cxnSp>
      <p:cxnSp>
        <p:nvCxnSpPr>
          <p:cNvPr id="695" name="">
            <a:extLst xmlns:a="http://schemas.openxmlformats.org/drawingml/2006/main">
              <a:ext uri="{FF2B5EF4-FFF2-40B4-BE49-F238E27FC236}">
                <a16:creationId xmlns:a16="http://schemas.microsoft.com/office/drawing/2014/main" id="{D31ACCFD-64EC-4CDA-8110-00EC2D999FB6}"/>
              </a:ext>
            </a:extLst>
          </p:cNvPr>
          <p:cNvCxnSpPr/>
          <p:nvPr/>
        </p:nvCxnSpPr>
        <p:spPr>
          <a:xfrm xmlns:a="http://schemas.openxmlformats.org/drawingml/2006/main" flipH="1" flipV="0">
            <a:off x="6173636" y="4429356"/>
            <a:ext cx="22879" cy="4265"/>
          </a:xfrm>
          <a:prstGeom xmlns:a="http://schemas.openxmlformats.org/drawingml/2006/main" prst="straightConnector1">
            <a:avLst/>
          </a:prstGeom>
          <a:ln xmlns:a="http://schemas.openxmlformats.org/drawingml/2006/main" w="6191">
            <a:solidFill>
              <a:srgbClr val="A9B8C2"/>
            </a:solidFill>
            <a:prstDash val="solid"/>
          </a:ln>
        </p:spPr>
      </p:cxnSp>
      <p:cxnSp>
        <p:nvCxnSpPr>
          <p:cNvPr id="696" name="">
            <a:extLst xmlns:a="http://schemas.openxmlformats.org/drawingml/2006/main">
              <a:ext uri="{FF2B5EF4-FFF2-40B4-BE49-F238E27FC236}">
                <a16:creationId xmlns:a16="http://schemas.microsoft.com/office/drawing/2014/main" id="{77AA9BA9-339E-4156-8BCC-F8046B27EC09}"/>
              </a:ext>
            </a:extLst>
          </p:cNvPr>
          <p:cNvCxnSpPr/>
          <p:nvPr/>
        </p:nvCxnSpPr>
        <p:spPr>
          <a:xfrm xmlns:a="http://schemas.openxmlformats.org/drawingml/2006/main" flipH="1" flipV="0">
            <a:off x="6352554" y="4195503"/>
            <a:ext cx="22737" cy="106"/>
          </a:xfrm>
          <a:prstGeom xmlns:a="http://schemas.openxmlformats.org/drawingml/2006/main" prst="straightConnector1">
            <a:avLst/>
          </a:prstGeom>
          <a:ln xmlns:a="http://schemas.openxmlformats.org/drawingml/2006/main" w="6191">
            <a:solidFill>
              <a:srgbClr val="A9B8C2"/>
            </a:solidFill>
            <a:prstDash val="solid"/>
          </a:ln>
        </p:spPr>
      </p:cxnSp>
      <p:cxnSp>
        <p:nvCxnSpPr>
          <p:cNvPr id="697" name="">
            <a:extLst xmlns:a="http://schemas.openxmlformats.org/drawingml/2006/main">
              <a:ext uri="{FF2B5EF4-FFF2-40B4-BE49-F238E27FC236}">
                <a16:creationId xmlns:a16="http://schemas.microsoft.com/office/drawing/2014/main" id="{314936C5-ECB7-4315-BA48-73EC86F34664}"/>
              </a:ext>
            </a:extLst>
          </p:cNvPr>
          <p:cNvCxnSpPr/>
          <p:nvPr/>
        </p:nvCxnSpPr>
        <p:spPr>
          <a:xfrm xmlns:a="http://schemas.openxmlformats.org/drawingml/2006/main" flipH="0" flipV="0">
            <a:off x="5400674" y="3870854"/>
            <a:ext cx="59930" cy="3723"/>
          </a:xfrm>
          <a:prstGeom xmlns:a="http://schemas.openxmlformats.org/drawingml/2006/main" prst="straightConnector1">
            <a:avLst/>
          </a:prstGeom>
          <a:ln xmlns:a="http://schemas.openxmlformats.org/drawingml/2006/main" w="6191">
            <a:solidFill>
              <a:srgbClr val="A9B8C2"/>
            </a:solidFill>
            <a:prstDash val="solid"/>
          </a:ln>
        </p:spPr>
      </p:cxnSp>
      <p:cxnSp>
        <p:nvCxnSpPr>
          <p:cNvPr id="698" name="">
            <a:extLst xmlns:a="http://schemas.openxmlformats.org/drawingml/2006/main">
              <a:ext uri="{FF2B5EF4-FFF2-40B4-BE49-F238E27FC236}">
                <a16:creationId xmlns:a16="http://schemas.microsoft.com/office/drawing/2014/main" id="{F2DB18EA-2C9B-432B-91ED-AD0A7C954910}"/>
              </a:ext>
            </a:extLst>
          </p:cNvPr>
          <p:cNvCxnSpPr/>
          <p:nvPr/>
        </p:nvCxnSpPr>
        <p:spPr>
          <a:xfrm xmlns:a="http://schemas.openxmlformats.org/drawingml/2006/main" flipH="1" flipV="0">
            <a:off x="5316004" y="4104837"/>
            <a:ext cx="7787" cy="72960"/>
          </a:xfrm>
          <a:prstGeom xmlns:a="http://schemas.openxmlformats.org/drawingml/2006/main" prst="straightConnector1">
            <a:avLst/>
          </a:prstGeom>
          <a:ln xmlns:a="http://schemas.openxmlformats.org/drawingml/2006/main" w="6191">
            <a:solidFill>
              <a:srgbClr val="A9B8C2"/>
            </a:solidFill>
            <a:prstDash val="solid"/>
          </a:ln>
        </p:spPr>
      </p:cxnSp>
      <p:cxnSp>
        <p:nvCxnSpPr>
          <p:cNvPr id="699" name="">
            <a:extLst xmlns:a="http://schemas.openxmlformats.org/drawingml/2006/main">
              <a:ext uri="{FF2B5EF4-FFF2-40B4-BE49-F238E27FC236}">
                <a16:creationId xmlns:a16="http://schemas.microsoft.com/office/drawing/2014/main" id="{33DF444E-40BE-4032-97E9-CE3D76A1EFAD}"/>
              </a:ext>
            </a:extLst>
          </p:cNvPr>
          <p:cNvCxnSpPr/>
          <p:nvPr/>
        </p:nvCxnSpPr>
        <p:spPr>
          <a:xfrm xmlns:a="http://schemas.openxmlformats.org/drawingml/2006/main" flipH="0" flipV="0">
            <a:off x="5316004" y="4177796"/>
            <a:ext cx="78779" cy="200"/>
          </a:xfrm>
          <a:prstGeom xmlns:a="http://schemas.openxmlformats.org/drawingml/2006/main" prst="straightConnector1">
            <a:avLst/>
          </a:prstGeom>
          <a:ln xmlns:a="http://schemas.openxmlformats.org/drawingml/2006/main" w="6191">
            <a:solidFill>
              <a:srgbClr val="A9B8C2"/>
            </a:solidFill>
            <a:prstDash val="solid"/>
          </a:ln>
        </p:spPr>
      </p:cxnSp>
      <p:cxnSp>
        <p:nvCxnSpPr>
          <p:cNvPr id="700" name="">
            <a:extLst xmlns:a="http://schemas.openxmlformats.org/drawingml/2006/main">
              <a:ext uri="{FF2B5EF4-FFF2-40B4-BE49-F238E27FC236}">
                <a16:creationId xmlns:a16="http://schemas.microsoft.com/office/drawing/2014/main" id="{1D346AD2-69BE-4888-9584-FDA2A17DD2C4}"/>
              </a:ext>
            </a:extLst>
          </p:cNvPr>
          <p:cNvCxnSpPr/>
          <p:nvPr/>
        </p:nvCxnSpPr>
        <p:spPr>
          <a:xfrm xmlns:a="http://schemas.openxmlformats.org/drawingml/2006/main" flipH="0" flipV="0">
            <a:off x="5412360" y="4113826"/>
            <a:ext cx="26778" cy="518"/>
          </a:xfrm>
          <a:prstGeom xmlns:a="http://schemas.openxmlformats.org/drawingml/2006/main" prst="straightConnector1">
            <a:avLst/>
          </a:prstGeom>
          <a:ln xmlns:a="http://schemas.openxmlformats.org/drawingml/2006/main" w="6191">
            <a:solidFill>
              <a:srgbClr val="A9B8C2"/>
            </a:solidFill>
            <a:prstDash val="solid"/>
          </a:ln>
        </p:spPr>
      </p:cxnSp>
      <p:cxnSp>
        <p:nvCxnSpPr>
          <p:cNvPr id="701" name="">
            <a:extLst xmlns:a="http://schemas.openxmlformats.org/drawingml/2006/main">
              <a:ext uri="{FF2B5EF4-FFF2-40B4-BE49-F238E27FC236}">
                <a16:creationId xmlns:a16="http://schemas.microsoft.com/office/drawing/2014/main" id="{F13E1937-B824-412D-9FD6-628E6C877747}"/>
              </a:ext>
            </a:extLst>
          </p:cNvPr>
          <p:cNvCxnSpPr/>
          <p:nvPr/>
        </p:nvCxnSpPr>
        <p:spPr>
          <a:xfrm xmlns:a="http://schemas.openxmlformats.org/drawingml/2006/main" flipH="1" flipV="0">
            <a:off x="5393487" y="4177997"/>
            <a:ext cx="1296" cy="71511"/>
          </a:xfrm>
          <a:prstGeom xmlns:a="http://schemas.openxmlformats.org/drawingml/2006/main" prst="straightConnector1">
            <a:avLst/>
          </a:prstGeom>
          <a:ln xmlns:a="http://schemas.openxmlformats.org/drawingml/2006/main" w="6191">
            <a:solidFill>
              <a:srgbClr val="A9B8C2"/>
            </a:solidFill>
            <a:prstDash val="solid"/>
          </a:ln>
        </p:spPr>
      </p:cxnSp>
      <p:cxnSp>
        <p:nvCxnSpPr>
          <p:cNvPr id="702" name="">
            <a:extLst xmlns:a="http://schemas.openxmlformats.org/drawingml/2006/main">
              <a:ext uri="{FF2B5EF4-FFF2-40B4-BE49-F238E27FC236}">
                <a16:creationId xmlns:a16="http://schemas.microsoft.com/office/drawing/2014/main" id="{EF83C86A-0F52-4365-A607-3D9AAE1FD1A9}"/>
              </a:ext>
            </a:extLst>
          </p:cNvPr>
          <p:cNvCxnSpPr/>
          <p:nvPr/>
        </p:nvCxnSpPr>
        <p:spPr>
          <a:xfrm xmlns:a="http://schemas.openxmlformats.org/drawingml/2006/main" flipH="0" flipV="1">
            <a:off x="5394783" y="4175122"/>
            <a:ext cx="45592" cy="2875"/>
          </a:xfrm>
          <a:prstGeom xmlns:a="http://schemas.openxmlformats.org/drawingml/2006/main" prst="straightConnector1">
            <a:avLst/>
          </a:prstGeom>
          <a:ln xmlns:a="http://schemas.openxmlformats.org/drawingml/2006/main" w="6191">
            <a:solidFill>
              <a:srgbClr val="A9B8C2"/>
            </a:solidFill>
            <a:prstDash val="solid"/>
          </a:ln>
        </p:spPr>
      </p:cxnSp>
      <p:cxnSp>
        <p:nvCxnSpPr>
          <p:cNvPr id="703" name="">
            <a:extLst xmlns:a="http://schemas.openxmlformats.org/drawingml/2006/main">
              <a:ext uri="{FF2B5EF4-FFF2-40B4-BE49-F238E27FC236}">
                <a16:creationId xmlns:a16="http://schemas.microsoft.com/office/drawing/2014/main" id="{2D350971-5787-4C7D-8FCA-49EB8FDBD10F}"/>
              </a:ext>
            </a:extLst>
          </p:cNvPr>
          <p:cNvCxnSpPr/>
          <p:nvPr/>
        </p:nvCxnSpPr>
        <p:spPr>
          <a:xfrm xmlns:a="http://schemas.openxmlformats.org/drawingml/2006/main" flipH="0" flipV="0">
            <a:off x="5439139" y="4114344"/>
            <a:ext cx="1237" cy="60778"/>
          </a:xfrm>
          <a:prstGeom xmlns:a="http://schemas.openxmlformats.org/drawingml/2006/main" prst="straightConnector1">
            <a:avLst/>
          </a:prstGeom>
          <a:ln xmlns:a="http://schemas.openxmlformats.org/drawingml/2006/main" w="6191">
            <a:solidFill>
              <a:srgbClr val="A9B8C2"/>
            </a:solidFill>
            <a:prstDash val="solid"/>
          </a:ln>
        </p:spPr>
      </p:cxnSp>
      <p:cxnSp>
        <p:nvCxnSpPr>
          <p:cNvPr id="704" name="">
            <a:extLst xmlns:a="http://schemas.openxmlformats.org/drawingml/2006/main">
              <a:ext uri="{FF2B5EF4-FFF2-40B4-BE49-F238E27FC236}">
                <a16:creationId xmlns:a16="http://schemas.microsoft.com/office/drawing/2014/main" id="{04A21130-AC45-4BBC-920C-653F0951C83F}"/>
              </a:ext>
            </a:extLst>
          </p:cNvPr>
          <p:cNvCxnSpPr/>
          <p:nvPr/>
        </p:nvCxnSpPr>
        <p:spPr>
          <a:xfrm xmlns:a="http://schemas.openxmlformats.org/drawingml/2006/main" flipH="0" flipV="1">
            <a:off x="5271625" y="4439158"/>
            <a:ext cx="81654" cy="2085"/>
          </a:xfrm>
          <a:prstGeom xmlns:a="http://schemas.openxmlformats.org/drawingml/2006/main" prst="straightConnector1">
            <a:avLst/>
          </a:prstGeom>
          <a:ln xmlns:a="http://schemas.openxmlformats.org/drawingml/2006/main" w="6191">
            <a:solidFill>
              <a:srgbClr val="A9B8C2"/>
            </a:solidFill>
            <a:prstDash val="solid"/>
          </a:ln>
        </p:spPr>
      </p:cxnSp>
      <p:cxnSp>
        <p:nvCxnSpPr>
          <p:cNvPr id="705" name="">
            <a:extLst xmlns:a="http://schemas.openxmlformats.org/drawingml/2006/main">
              <a:ext uri="{FF2B5EF4-FFF2-40B4-BE49-F238E27FC236}">
                <a16:creationId xmlns:a16="http://schemas.microsoft.com/office/drawing/2014/main" id="{939D18AE-621D-4A35-9D91-43A786419E78}"/>
              </a:ext>
            </a:extLst>
          </p:cNvPr>
          <p:cNvCxnSpPr/>
          <p:nvPr/>
        </p:nvCxnSpPr>
        <p:spPr>
          <a:xfrm xmlns:a="http://schemas.openxmlformats.org/drawingml/2006/main" flipH="1" flipV="0">
            <a:off x="5263355" y="4441243"/>
            <a:ext cx="8270" cy="46452"/>
          </a:xfrm>
          <a:prstGeom xmlns:a="http://schemas.openxmlformats.org/drawingml/2006/main" prst="straightConnector1">
            <a:avLst/>
          </a:prstGeom>
          <a:ln xmlns:a="http://schemas.openxmlformats.org/drawingml/2006/main" w="6191">
            <a:solidFill>
              <a:srgbClr val="A9B8C2"/>
            </a:solidFill>
            <a:prstDash val="solid"/>
          </a:ln>
        </p:spPr>
      </p:cxnSp>
      <p:cxnSp>
        <p:nvCxnSpPr>
          <p:cNvPr id="706" name="">
            <a:extLst xmlns:a="http://schemas.openxmlformats.org/drawingml/2006/main">
              <a:ext uri="{FF2B5EF4-FFF2-40B4-BE49-F238E27FC236}">
                <a16:creationId xmlns:a16="http://schemas.microsoft.com/office/drawing/2014/main" id="{A8C01EAF-5B30-436F-895D-5910ED2E481A}"/>
              </a:ext>
            </a:extLst>
          </p:cNvPr>
          <p:cNvCxnSpPr/>
          <p:nvPr/>
        </p:nvCxnSpPr>
        <p:spPr>
          <a:xfrm xmlns:a="http://schemas.openxmlformats.org/drawingml/2006/main" flipH="0" flipV="1">
            <a:off x="5462041" y="4116241"/>
            <a:ext cx="61426" cy="118"/>
          </a:xfrm>
          <a:prstGeom xmlns:a="http://schemas.openxmlformats.org/drawingml/2006/main" prst="straightConnector1">
            <a:avLst/>
          </a:prstGeom>
          <a:ln xmlns:a="http://schemas.openxmlformats.org/drawingml/2006/main" w="6191">
            <a:solidFill>
              <a:srgbClr val="A9B8C2"/>
            </a:solidFill>
            <a:prstDash val="solid"/>
          </a:ln>
        </p:spPr>
      </p:cxnSp>
      <p:cxnSp>
        <p:nvCxnSpPr>
          <p:cNvPr id="707" name="">
            <a:extLst xmlns:a="http://schemas.openxmlformats.org/drawingml/2006/main">
              <a:ext uri="{FF2B5EF4-FFF2-40B4-BE49-F238E27FC236}">
                <a16:creationId xmlns:a16="http://schemas.microsoft.com/office/drawing/2014/main" id="{3995DD61-3BC9-4B9F-BE48-549522E74309}"/>
              </a:ext>
            </a:extLst>
          </p:cNvPr>
          <p:cNvCxnSpPr/>
          <p:nvPr/>
        </p:nvCxnSpPr>
        <p:spPr>
          <a:xfrm xmlns:a="http://schemas.openxmlformats.org/drawingml/2006/main" flipH="0" flipV="1">
            <a:off x="5559917" y="3988334"/>
            <a:ext cx="58799" cy="6008"/>
          </a:xfrm>
          <a:prstGeom xmlns:a="http://schemas.openxmlformats.org/drawingml/2006/main" prst="straightConnector1">
            <a:avLst/>
          </a:prstGeom>
          <a:ln xmlns:a="http://schemas.openxmlformats.org/drawingml/2006/main" w="6191">
            <a:solidFill>
              <a:srgbClr val="A9B8C2"/>
            </a:solidFill>
            <a:prstDash val="solid"/>
          </a:ln>
        </p:spPr>
      </p:cxnSp>
      <p:cxnSp>
        <p:nvCxnSpPr>
          <p:cNvPr id="708" name="">
            <a:extLst xmlns:a="http://schemas.openxmlformats.org/drawingml/2006/main">
              <a:ext uri="{FF2B5EF4-FFF2-40B4-BE49-F238E27FC236}">
                <a16:creationId xmlns:a16="http://schemas.microsoft.com/office/drawing/2014/main" id="{606125AF-48BF-448B-A367-C5535620628C}"/>
              </a:ext>
            </a:extLst>
          </p:cNvPr>
          <p:cNvCxnSpPr/>
          <p:nvPr/>
        </p:nvCxnSpPr>
        <p:spPr>
          <a:xfrm xmlns:a="http://schemas.openxmlformats.org/drawingml/2006/main" flipH="0" flipV="0">
            <a:off x="5559917" y="3994343"/>
            <a:ext cx="1979" cy="23798"/>
          </a:xfrm>
          <a:prstGeom xmlns:a="http://schemas.openxmlformats.org/drawingml/2006/main" prst="straightConnector1">
            <a:avLst/>
          </a:prstGeom>
          <a:ln xmlns:a="http://schemas.openxmlformats.org/drawingml/2006/main" w="6191">
            <a:solidFill>
              <a:srgbClr val="A9B8C2"/>
            </a:solidFill>
            <a:prstDash val="solid"/>
          </a:ln>
        </p:spPr>
      </p:cxnSp>
      <p:cxnSp>
        <p:nvCxnSpPr>
          <p:cNvPr id="709" name="">
            <a:extLst xmlns:a="http://schemas.openxmlformats.org/drawingml/2006/main">
              <a:ext uri="{FF2B5EF4-FFF2-40B4-BE49-F238E27FC236}">
                <a16:creationId xmlns:a16="http://schemas.microsoft.com/office/drawing/2014/main" id="{B8CAB95B-432E-4E00-B3EE-BE62E080822D}"/>
              </a:ext>
            </a:extLst>
          </p:cNvPr>
          <p:cNvCxnSpPr/>
          <p:nvPr/>
        </p:nvCxnSpPr>
        <p:spPr>
          <a:xfrm xmlns:a="http://schemas.openxmlformats.org/drawingml/2006/main" flipH="0" flipV="1">
            <a:off x="5523467" y="4115981"/>
            <a:ext cx="46653" cy="259"/>
          </a:xfrm>
          <a:prstGeom xmlns:a="http://schemas.openxmlformats.org/drawingml/2006/main" prst="straightConnector1">
            <a:avLst/>
          </a:prstGeom>
          <a:ln xmlns:a="http://schemas.openxmlformats.org/drawingml/2006/main" w="6191">
            <a:solidFill>
              <a:srgbClr val="A9B8C2"/>
            </a:solidFill>
            <a:prstDash val="solid"/>
          </a:ln>
        </p:spPr>
      </p:cxnSp>
      <p:cxnSp>
        <p:nvCxnSpPr>
          <p:cNvPr id="710" name="">
            <a:extLst xmlns:a="http://schemas.openxmlformats.org/drawingml/2006/main">
              <a:ext uri="{FF2B5EF4-FFF2-40B4-BE49-F238E27FC236}">
                <a16:creationId xmlns:a16="http://schemas.microsoft.com/office/drawing/2014/main" id="{FD711A86-33C8-4ECF-A694-81BF1A8D0B00}"/>
              </a:ext>
            </a:extLst>
          </p:cNvPr>
          <p:cNvCxnSpPr/>
          <p:nvPr/>
        </p:nvCxnSpPr>
        <p:spPr>
          <a:xfrm xmlns:a="http://schemas.openxmlformats.org/drawingml/2006/main" flipH="0" flipV="1">
            <a:off x="5353279" y="4430051"/>
            <a:ext cx="19038" cy="9107"/>
          </a:xfrm>
          <a:prstGeom xmlns:a="http://schemas.openxmlformats.org/drawingml/2006/main" prst="straightConnector1">
            <a:avLst/>
          </a:prstGeom>
          <a:ln xmlns:a="http://schemas.openxmlformats.org/drawingml/2006/main" w="6191">
            <a:solidFill>
              <a:srgbClr val="A9B8C2"/>
            </a:solidFill>
            <a:prstDash val="solid"/>
          </a:ln>
        </p:spPr>
      </p:cxnSp>
      <p:cxnSp>
        <p:nvCxnSpPr>
          <p:cNvPr id="711" name="">
            <a:extLst xmlns:a="http://schemas.openxmlformats.org/drawingml/2006/main">
              <a:ext uri="{FF2B5EF4-FFF2-40B4-BE49-F238E27FC236}">
                <a16:creationId xmlns:a16="http://schemas.microsoft.com/office/drawing/2014/main" id="{E289DEA2-7FA5-4F2D-9568-3D3DFDD6C36D}"/>
              </a:ext>
            </a:extLst>
          </p:cNvPr>
          <p:cNvCxnSpPr/>
          <p:nvPr/>
        </p:nvCxnSpPr>
        <p:spPr>
          <a:xfrm xmlns:a="http://schemas.openxmlformats.org/drawingml/2006/main" flipH="0" flipV="0">
            <a:off x="5353279" y="4439158"/>
            <a:ext cx="6868" cy="29818"/>
          </a:xfrm>
          <a:prstGeom xmlns:a="http://schemas.openxmlformats.org/drawingml/2006/main" prst="straightConnector1">
            <a:avLst/>
          </a:prstGeom>
          <a:ln xmlns:a="http://schemas.openxmlformats.org/drawingml/2006/main" w="6191">
            <a:solidFill>
              <a:srgbClr val="A9B8C2"/>
            </a:solidFill>
            <a:prstDash val="solid"/>
          </a:ln>
        </p:spPr>
      </p:cxnSp>
      <p:cxnSp>
        <p:nvCxnSpPr>
          <p:cNvPr id="712" name="">
            <a:extLst xmlns:a="http://schemas.openxmlformats.org/drawingml/2006/main">
              <a:ext uri="{FF2B5EF4-FFF2-40B4-BE49-F238E27FC236}">
                <a16:creationId xmlns:a16="http://schemas.microsoft.com/office/drawing/2014/main" id="{65FF109A-E4DA-4780-9AAD-EE041478B55C}"/>
              </a:ext>
            </a:extLst>
          </p:cNvPr>
          <p:cNvCxnSpPr/>
          <p:nvPr/>
        </p:nvCxnSpPr>
        <p:spPr>
          <a:xfrm xmlns:a="http://schemas.openxmlformats.org/drawingml/2006/main" flipH="1" flipV="1">
            <a:off x="5610517" y="3907375"/>
            <a:ext cx="8200" cy="80959"/>
          </a:xfrm>
          <a:prstGeom xmlns:a="http://schemas.openxmlformats.org/drawingml/2006/main" prst="straightConnector1">
            <a:avLst/>
          </a:prstGeom>
          <a:ln xmlns:a="http://schemas.openxmlformats.org/drawingml/2006/main" w="6191">
            <a:solidFill>
              <a:srgbClr val="A9B8C2"/>
            </a:solidFill>
            <a:prstDash val="solid"/>
          </a:ln>
        </p:spPr>
      </p:cxnSp>
      <p:cxnSp>
        <p:nvCxnSpPr>
          <p:cNvPr id="713" name="">
            <a:extLst xmlns:a="http://schemas.openxmlformats.org/drawingml/2006/main">
              <a:ext uri="{FF2B5EF4-FFF2-40B4-BE49-F238E27FC236}">
                <a16:creationId xmlns:a16="http://schemas.microsoft.com/office/drawing/2014/main" id="{54808BDF-33F6-4775-971D-A4E25EA3AB80}"/>
              </a:ext>
            </a:extLst>
          </p:cNvPr>
          <p:cNvCxnSpPr/>
          <p:nvPr/>
        </p:nvCxnSpPr>
        <p:spPr>
          <a:xfrm xmlns:a="http://schemas.openxmlformats.org/drawingml/2006/main" flipH="0" flipV="1">
            <a:off x="5372317" y="4428083"/>
            <a:ext cx="79321" cy="1967"/>
          </a:xfrm>
          <a:prstGeom xmlns:a="http://schemas.openxmlformats.org/drawingml/2006/main" prst="straightConnector1">
            <a:avLst/>
          </a:prstGeom>
          <a:ln xmlns:a="http://schemas.openxmlformats.org/drawingml/2006/main" w="6191">
            <a:solidFill>
              <a:srgbClr val="A9B8C2"/>
            </a:solidFill>
            <a:prstDash val="solid"/>
          </a:ln>
        </p:spPr>
      </p:cxnSp>
      <p:cxnSp>
        <p:nvCxnSpPr>
          <p:cNvPr id="714" name="">
            <a:extLst xmlns:a="http://schemas.openxmlformats.org/drawingml/2006/main">
              <a:ext uri="{FF2B5EF4-FFF2-40B4-BE49-F238E27FC236}">
                <a16:creationId xmlns:a16="http://schemas.microsoft.com/office/drawing/2014/main" id="{DE130BD8-BF88-468B-841B-262274364ADB}"/>
              </a:ext>
            </a:extLst>
          </p:cNvPr>
          <p:cNvCxnSpPr/>
          <p:nvPr/>
        </p:nvCxnSpPr>
        <p:spPr>
          <a:xfrm xmlns:a="http://schemas.openxmlformats.org/drawingml/2006/main" flipH="0" flipV="0">
            <a:off x="5388916" y="4573908"/>
            <a:ext cx="14974" cy="47619"/>
          </a:xfrm>
          <a:prstGeom xmlns:a="http://schemas.openxmlformats.org/drawingml/2006/main" prst="straightConnector1">
            <a:avLst/>
          </a:prstGeom>
          <a:ln xmlns:a="http://schemas.openxmlformats.org/drawingml/2006/main" w="6191">
            <a:solidFill>
              <a:srgbClr val="A9B8C2"/>
            </a:solidFill>
            <a:prstDash val="solid"/>
          </a:ln>
        </p:spPr>
      </p:cxnSp>
      <p:cxnSp>
        <p:nvCxnSpPr>
          <p:cNvPr id="715" name="">
            <a:extLst xmlns:a="http://schemas.openxmlformats.org/drawingml/2006/main">
              <a:ext uri="{FF2B5EF4-FFF2-40B4-BE49-F238E27FC236}">
                <a16:creationId xmlns:a16="http://schemas.microsoft.com/office/drawing/2014/main" id="{F691DFF9-12C5-4DA3-8FF1-CA348C0B6D26}"/>
              </a:ext>
            </a:extLst>
          </p:cNvPr>
          <p:cNvCxnSpPr/>
          <p:nvPr/>
        </p:nvCxnSpPr>
        <p:spPr>
          <a:xfrm xmlns:a="http://schemas.openxmlformats.org/drawingml/2006/main" flipH="0" flipV="1">
            <a:off x="5521134" y="4485987"/>
            <a:ext cx="56608" cy="40574"/>
          </a:xfrm>
          <a:prstGeom xmlns:a="http://schemas.openxmlformats.org/drawingml/2006/main" prst="straightConnector1">
            <a:avLst/>
          </a:prstGeom>
          <a:ln xmlns:a="http://schemas.openxmlformats.org/drawingml/2006/main" w="6191">
            <a:solidFill>
              <a:srgbClr val="A9B8C2"/>
            </a:solidFill>
            <a:prstDash val="solid"/>
          </a:ln>
        </p:spPr>
      </p:cxnSp>
      <p:cxnSp>
        <p:nvCxnSpPr>
          <p:cNvPr id="716" name="">
            <a:extLst xmlns:a="http://schemas.openxmlformats.org/drawingml/2006/main">
              <a:ext uri="{FF2B5EF4-FFF2-40B4-BE49-F238E27FC236}">
                <a16:creationId xmlns:a16="http://schemas.microsoft.com/office/drawing/2014/main" id="{7F2EA9E3-4B80-4E2F-866D-FA3D4B5944B7}"/>
              </a:ext>
            </a:extLst>
          </p:cNvPr>
          <p:cNvCxnSpPr/>
          <p:nvPr/>
        </p:nvCxnSpPr>
        <p:spPr>
          <a:xfrm xmlns:a="http://schemas.openxmlformats.org/drawingml/2006/main" flipH="0" flipV="0">
            <a:off x="5675418" y="4312736"/>
            <a:ext cx="50281" cy="70521"/>
          </a:xfrm>
          <a:prstGeom xmlns:a="http://schemas.openxmlformats.org/drawingml/2006/main" prst="straightConnector1">
            <a:avLst/>
          </a:prstGeom>
          <a:ln xmlns:a="http://schemas.openxmlformats.org/drawingml/2006/main" w="6191">
            <a:solidFill>
              <a:srgbClr val="A9B8C2"/>
            </a:solidFill>
            <a:prstDash val="solid"/>
          </a:ln>
        </p:spPr>
      </p:cxnSp>
      <p:cxnSp>
        <p:nvCxnSpPr>
          <p:cNvPr id="717" name="">
            <a:extLst xmlns:a="http://schemas.openxmlformats.org/drawingml/2006/main">
              <a:ext uri="{FF2B5EF4-FFF2-40B4-BE49-F238E27FC236}">
                <a16:creationId xmlns:a16="http://schemas.microsoft.com/office/drawing/2014/main" id="{E1B66AD8-9910-4EE3-BB41-6C971591CEB9}"/>
              </a:ext>
            </a:extLst>
          </p:cNvPr>
          <p:cNvCxnSpPr/>
          <p:nvPr/>
        </p:nvCxnSpPr>
        <p:spPr>
          <a:xfrm xmlns:a="http://schemas.openxmlformats.org/drawingml/2006/main" flipH="0" flipV="0">
            <a:off x="5778337" y="4142960"/>
            <a:ext cx="40315" cy="57444"/>
          </a:xfrm>
          <a:prstGeom xmlns:a="http://schemas.openxmlformats.org/drawingml/2006/main" prst="straightConnector1">
            <a:avLst/>
          </a:prstGeom>
          <a:ln xmlns:a="http://schemas.openxmlformats.org/drawingml/2006/main" w="6191">
            <a:solidFill>
              <a:srgbClr val="A9B8C2"/>
            </a:solidFill>
            <a:prstDash val="solid"/>
          </a:ln>
        </p:spPr>
      </p:cxnSp>
      <p:cxnSp>
        <p:nvCxnSpPr>
          <p:cNvPr id="718" name="">
            <a:extLst xmlns:a="http://schemas.openxmlformats.org/drawingml/2006/main">
              <a:ext uri="{FF2B5EF4-FFF2-40B4-BE49-F238E27FC236}">
                <a16:creationId xmlns:a16="http://schemas.microsoft.com/office/drawing/2014/main" id="{B7CB1578-F69D-47A9-8DED-B03741064508}"/>
              </a:ext>
            </a:extLst>
          </p:cNvPr>
          <p:cNvCxnSpPr/>
          <p:nvPr/>
        </p:nvCxnSpPr>
        <p:spPr>
          <a:xfrm xmlns:a="http://schemas.openxmlformats.org/drawingml/2006/main" flipH="1" flipV="1">
            <a:off x="5497714" y="4576253"/>
            <a:ext cx="12476" cy="39537"/>
          </a:xfrm>
          <a:prstGeom xmlns:a="http://schemas.openxmlformats.org/drawingml/2006/main" prst="straightConnector1">
            <a:avLst/>
          </a:prstGeom>
          <a:ln xmlns:a="http://schemas.openxmlformats.org/drawingml/2006/main" w="6191">
            <a:solidFill>
              <a:srgbClr val="A9B8C2"/>
            </a:solidFill>
            <a:prstDash val="solid"/>
          </a:ln>
        </p:spPr>
      </p:cxnSp>
      <p:cxnSp>
        <p:nvCxnSpPr>
          <p:cNvPr id="719" name="">
            <a:extLst xmlns:a="http://schemas.openxmlformats.org/drawingml/2006/main">
              <a:ext uri="{FF2B5EF4-FFF2-40B4-BE49-F238E27FC236}">
                <a16:creationId xmlns:a16="http://schemas.microsoft.com/office/drawing/2014/main" id="{5A5E8B8E-485C-4DA7-9B82-E776A280572E}"/>
              </a:ext>
            </a:extLst>
          </p:cNvPr>
          <p:cNvCxnSpPr/>
          <p:nvPr/>
        </p:nvCxnSpPr>
        <p:spPr>
          <a:xfrm xmlns:a="http://schemas.openxmlformats.org/drawingml/2006/main" flipH="0" flipV="1">
            <a:off x="5974962" y="3815213"/>
            <a:ext cx="69767" cy="7092"/>
          </a:xfrm>
          <a:prstGeom xmlns:a="http://schemas.openxmlformats.org/drawingml/2006/main" prst="straightConnector1">
            <a:avLst/>
          </a:prstGeom>
          <a:ln xmlns:a="http://schemas.openxmlformats.org/drawingml/2006/main" w="6191">
            <a:solidFill>
              <a:srgbClr val="A9B8C2"/>
            </a:solidFill>
            <a:prstDash val="solid"/>
          </a:ln>
        </p:spPr>
      </p:cxnSp>
      <p:cxnSp>
        <p:nvCxnSpPr>
          <p:cNvPr id="720" name="">
            <a:extLst xmlns:a="http://schemas.openxmlformats.org/drawingml/2006/main">
              <a:ext uri="{FF2B5EF4-FFF2-40B4-BE49-F238E27FC236}">
                <a16:creationId xmlns:a16="http://schemas.microsoft.com/office/drawing/2014/main" id="{E95FDD12-6AED-4E35-B46F-D1E1D7913268}"/>
              </a:ext>
            </a:extLst>
          </p:cNvPr>
          <p:cNvCxnSpPr/>
          <p:nvPr/>
        </p:nvCxnSpPr>
        <p:spPr>
          <a:xfrm xmlns:a="http://schemas.openxmlformats.org/drawingml/2006/main" flipH="0" flipV="0">
            <a:off x="5878947" y="4004698"/>
            <a:ext cx="14550" cy="75528"/>
          </a:xfrm>
          <a:prstGeom xmlns:a="http://schemas.openxmlformats.org/drawingml/2006/main" prst="straightConnector1">
            <a:avLst/>
          </a:prstGeom>
          <a:ln xmlns:a="http://schemas.openxmlformats.org/drawingml/2006/main" w="6191">
            <a:solidFill>
              <a:srgbClr val="A9B8C2"/>
            </a:solidFill>
            <a:prstDash val="solid"/>
          </a:ln>
        </p:spPr>
      </p:cxnSp>
      <p:cxnSp>
        <p:nvCxnSpPr>
          <p:cNvPr id="721" name="">
            <a:extLst xmlns:a="http://schemas.openxmlformats.org/drawingml/2006/main">
              <a:ext uri="{FF2B5EF4-FFF2-40B4-BE49-F238E27FC236}">
                <a16:creationId xmlns:a16="http://schemas.microsoft.com/office/drawing/2014/main" id="{EC9E52B2-B066-4A63-8634-CF1D1D85CAE5}"/>
              </a:ext>
            </a:extLst>
          </p:cNvPr>
          <p:cNvCxnSpPr/>
          <p:nvPr/>
        </p:nvCxnSpPr>
        <p:spPr>
          <a:xfrm xmlns:a="http://schemas.openxmlformats.org/drawingml/2006/main" flipH="0" flipV="0">
            <a:off x="6044729" y="3815213"/>
            <a:ext cx="59624" cy="33411"/>
          </a:xfrm>
          <a:prstGeom xmlns:a="http://schemas.openxmlformats.org/drawingml/2006/main" prst="straightConnector1">
            <a:avLst/>
          </a:prstGeom>
          <a:ln xmlns:a="http://schemas.openxmlformats.org/drawingml/2006/main" w="6191">
            <a:solidFill>
              <a:srgbClr val="A9B8C2"/>
            </a:solidFill>
            <a:prstDash val="solid"/>
          </a:ln>
        </p:spPr>
      </p:cxnSp>
      <p:cxnSp>
        <p:nvCxnSpPr>
          <p:cNvPr id="722" name="">
            <a:extLst xmlns:a="http://schemas.openxmlformats.org/drawingml/2006/main">
              <a:ext uri="{FF2B5EF4-FFF2-40B4-BE49-F238E27FC236}">
                <a16:creationId xmlns:a16="http://schemas.microsoft.com/office/drawing/2014/main" id="{42E68A84-3AC0-4C33-A7C0-3F5F6124287F}"/>
              </a:ext>
            </a:extLst>
          </p:cNvPr>
          <p:cNvCxnSpPr/>
          <p:nvPr/>
        </p:nvCxnSpPr>
        <p:spPr>
          <a:xfrm xmlns:a="http://schemas.openxmlformats.org/drawingml/2006/main" flipH="0" flipV="0">
            <a:off x="5894144" y="4086482"/>
            <a:ext cx="5584" cy="54758"/>
          </a:xfrm>
          <a:prstGeom xmlns:a="http://schemas.openxmlformats.org/drawingml/2006/main" prst="straightConnector1">
            <a:avLst/>
          </a:prstGeom>
          <a:ln xmlns:a="http://schemas.openxmlformats.org/drawingml/2006/main" w="6191">
            <a:solidFill>
              <a:srgbClr val="A9B8C2"/>
            </a:solidFill>
            <a:prstDash val="solid"/>
          </a:ln>
        </p:spPr>
      </p:cxnSp>
      <p:cxnSp>
        <p:nvCxnSpPr>
          <p:cNvPr id="723" name="">
            <a:extLst xmlns:a="http://schemas.openxmlformats.org/drawingml/2006/main">
              <a:ext uri="{FF2B5EF4-FFF2-40B4-BE49-F238E27FC236}">
                <a16:creationId xmlns:a16="http://schemas.microsoft.com/office/drawing/2014/main" id="{1379E323-C877-41A0-8778-19BF69A46089}"/>
              </a:ext>
            </a:extLst>
          </p:cNvPr>
          <p:cNvCxnSpPr/>
          <p:nvPr/>
        </p:nvCxnSpPr>
        <p:spPr>
          <a:xfrm xmlns:a="http://schemas.openxmlformats.org/drawingml/2006/main" flipH="0" flipV="1">
            <a:off x="5725699" y="4355913"/>
            <a:ext cx="37181" cy="27344"/>
          </a:xfrm>
          <a:prstGeom xmlns:a="http://schemas.openxmlformats.org/drawingml/2006/main" prst="straightConnector1">
            <a:avLst/>
          </a:prstGeom>
          <a:ln xmlns:a="http://schemas.openxmlformats.org/drawingml/2006/main" w="6191">
            <a:solidFill>
              <a:srgbClr val="A9B8C2"/>
            </a:solidFill>
            <a:prstDash val="solid"/>
          </a:ln>
        </p:spPr>
      </p:cxnSp>
      <p:cxnSp>
        <p:nvCxnSpPr>
          <p:cNvPr id="724" name="">
            <a:extLst xmlns:a="http://schemas.openxmlformats.org/drawingml/2006/main">
              <a:ext uri="{FF2B5EF4-FFF2-40B4-BE49-F238E27FC236}">
                <a16:creationId xmlns:a16="http://schemas.microsoft.com/office/drawing/2014/main" id="{30D6938D-F5E7-4406-B1C8-69E052832DCD}"/>
              </a:ext>
            </a:extLst>
          </p:cNvPr>
          <p:cNvCxnSpPr/>
          <p:nvPr/>
        </p:nvCxnSpPr>
        <p:spPr>
          <a:xfrm xmlns:a="http://schemas.openxmlformats.org/drawingml/2006/main" flipH="0" flipV="1">
            <a:off x="5762880" y="4330054"/>
            <a:ext cx="35143" cy="25859"/>
          </a:xfrm>
          <a:prstGeom xmlns:a="http://schemas.openxmlformats.org/drawingml/2006/main" prst="straightConnector1">
            <a:avLst/>
          </a:prstGeom>
          <a:ln xmlns:a="http://schemas.openxmlformats.org/drawingml/2006/main" w="6191">
            <a:solidFill>
              <a:srgbClr val="A9B8C2"/>
            </a:solidFill>
            <a:prstDash val="solid"/>
          </a:ln>
        </p:spPr>
      </p:cxnSp>
      <p:cxnSp>
        <p:nvCxnSpPr>
          <p:cNvPr id="725" name="">
            <a:extLst xmlns:a="http://schemas.openxmlformats.org/drawingml/2006/main">
              <a:ext uri="{FF2B5EF4-FFF2-40B4-BE49-F238E27FC236}">
                <a16:creationId xmlns:a16="http://schemas.microsoft.com/office/drawing/2014/main" id="{6A106ED8-7708-456B-BF5E-BFC26E64673E}"/>
              </a:ext>
            </a:extLst>
          </p:cNvPr>
          <p:cNvCxnSpPr/>
          <p:nvPr/>
        </p:nvCxnSpPr>
        <p:spPr>
          <a:xfrm xmlns:a="http://schemas.openxmlformats.org/drawingml/2006/main" flipH="0" flipV="0">
            <a:off x="6104352" y="3848624"/>
            <a:ext cx="41057" cy="28003"/>
          </a:xfrm>
          <a:prstGeom xmlns:a="http://schemas.openxmlformats.org/drawingml/2006/main" prst="straightConnector1">
            <a:avLst/>
          </a:prstGeom>
          <a:ln xmlns:a="http://schemas.openxmlformats.org/drawingml/2006/main" w="6191">
            <a:solidFill>
              <a:srgbClr val="A9B8C2"/>
            </a:solidFill>
            <a:prstDash val="solid"/>
          </a:ln>
        </p:spPr>
      </p:cxnSp>
      <p:cxnSp>
        <p:nvCxnSpPr>
          <p:cNvPr id="726" name="">
            <a:extLst xmlns:a="http://schemas.openxmlformats.org/drawingml/2006/main">
              <a:ext uri="{FF2B5EF4-FFF2-40B4-BE49-F238E27FC236}">
                <a16:creationId xmlns:a16="http://schemas.microsoft.com/office/drawing/2014/main" id="{4E678707-EFBC-4DC9-9C78-0996B21912E6}"/>
              </a:ext>
            </a:extLst>
          </p:cNvPr>
          <p:cNvCxnSpPr/>
          <p:nvPr/>
        </p:nvCxnSpPr>
        <p:spPr>
          <a:xfrm xmlns:a="http://schemas.openxmlformats.org/drawingml/2006/main" flipH="0" flipV="1">
            <a:off x="5910378" y="4215908"/>
            <a:ext cx="51377" cy="29723"/>
          </a:xfrm>
          <a:prstGeom xmlns:a="http://schemas.openxmlformats.org/drawingml/2006/main" prst="straightConnector1">
            <a:avLst/>
          </a:prstGeom>
          <a:ln xmlns:a="http://schemas.openxmlformats.org/drawingml/2006/main" w="6191">
            <a:solidFill>
              <a:srgbClr val="A9B8C2"/>
            </a:solidFill>
            <a:prstDash val="solid"/>
          </a:ln>
        </p:spPr>
      </p:cxnSp>
      <p:cxnSp>
        <p:nvCxnSpPr>
          <p:cNvPr id="727" name="">
            <a:extLst xmlns:a="http://schemas.openxmlformats.org/drawingml/2006/main">
              <a:ext uri="{FF2B5EF4-FFF2-40B4-BE49-F238E27FC236}">
                <a16:creationId xmlns:a16="http://schemas.microsoft.com/office/drawing/2014/main" id="{9AC9A5B6-5172-4399-98AE-EE749A6BE25A}"/>
              </a:ext>
            </a:extLst>
          </p:cNvPr>
          <p:cNvCxnSpPr/>
          <p:nvPr/>
        </p:nvCxnSpPr>
        <p:spPr>
          <a:xfrm xmlns:a="http://schemas.openxmlformats.org/drawingml/2006/main" flipH="0" flipV="1">
            <a:off x="5961755" y="4189801"/>
            <a:ext cx="51860" cy="26107"/>
          </a:xfrm>
          <a:prstGeom xmlns:a="http://schemas.openxmlformats.org/drawingml/2006/main" prst="straightConnector1">
            <a:avLst/>
          </a:prstGeom>
          <a:ln xmlns:a="http://schemas.openxmlformats.org/drawingml/2006/main" w="6191">
            <a:solidFill>
              <a:srgbClr val="A9B8C2"/>
            </a:solidFill>
            <a:prstDash val="solid"/>
          </a:ln>
        </p:spPr>
      </p:cxnSp>
      <p:cxnSp>
        <p:nvCxnSpPr>
          <p:cNvPr id="728" name="">
            <a:extLst xmlns:a="http://schemas.openxmlformats.org/drawingml/2006/main">
              <a:ext uri="{FF2B5EF4-FFF2-40B4-BE49-F238E27FC236}">
                <a16:creationId xmlns:a16="http://schemas.microsoft.com/office/drawing/2014/main" id="{12EE2FA5-DC9A-45FD-BB66-C86A6AD35390}"/>
              </a:ext>
            </a:extLst>
          </p:cNvPr>
          <p:cNvCxnSpPr/>
          <p:nvPr/>
        </p:nvCxnSpPr>
        <p:spPr>
          <a:xfrm xmlns:a="http://schemas.openxmlformats.org/drawingml/2006/main" flipH="0" flipV="1">
            <a:off x="6063437" y="4036318"/>
            <a:ext cx="30772" cy="26837"/>
          </a:xfrm>
          <a:prstGeom xmlns:a="http://schemas.openxmlformats.org/drawingml/2006/main" prst="straightConnector1">
            <a:avLst/>
          </a:prstGeom>
          <a:ln xmlns:a="http://schemas.openxmlformats.org/drawingml/2006/main" w="6191">
            <a:solidFill>
              <a:srgbClr val="A9B8C2"/>
            </a:solidFill>
            <a:prstDash val="solid"/>
          </a:ln>
        </p:spPr>
      </p:cxnSp>
      <p:cxnSp>
        <p:nvCxnSpPr>
          <p:cNvPr id="729" name="">
            <a:extLst xmlns:a="http://schemas.openxmlformats.org/drawingml/2006/main">
              <a:ext uri="{FF2B5EF4-FFF2-40B4-BE49-F238E27FC236}">
                <a16:creationId xmlns:a16="http://schemas.microsoft.com/office/drawing/2014/main" id="{D5651BA0-BF7E-494F-87D9-F4DDAF8C554B}"/>
              </a:ext>
            </a:extLst>
          </p:cNvPr>
          <p:cNvCxnSpPr/>
          <p:nvPr/>
        </p:nvCxnSpPr>
        <p:spPr>
          <a:xfrm xmlns:a="http://schemas.openxmlformats.org/drawingml/2006/main" flipH="0" flipV="0">
            <a:off x="6171009" y="3885168"/>
            <a:ext cx="69590" cy="19344"/>
          </a:xfrm>
          <a:prstGeom xmlns:a="http://schemas.openxmlformats.org/drawingml/2006/main" prst="straightConnector1">
            <a:avLst/>
          </a:prstGeom>
          <a:ln xmlns:a="http://schemas.openxmlformats.org/drawingml/2006/main" w="6191">
            <a:solidFill>
              <a:srgbClr val="A9B8C2"/>
            </a:solidFill>
            <a:prstDash val="solid"/>
          </a:ln>
        </p:spPr>
      </p:cxnSp>
      <p:cxnSp>
        <p:nvCxnSpPr>
          <p:cNvPr id="730" name="">
            <a:extLst xmlns:a="http://schemas.openxmlformats.org/drawingml/2006/main">
              <a:ext uri="{FF2B5EF4-FFF2-40B4-BE49-F238E27FC236}">
                <a16:creationId xmlns:a16="http://schemas.microsoft.com/office/drawing/2014/main" id="{117BC1BC-105B-4E69-9DCC-C6575671E92E}"/>
              </a:ext>
            </a:extLst>
          </p:cNvPr>
          <p:cNvCxnSpPr/>
          <p:nvPr/>
        </p:nvCxnSpPr>
        <p:spPr>
          <a:xfrm xmlns:a="http://schemas.openxmlformats.org/drawingml/2006/main" flipH="0" flipV="1">
            <a:off x="6081627" y="4147790"/>
            <a:ext cx="16682" cy="7893"/>
          </a:xfrm>
          <a:prstGeom xmlns:a="http://schemas.openxmlformats.org/drawingml/2006/main" prst="straightConnector1">
            <a:avLst/>
          </a:prstGeom>
          <a:ln xmlns:a="http://schemas.openxmlformats.org/drawingml/2006/main" w="6191">
            <a:solidFill>
              <a:srgbClr val="A9B8C2"/>
            </a:solidFill>
            <a:prstDash val="solid"/>
          </a:ln>
        </p:spPr>
      </p:cxnSp>
      <p:cxnSp>
        <p:nvCxnSpPr>
          <p:cNvPr id="731" name="">
            <a:extLst xmlns:a="http://schemas.openxmlformats.org/drawingml/2006/main">
              <a:ext uri="{FF2B5EF4-FFF2-40B4-BE49-F238E27FC236}">
                <a16:creationId xmlns:a16="http://schemas.microsoft.com/office/drawing/2014/main" id="{38327847-19E9-42BA-B401-D33655EA94BE}"/>
              </a:ext>
            </a:extLst>
          </p:cNvPr>
          <p:cNvCxnSpPr/>
          <p:nvPr/>
        </p:nvCxnSpPr>
        <p:spPr>
          <a:xfrm xmlns:a="http://schemas.openxmlformats.org/drawingml/2006/main" flipH="0" flipV="1">
            <a:off x="6154834" y="4028496"/>
            <a:ext cx="25353" cy="2109"/>
          </a:xfrm>
          <a:prstGeom xmlns:a="http://schemas.openxmlformats.org/drawingml/2006/main" prst="straightConnector1">
            <a:avLst/>
          </a:prstGeom>
          <a:ln xmlns:a="http://schemas.openxmlformats.org/drawingml/2006/main" w="6191">
            <a:solidFill>
              <a:srgbClr val="A9B8C2"/>
            </a:solidFill>
            <a:prstDash val="solid"/>
          </a:ln>
        </p:spPr>
      </p:cxnSp>
      <p:cxnSp>
        <p:nvCxnSpPr>
          <p:cNvPr id="732" name="">
            <a:extLst xmlns:a="http://schemas.openxmlformats.org/drawingml/2006/main">
              <a:ext uri="{FF2B5EF4-FFF2-40B4-BE49-F238E27FC236}">
                <a16:creationId xmlns:a16="http://schemas.microsoft.com/office/drawing/2014/main" id="{2C7A07E1-3BD9-4E77-AB33-78776F551615}"/>
              </a:ext>
            </a:extLst>
          </p:cNvPr>
          <p:cNvCxnSpPr/>
          <p:nvPr/>
        </p:nvCxnSpPr>
        <p:spPr>
          <a:xfrm xmlns:a="http://schemas.openxmlformats.org/drawingml/2006/main" flipH="0" flipV="0">
            <a:off x="6240599" y="3904513"/>
            <a:ext cx="87592" cy="2863"/>
          </a:xfrm>
          <a:prstGeom xmlns:a="http://schemas.openxmlformats.org/drawingml/2006/main" prst="straightConnector1">
            <a:avLst/>
          </a:prstGeom>
          <a:ln xmlns:a="http://schemas.openxmlformats.org/drawingml/2006/main" w="6191">
            <a:solidFill>
              <a:srgbClr val="A9B8C2"/>
            </a:solidFill>
            <a:prstDash val="solid"/>
          </a:ln>
        </p:spPr>
      </p:cxnSp>
      <p:cxnSp>
        <p:nvCxnSpPr>
          <p:cNvPr id="733" name="">
            <a:extLst xmlns:a="http://schemas.openxmlformats.org/drawingml/2006/main">
              <a:ext uri="{FF2B5EF4-FFF2-40B4-BE49-F238E27FC236}">
                <a16:creationId xmlns:a16="http://schemas.microsoft.com/office/drawing/2014/main" id="{A5233DFA-FFD2-4424-8B47-21CA4F0E757A}"/>
              </a:ext>
            </a:extLst>
          </p:cNvPr>
          <p:cNvCxnSpPr/>
          <p:nvPr/>
        </p:nvCxnSpPr>
        <p:spPr>
          <a:xfrm xmlns:a="http://schemas.openxmlformats.org/drawingml/2006/main" flipH="0" flipV="0">
            <a:off x="6180186" y="4028496"/>
            <a:ext cx="13536" cy="74220"/>
          </a:xfrm>
          <a:prstGeom xmlns:a="http://schemas.openxmlformats.org/drawingml/2006/main" prst="straightConnector1">
            <a:avLst/>
          </a:prstGeom>
          <a:ln xmlns:a="http://schemas.openxmlformats.org/drawingml/2006/main" w="6191">
            <a:solidFill>
              <a:srgbClr val="A9B8C2"/>
            </a:solidFill>
            <a:prstDash val="solid"/>
          </a:ln>
        </p:spPr>
      </p:cxnSp>
      <p:cxnSp>
        <p:nvCxnSpPr>
          <p:cNvPr id="734" name="">
            <a:extLst xmlns:a="http://schemas.openxmlformats.org/drawingml/2006/main">
              <a:ext uri="{FF2B5EF4-FFF2-40B4-BE49-F238E27FC236}">
                <a16:creationId xmlns:a16="http://schemas.microsoft.com/office/drawing/2014/main" id="{5D54B110-4232-4D23-BA6A-8FDB62B51856}"/>
              </a:ext>
            </a:extLst>
          </p:cNvPr>
          <p:cNvCxnSpPr/>
          <p:nvPr/>
        </p:nvCxnSpPr>
        <p:spPr>
          <a:xfrm xmlns:a="http://schemas.openxmlformats.org/drawingml/2006/main" flipH="0" flipV="1">
            <a:off x="6122778" y="4116582"/>
            <a:ext cx="41716" cy="19651"/>
          </a:xfrm>
          <a:prstGeom xmlns:a="http://schemas.openxmlformats.org/drawingml/2006/main" prst="straightConnector1">
            <a:avLst/>
          </a:prstGeom>
          <a:ln xmlns:a="http://schemas.openxmlformats.org/drawingml/2006/main" w="6191">
            <a:solidFill>
              <a:srgbClr val="A9B8C2"/>
            </a:solidFill>
            <a:prstDash val="solid"/>
          </a:ln>
        </p:spPr>
      </p:cxnSp>
      <p:cxnSp>
        <p:nvCxnSpPr>
          <p:cNvPr id="735" name="">
            <a:extLst xmlns:a="http://schemas.openxmlformats.org/drawingml/2006/main">
              <a:ext uri="{FF2B5EF4-FFF2-40B4-BE49-F238E27FC236}">
                <a16:creationId xmlns:a16="http://schemas.microsoft.com/office/drawing/2014/main" id="{9F056D09-71EE-4F0C-9DBD-9EB3026F12D5}"/>
              </a:ext>
            </a:extLst>
          </p:cNvPr>
          <p:cNvCxnSpPr/>
          <p:nvPr/>
        </p:nvCxnSpPr>
        <p:spPr>
          <a:xfrm xmlns:a="http://schemas.openxmlformats.org/drawingml/2006/main" flipH="0" flipV="1">
            <a:off x="5934553" y="4476008"/>
            <a:ext cx="59035" cy="20204"/>
          </a:xfrm>
          <a:prstGeom xmlns:a="http://schemas.openxmlformats.org/drawingml/2006/main" prst="straightConnector1">
            <a:avLst/>
          </a:prstGeom>
          <a:ln xmlns:a="http://schemas.openxmlformats.org/drawingml/2006/main" w="6191">
            <a:solidFill>
              <a:srgbClr val="A9B8C2"/>
            </a:solidFill>
            <a:prstDash val="solid"/>
          </a:ln>
        </p:spPr>
      </p:cxnSp>
      <p:cxnSp>
        <p:nvCxnSpPr>
          <p:cNvPr id="736" name="">
            <a:extLst xmlns:a="http://schemas.openxmlformats.org/drawingml/2006/main">
              <a:ext uri="{FF2B5EF4-FFF2-40B4-BE49-F238E27FC236}">
                <a16:creationId xmlns:a16="http://schemas.microsoft.com/office/drawing/2014/main" id="{8B8A1E98-189A-4E48-97CE-EEB8DF4E3F90}"/>
              </a:ext>
            </a:extLst>
          </p:cNvPr>
          <p:cNvCxnSpPr/>
          <p:nvPr/>
        </p:nvCxnSpPr>
        <p:spPr>
          <a:xfrm xmlns:a="http://schemas.openxmlformats.org/drawingml/2006/main" flipH="0" flipV="1">
            <a:off x="6164494" y="4102716"/>
            <a:ext cx="29229" cy="13866"/>
          </a:xfrm>
          <a:prstGeom xmlns:a="http://schemas.openxmlformats.org/drawingml/2006/main" prst="straightConnector1">
            <a:avLst/>
          </a:prstGeom>
          <a:ln xmlns:a="http://schemas.openxmlformats.org/drawingml/2006/main" w="6191">
            <a:solidFill>
              <a:srgbClr val="A9B8C2"/>
            </a:solidFill>
            <a:prstDash val="solid"/>
          </a:ln>
        </p:spPr>
      </p:cxnSp>
      <p:cxnSp>
        <p:nvCxnSpPr>
          <p:cNvPr id="737" name="">
            <a:extLst xmlns:a="http://schemas.openxmlformats.org/drawingml/2006/main">
              <a:ext uri="{FF2B5EF4-FFF2-40B4-BE49-F238E27FC236}">
                <a16:creationId xmlns:a16="http://schemas.microsoft.com/office/drawing/2014/main" id="{83A23B1F-79F1-4A6F-80C1-4037E3B3CA2B}"/>
              </a:ext>
            </a:extLst>
          </p:cNvPr>
          <p:cNvCxnSpPr/>
          <p:nvPr/>
        </p:nvCxnSpPr>
        <p:spPr>
          <a:xfrm xmlns:a="http://schemas.openxmlformats.org/drawingml/2006/main" flipH="0" flipV="1">
            <a:off x="6008455" y="4458031"/>
            <a:ext cx="45958" cy="12888"/>
          </a:xfrm>
          <a:prstGeom xmlns:a="http://schemas.openxmlformats.org/drawingml/2006/main" prst="straightConnector1">
            <a:avLst/>
          </a:prstGeom>
          <a:ln xmlns:a="http://schemas.openxmlformats.org/drawingml/2006/main" w="6191">
            <a:solidFill>
              <a:srgbClr val="A9B8C2"/>
            </a:solidFill>
            <a:prstDash val="solid"/>
          </a:ln>
        </p:spPr>
      </p:cxnSp>
      <p:cxnSp>
        <p:nvCxnSpPr>
          <p:cNvPr id="738" name="">
            <a:extLst xmlns:a="http://schemas.openxmlformats.org/drawingml/2006/main">
              <a:ext uri="{FF2B5EF4-FFF2-40B4-BE49-F238E27FC236}">
                <a16:creationId xmlns:a16="http://schemas.microsoft.com/office/drawing/2014/main" id="{AB067CA0-5D40-4558-8CD0-FB8BF9F9249B}"/>
              </a:ext>
            </a:extLst>
          </p:cNvPr>
          <p:cNvCxnSpPr/>
          <p:nvPr/>
        </p:nvCxnSpPr>
        <p:spPr>
          <a:xfrm xmlns:a="http://schemas.openxmlformats.org/drawingml/2006/main" flipH="0" flipV="1">
            <a:off x="6251980" y="4057489"/>
            <a:ext cx="36427" cy="18143"/>
          </a:xfrm>
          <a:prstGeom xmlns:a="http://schemas.openxmlformats.org/drawingml/2006/main" prst="straightConnector1">
            <a:avLst/>
          </a:prstGeom>
          <a:ln xmlns:a="http://schemas.openxmlformats.org/drawingml/2006/main" w="6191">
            <a:solidFill>
              <a:srgbClr val="A9B8C2"/>
            </a:solidFill>
            <a:prstDash val="solid"/>
          </a:ln>
        </p:spPr>
      </p:cxnSp>
      <p:cxnSp>
        <p:nvCxnSpPr>
          <p:cNvPr id="739" name="">
            <a:extLst xmlns:a="http://schemas.openxmlformats.org/drawingml/2006/main">
              <a:ext uri="{FF2B5EF4-FFF2-40B4-BE49-F238E27FC236}">
                <a16:creationId xmlns:a16="http://schemas.microsoft.com/office/drawing/2014/main" id="{0FC002D9-C621-48D0-A03D-691EE0E099A0}"/>
              </a:ext>
            </a:extLst>
          </p:cNvPr>
          <p:cNvCxnSpPr/>
          <p:nvPr/>
        </p:nvCxnSpPr>
        <p:spPr>
          <a:xfrm xmlns:a="http://schemas.openxmlformats.org/drawingml/2006/main" flipH="0" flipV="1">
            <a:off x="6090981" y="4443658"/>
            <a:ext cx="37782" cy="3287"/>
          </a:xfrm>
          <a:prstGeom xmlns:a="http://schemas.openxmlformats.org/drawingml/2006/main" prst="straightConnector1">
            <a:avLst/>
          </a:prstGeom>
          <a:ln xmlns:a="http://schemas.openxmlformats.org/drawingml/2006/main" w="6191">
            <a:solidFill>
              <a:srgbClr val="A9B8C2"/>
            </a:solidFill>
            <a:prstDash val="solid"/>
          </a:ln>
        </p:spPr>
      </p:cxnSp>
      <p:cxnSp>
        <p:nvCxnSpPr>
          <p:cNvPr id="740" name="">
            <a:extLst xmlns:a="http://schemas.openxmlformats.org/drawingml/2006/main">
              <a:ext uri="{FF2B5EF4-FFF2-40B4-BE49-F238E27FC236}">
                <a16:creationId xmlns:a16="http://schemas.microsoft.com/office/drawing/2014/main" id="{D69CE0F7-5E24-48A0-9ADD-E3DFC218D4CA}"/>
              </a:ext>
            </a:extLst>
          </p:cNvPr>
          <p:cNvCxnSpPr/>
          <p:nvPr/>
        </p:nvCxnSpPr>
        <p:spPr>
          <a:xfrm xmlns:a="http://schemas.openxmlformats.org/drawingml/2006/main" flipH="0" flipV="0">
            <a:off x="6288407" y="4057489"/>
            <a:ext cx="66174" cy="20652"/>
          </a:xfrm>
          <a:prstGeom xmlns:a="http://schemas.openxmlformats.org/drawingml/2006/main" prst="straightConnector1">
            <a:avLst/>
          </a:prstGeom>
          <a:ln xmlns:a="http://schemas.openxmlformats.org/drawingml/2006/main" w="6191">
            <a:solidFill>
              <a:srgbClr val="A9B8C2"/>
            </a:solidFill>
            <a:prstDash val="solid"/>
          </a:ln>
        </p:spPr>
      </p:cxnSp>
      <p:cxnSp>
        <p:nvCxnSpPr>
          <p:cNvPr id="741" name="">
            <a:extLst xmlns:a="http://schemas.openxmlformats.org/drawingml/2006/main">
              <a:ext uri="{FF2B5EF4-FFF2-40B4-BE49-F238E27FC236}">
                <a16:creationId xmlns:a16="http://schemas.microsoft.com/office/drawing/2014/main" id="{35905F05-8B1B-43EB-ADE2-FE0DDC8FABB5}"/>
              </a:ext>
            </a:extLst>
          </p:cNvPr>
          <p:cNvCxnSpPr/>
          <p:nvPr/>
        </p:nvCxnSpPr>
        <p:spPr>
          <a:xfrm xmlns:a="http://schemas.openxmlformats.org/drawingml/2006/main" flipH="0" flipV="1">
            <a:off x="6288407" y="4027471"/>
            <a:ext cx="26366" cy="30018"/>
          </a:xfrm>
          <a:prstGeom xmlns:a="http://schemas.openxmlformats.org/drawingml/2006/main" prst="straightConnector1">
            <a:avLst/>
          </a:prstGeom>
          <a:ln xmlns:a="http://schemas.openxmlformats.org/drawingml/2006/main" w="6191">
            <a:solidFill>
              <a:srgbClr val="A9B8C2"/>
            </a:solidFill>
            <a:prstDash val="solid"/>
          </a:ln>
        </p:spPr>
      </p:cxnSp>
      <p:cxnSp>
        <p:nvCxnSpPr>
          <p:cNvPr id="742" name="">
            <a:extLst xmlns:a="http://schemas.openxmlformats.org/drawingml/2006/main">
              <a:ext uri="{FF2B5EF4-FFF2-40B4-BE49-F238E27FC236}">
                <a16:creationId xmlns:a16="http://schemas.microsoft.com/office/drawing/2014/main" id="{02D14F8A-81BB-45FA-96D3-1DEB0554829D}"/>
              </a:ext>
            </a:extLst>
          </p:cNvPr>
          <p:cNvCxnSpPr/>
          <p:nvPr/>
        </p:nvCxnSpPr>
        <p:spPr>
          <a:xfrm xmlns:a="http://schemas.openxmlformats.org/drawingml/2006/main" flipH="0" flipV="0">
            <a:off x="6354580" y="4078141"/>
            <a:ext cx="55724" cy="4583"/>
          </a:xfrm>
          <a:prstGeom xmlns:a="http://schemas.openxmlformats.org/drawingml/2006/main" prst="straightConnector1">
            <a:avLst/>
          </a:prstGeom>
          <a:ln xmlns:a="http://schemas.openxmlformats.org/drawingml/2006/main" w="6191">
            <a:solidFill>
              <a:srgbClr val="A9B8C2"/>
            </a:solidFill>
            <a:prstDash val="solid"/>
          </a:ln>
        </p:spPr>
      </p:cxnSp>
      <p:cxnSp>
        <p:nvCxnSpPr>
          <p:cNvPr id="743" name="">
            <a:extLst xmlns:a="http://schemas.openxmlformats.org/drawingml/2006/main">
              <a:ext uri="{FF2B5EF4-FFF2-40B4-BE49-F238E27FC236}">
                <a16:creationId xmlns:a16="http://schemas.microsoft.com/office/drawing/2014/main" id="{F1CA1D09-8B7E-4FB8-A318-C34B8B996110}"/>
              </a:ext>
            </a:extLst>
          </p:cNvPr>
          <p:cNvCxnSpPr/>
          <p:nvPr/>
        </p:nvCxnSpPr>
        <p:spPr>
          <a:xfrm xmlns:a="http://schemas.openxmlformats.org/drawingml/2006/main" flipH="0" flipV="1">
            <a:off x="6196515" y="4414794"/>
            <a:ext cx="81477" cy="14561"/>
          </a:xfrm>
          <a:prstGeom xmlns:a="http://schemas.openxmlformats.org/drawingml/2006/main" prst="straightConnector1">
            <a:avLst/>
          </a:prstGeom>
          <a:ln xmlns:a="http://schemas.openxmlformats.org/drawingml/2006/main" w="6191">
            <a:solidFill>
              <a:srgbClr val="A9B8C2"/>
            </a:solidFill>
            <a:prstDash val="solid"/>
          </a:ln>
        </p:spPr>
      </p:cxnSp>
      <p:cxnSp>
        <p:nvCxnSpPr>
          <p:cNvPr id="744" name="">
            <a:extLst xmlns:a="http://schemas.openxmlformats.org/drawingml/2006/main">
              <a:ext uri="{FF2B5EF4-FFF2-40B4-BE49-F238E27FC236}">
                <a16:creationId xmlns:a16="http://schemas.microsoft.com/office/drawing/2014/main" id="{6AE13D70-E8DA-450B-9062-691B53057BAD}"/>
              </a:ext>
            </a:extLst>
          </p:cNvPr>
          <p:cNvCxnSpPr/>
          <p:nvPr/>
        </p:nvCxnSpPr>
        <p:spPr>
          <a:xfrm xmlns:a="http://schemas.openxmlformats.org/drawingml/2006/main" flipH="0" flipV="0">
            <a:off x="6410304" y="4082724"/>
            <a:ext cx="64890" cy="2933"/>
          </a:xfrm>
          <a:prstGeom xmlns:a="http://schemas.openxmlformats.org/drawingml/2006/main" prst="straightConnector1">
            <a:avLst/>
          </a:prstGeom>
          <a:ln xmlns:a="http://schemas.openxmlformats.org/drawingml/2006/main" w="6191">
            <a:solidFill>
              <a:srgbClr val="A9B8C2"/>
            </a:solidFill>
            <a:prstDash val="solid"/>
          </a:ln>
        </p:spPr>
      </p:cxnSp>
      <p:cxnSp>
        <p:nvCxnSpPr>
          <p:cNvPr id="745" name="">
            <a:extLst xmlns:a="http://schemas.openxmlformats.org/drawingml/2006/main">
              <a:ext uri="{FF2B5EF4-FFF2-40B4-BE49-F238E27FC236}">
                <a16:creationId xmlns:a16="http://schemas.microsoft.com/office/drawing/2014/main" id="{B200B925-5E51-4FC4-8DD7-6EC50864F002}"/>
              </a:ext>
            </a:extLst>
          </p:cNvPr>
          <p:cNvCxnSpPr/>
          <p:nvPr/>
        </p:nvCxnSpPr>
        <p:spPr>
          <a:xfrm xmlns:a="http://schemas.openxmlformats.org/drawingml/2006/main" flipH="0" flipV="1">
            <a:off x="6382407" y="4381172"/>
            <a:ext cx="84093" cy="14985"/>
          </a:xfrm>
          <a:prstGeom xmlns:a="http://schemas.openxmlformats.org/drawingml/2006/main" prst="straightConnector1">
            <a:avLst/>
          </a:prstGeom>
          <a:ln xmlns:a="http://schemas.openxmlformats.org/drawingml/2006/main" w="6191">
            <a:solidFill>
              <a:srgbClr val="A9B8C2"/>
            </a:solidFill>
            <a:prstDash val="solid"/>
          </a:ln>
        </p:spPr>
      </p:cxnSp>
      <p:cxnSp>
        <p:nvCxnSpPr>
          <p:cNvPr id="746" name="">
            <a:extLst xmlns:a="http://schemas.openxmlformats.org/drawingml/2006/main">
              <a:ext uri="{FF2B5EF4-FFF2-40B4-BE49-F238E27FC236}">
                <a16:creationId xmlns:a16="http://schemas.microsoft.com/office/drawing/2014/main" id="{31FA5B2B-F7DC-410E-BFA4-043E629E6EEC}"/>
              </a:ext>
            </a:extLst>
          </p:cNvPr>
          <p:cNvCxnSpPr/>
          <p:nvPr/>
        </p:nvCxnSpPr>
        <p:spPr>
          <a:xfrm xmlns:a="http://schemas.openxmlformats.org/drawingml/2006/main" flipH="0" flipV="0">
            <a:off x="6845011" y="4084456"/>
            <a:ext cx="2816" cy="32940"/>
          </a:xfrm>
          <a:prstGeom xmlns:a="http://schemas.openxmlformats.org/drawingml/2006/main" prst="straightConnector1">
            <a:avLst/>
          </a:prstGeom>
          <a:ln xmlns:a="http://schemas.openxmlformats.org/drawingml/2006/main" w="6191">
            <a:solidFill>
              <a:srgbClr val="A9B8C2"/>
            </a:solidFill>
            <a:prstDash val="solid"/>
          </a:ln>
        </p:spPr>
      </p:cxnSp>
      <p:cxnSp>
        <p:nvCxnSpPr>
          <p:cNvPr id="747" name="">
            <a:extLst xmlns:a="http://schemas.openxmlformats.org/drawingml/2006/main">
              <a:ext uri="{FF2B5EF4-FFF2-40B4-BE49-F238E27FC236}">
                <a16:creationId xmlns:a16="http://schemas.microsoft.com/office/drawing/2014/main" id="{0BBE32CD-440B-476F-93C0-13203FA75BF7}"/>
              </a:ext>
            </a:extLst>
          </p:cNvPr>
          <p:cNvCxnSpPr/>
          <p:nvPr/>
        </p:nvCxnSpPr>
        <p:spPr>
          <a:xfrm xmlns:a="http://schemas.openxmlformats.org/drawingml/2006/main" flipH="0" flipV="1">
            <a:off x="6970019" y="3982668"/>
            <a:ext cx="28251" cy="28545"/>
          </a:xfrm>
          <a:prstGeom xmlns:a="http://schemas.openxmlformats.org/drawingml/2006/main" prst="straightConnector1">
            <a:avLst/>
          </a:prstGeom>
          <a:ln xmlns:a="http://schemas.openxmlformats.org/drawingml/2006/main" w="6191">
            <a:solidFill>
              <a:srgbClr val="A9B8C2"/>
            </a:solidFill>
            <a:prstDash val="solid"/>
          </a:ln>
        </p:spPr>
      </p:cxnSp>
      <p:cxnSp>
        <p:nvCxnSpPr>
          <p:cNvPr id="748" name="">
            <a:extLst xmlns:a="http://schemas.openxmlformats.org/drawingml/2006/main">
              <a:ext uri="{FF2B5EF4-FFF2-40B4-BE49-F238E27FC236}">
                <a16:creationId xmlns:a16="http://schemas.microsoft.com/office/drawing/2014/main" id="{BDEE66C4-ED98-48C5-906E-448372F09509}"/>
              </a:ext>
            </a:extLst>
          </p:cNvPr>
          <p:cNvCxnSpPr/>
          <p:nvPr/>
        </p:nvCxnSpPr>
        <p:spPr>
          <a:xfrm xmlns:a="http://schemas.openxmlformats.org/drawingml/2006/main" flipH="0" flipV="0">
            <a:off x="6970019" y="4011213"/>
            <a:ext cx="19274" cy="60554"/>
          </a:xfrm>
          <a:prstGeom xmlns:a="http://schemas.openxmlformats.org/drawingml/2006/main" prst="straightConnector1">
            <a:avLst/>
          </a:prstGeom>
          <a:ln xmlns:a="http://schemas.openxmlformats.org/drawingml/2006/main" w="6191">
            <a:solidFill>
              <a:srgbClr val="A9B8C2"/>
            </a:solidFill>
            <a:prstDash val="solid"/>
          </a:ln>
        </p:spPr>
      </p:cxnSp>
      <p:cxnSp>
        <p:nvCxnSpPr>
          <p:cNvPr id="749" name="">
            <a:extLst xmlns:a="http://schemas.openxmlformats.org/drawingml/2006/main">
              <a:ext uri="{FF2B5EF4-FFF2-40B4-BE49-F238E27FC236}">
                <a16:creationId xmlns:a16="http://schemas.microsoft.com/office/drawing/2014/main" id="{EF6403F1-8382-42F9-A79A-6A895B36FAAA}"/>
              </a:ext>
            </a:extLst>
          </p:cNvPr>
          <p:cNvCxnSpPr/>
          <p:nvPr/>
        </p:nvCxnSpPr>
        <p:spPr>
          <a:xfrm xmlns:a="http://schemas.openxmlformats.org/drawingml/2006/main" flipH="1" flipV="0">
            <a:off x="7000285" y="4319745"/>
            <a:ext cx="77967" cy="4194"/>
          </a:xfrm>
          <a:prstGeom xmlns:a="http://schemas.openxmlformats.org/drawingml/2006/main" prst="straightConnector1">
            <a:avLst/>
          </a:prstGeom>
          <a:ln xmlns:a="http://schemas.openxmlformats.org/drawingml/2006/main" w="6191">
            <a:solidFill>
              <a:srgbClr val="A9B8C2"/>
            </a:solidFill>
            <a:prstDash val="solid"/>
          </a:ln>
        </p:spPr>
      </p:cxnSp>
      <p:cxnSp>
        <p:nvCxnSpPr>
          <p:cNvPr id="750" name="">
            <a:extLst xmlns:a="http://schemas.openxmlformats.org/drawingml/2006/main">
              <a:ext uri="{FF2B5EF4-FFF2-40B4-BE49-F238E27FC236}">
                <a16:creationId xmlns:a16="http://schemas.microsoft.com/office/drawing/2014/main" id="{68C5BFF6-847D-49B3-A439-66F89A77D99F}"/>
              </a:ext>
            </a:extLst>
          </p:cNvPr>
          <p:cNvCxnSpPr/>
          <p:nvPr/>
        </p:nvCxnSpPr>
        <p:spPr>
          <a:xfrm xmlns:a="http://schemas.openxmlformats.org/drawingml/2006/main" flipH="0" flipV="0">
            <a:off x="6993228" y="4103859"/>
            <a:ext cx="4642" cy="56207"/>
          </a:xfrm>
          <a:prstGeom xmlns:a="http://schemas.openxmlformats.org/drawingml/2006/main" prst="straightConnector1">
            <a:avLst/>
          </a:prstGeom>
          <a:ln xmlns:a="http://schemas.openxmlformats.org/drawingml/2006/main" w="6191">
            <a:solidFill>
              <a:srgbClr val="A9B8C2"/>
            </a:solidFill>
            <a:prstDash val="solid"/>
          </a:ln>
        </p:spPr>
      </p:cxnSp>
      <p:cxnSp>
        <p:nvCxnSpPr>
          <p:cNvPr id="751" name="">
            <a:extLst xmlns:a="http://schemas.openxmlformats.org/drawingml/2006/main">
              <a:ext uri="{FF2B5EF4-FFF2-40B4-BE49-F238E27FC236}">
                <a16:creationId xmlns:a16="http://schemas.microsoft.com/office/drawing/2014/main" id="{01193E80-352B-4D2B-A4D1-27AC52B4B3A6}"/>
              </a:ext>
            </a:extLst>
          </p:cNvPr>
          <p:cNvCxnSpPr/>
          <p:nvPr/>
        </p:nvCxnSpPr>
        <p:spPr>
          <a:xfrm xmlns:a="http://schemas.openxmlformats.org/drawingml/2006/main" flipH="0" flipV="1">
            <a:off x="6993228" y="4100595"/>
            <a:ext cx="47206" cy="3263"/>
          </a:xfrm>
          <a:prstGeom xmlns:a="http://schemas.openxmlformats.org/drawingml/2006/main" prst="straightConnector1">
            <a:avLst/>
          </a:prstGeom>
          <a:ln xmlns:a="http://schemas.openxmlformats.org/drawingml/2006/main" w="6191">
            <a:solidFill>
              <a:srgbClr val="A9B8C2"/>
            </a:solidFill>
            <a:prstDash val="solid"/>
          </a:ln>
        </p:spPr>
      </p:cxnSp>
      <p:cxnSp>
        <p:nvCxnSpPr>
          <p:cNvPr id="752" name="">
            <a:extLst xmlns:a="http://schemas.openxmlformats.org/drawingml/2006/main">
              <a:ext uri="{FF2B5EF4-FFF2-40B4-BE49-F238E27FC236}">
                <a16:creationId xmlns:a16="http://schemas.microsoft.com/office/drawing/2014/main" id="{C7CBDE38-8B03-4568-B96A-7A5E9604272A}"/>
              </a:ext>
            </a:extLst>
          </p:cNvPr>
          <p:cNvCxnSpPr/>
          <p:nvPr/>
        </p:nvCxnSpPr>
        <p:spPr>
          <a:xfrm xmlns:a="http://schemas.openxmlformats.org/drawingml/2006/main" flipH="0" flipV="1">
            <a:off x="6997870" y="4154034"/>
            <a:ext cx="74055" cy="6032"/>
          </a:xfrm>
          <a:prstGeom xmlns:a="http://schemas.openxmlformats.org/drawingml/2006/main" prst="straightConnector1">
            <a:avLst/>
          </a:prstGeom>
          <a:ln xmlns:a="http://schemas.openxmlformats.org/drawingml/2006/main" w="6191">
            <a:solidFill>
              <a:srgbClr val="A9B8C2"/>
            </a:solidFill>
            <a:prstDash val="solid"/>
          </a:ln>
        </p:spPr>
      </p:cxnSp>
      <p:cxnSp>
        <p:nvCxnSpPr>
          <p:cNvPr id="753" name="">
            <a:extLst xmlns:a="http://schemas.openxmlformats.org/drawingml/2006/main">
              <a:ext uri="{FF2B5EF4-FFF2-40B4-BE49-F238E27FC236}">
                <a16:creationId xmlns:a16="http://schemas.microsoft.com/office/drawing/2014/main" id="{06D8BAEC-1969-4BAC-A476-04BF2FCCE501}"/>
              </a:ext>
            </a:extLst>
          </p:cNvPr>
          <p:cNvCxnSpPr/>
          <p:nvPr/>
        </p:nvCxnSpPr>
        <p:spPr>
          <a:xfrm xmlns:a="http://schemas.openxmlformats.org/drawingml/2006/main" flipH="0" flipV="1">
            <a:off x="7000991" y="4230340"/>
            <a:ext cx="73926" cy="7316"/>
          </a:xfrm>
          <a:prstGeom xmlns:a="http://schemas.openxmlformats.org/drawingml/2006/main" prst="straightConnector1">
            <a:avLst/>
          </a:prstGeom>
          <a:ln xmlns:a="http://schemas.openxmlformats.org/drawingml/2006/main" w="6191">
            <a:solidFill>
              <a:srgbClr val="A9B8C2"/>
            </a:solidFill>
            <a:prstDash val="solid"/>
          </a:ln>
        </p:spPr>
      </p:cxnSp>
      <p:cxnSp>
        <p:nvCxnSpPr>
          <p:cNvPr id="754" name="">
            <a:extLst xmlns:a="http://schemas.openxmlformats.org/drawingml/2006/main">
              <a:ext uri="{FF2B5EF4-FFF2-40B4-BE49-F238E27FC236}">
                <a16:creationId xmlns:a16="http://schemas.microsoft.com/office/drawing/2014/main" id="{68532D18-E6AB-4AF3-927F-9F72E5C06E7E}"/>
              </a:ext>
            </a:extLst>
          </p:cNvPr>
          <p:cNvCxnSpPr/>
          <p:nvPr/>
        </p:nvCxnSpPr>
        <p:spPr>
          <a:xfrm xmlns:a="http://schemas.openxmlformats.org/drawingml/2006/main" flipH="1" flipV="0">
            <a:off x="7000285" y="4237656"/>
            <a:ext cx="707" cy="86284"/>
          </a:xfrm>
          <a:prstGeom xmlns:a="http://schemas.openxmlformats.org/drawingml/2006/main" prst="straightConnector1">
            <a:avLst/>
          </a:prstGeom>
          <a:ln xmlns:a="http://schemas.openxmlformats.org/drawingml/2006/main" w="6191">
            <a:solidFill>
              <a:srgbClr val="A9B8C2"/>
            </a:solidFill>
            <a:prstDash val="solid"/>
          </a:ln>
        </p:spPr>
      </p:cxnSp>
      <p:cxnSp>
        <p:nvCxnSpPr>
          <p:cNvPr id="755" name="">
            <a:extLst xmlns:a="http://schemas.openxmlformats.org/drawingml/2006/main">
              <a:ext uri="{FF2B5EF4-FFF2-40B4-BE49-F238E27FC236}">
                <a16:creationId xmlns:a16="http://schemas.microsoft.com/office/drawing/2014/main" id="{9F85128B-E7C1-4C93-8473-6A94CB9A44AD}"/>
              </a:ext>
            </a:extLst>
          </p:cNvPr>
          <p:cNvCxnSpPr/>
          <p:nvPr/>
        </p:nvCxnSpPr>
        <p:spPr>
          <a:xfrm xmlns:a="http://schemas.openxmlformats.org/drawingml/2006/main" flipH="0" flipV="0">
            <a:off x="7004337" y="3774451"/>
            <a:ext cx="57114" cy="2910"/>
          </a:xfrm>
          <a:prstGeom xmlns:a="http://schemas.openxmlformats.org/drawingml/2006/main" prst="straightConnector1">
            <a:avLst/>
          </a:prstGeom>
          <a:ln xmlns:a="http://schemas.openxmlformats.org/drawingml/2006/main" w="6191">
            <a:solidFill>
              <a:srgbClr val="A9B8C2"/>
            </a:solidFill>
            <a:prstDash val="solid"/>
          </a:ln>
        </p:spPr>
      </p:cxnSp>
      <p:cxnSp>
        <p:nvCxnSpPr>
          <p:cNvPr id="756" name="">
            <a:extLst xmlns:a="http://schemas.openxmlformats.org/drawingml/2006/main">
              <a:ext uri="{FF2B5EF4-FFF2-40B4-BE49-F238E27FC236}">
                <a16:creationId xmlns:a16="http://schemas.microsoft.com/office/drawing/2014/main" id="{7688C800-A057-450B-8AA3-CC27DF8A4311}"/>
              </a:ext>
            </a:extLst>
          </p:cNvPr>
          <p:cNvCxnSpPr/>
          <p:nvPr/>
        </p:nvCxnSpPr>
        <p:spPr>
          <a:xfrm xmlns:a="http://schemas.openxmlformats.org/drawingml/2006/main" flipH="0" flipV="0">
            <a:off x="7061452" y="3777360"/>
            <a:ext cx="2038" cy="71216"/>
          </a:xfrm>
          <a:prstGeom xmlns:a="http://schemas.openxmlformats.org/drawingml/2006/main" prst="straightConnector1">
            <a:avLst/>
          </a:prstGeom>
          <a:ln xmlns:a="http://schemas.openxmlformats.org/drawingml/2006/main" w="6191">
            <a:solidFill>
              <a:srgbClr val="A9B8C2"/>
            </a:solidFill>
            <a:prstDash val="solid"/>
          </a:ln>
        </p:spPr>
      </p:cxnSp>
      <p:cxnSp>
        <p:nvCxnSpPr>
          <p:cNvPr id="757" name="">
            <a:extLst xmlns:a="http://schemas.openxmlformats.org/drawingml/2006/main">
              <a:ext uri="{FF2B5EF4-FFF2-40B4-BE49-F238E27FC236}">
                <a16:creationId xmlns:a16="http://schemas.microsoft.com/office/drawing/2014/main" id="{0F780D02-EE4F-4DE5-AFFC-765DDC3747A8}"/>
              </a:ext>
            </a:extLst>
          </p:cNvPr>
          <p:cNvCxnSpPr/>
          <p:nvPr/>
        </p:nvCxnSpPr>
        <p:spPr>
          <a:xfrm xmlns:a="http://schemas.openxmlformats.org/drawingml/2006/main" flipH="0" flipV="0">
            <a:off x="7088171" y="4035329"/>
            <a:ext cx="23480" cy="14337"/>
          </a:xfrm>
          <a:prstGeom xmlns:a="http://schemas.openxmlformats.org/drawingml/2006/main" prst="straightConnector1">
            <a:avLst/>
          </a:prstGeom>
          <a:ln xmlns:a="http://schemas.openxmlformats.org/drawingml/2006/main" w="6191">
            <a:solidFill>
              <a:srgbClr val="A9B8C2"/>
            </a:solidFill>
            <a:prstDash val="solid"/>
          </a:ln>
        </p:spPr>
      </p:cxnSp>
      <p:cxnSp>
        <p:nvCxnSpPr>
          <p:cNvPr id="758" name="">
            <a:extLst xmlns:a="http://schemas.openxmlformats.org/drawingml/2006/main">
              <a:ext uri="{FF2B5EF4-FFF2-40B4-BE49-F238E27FC236}">
                <a16:creationId xmlns:a16="http://schemas.microsoft.com/office/drawing/2014/main" id="{5D692604-317F-41A7-8215-08AECC6A5502}"/>
              </a:ext>
            </a:extLst>
          </p:cNvPr>
          <p:cNvCxnSpPr/>
          <p:nvPr/>
        </p:nvCxnSpPr>
        <p:spPr>
          <a:xfrm xmlns:a="http://schemas.openxmlformats.org/drawingml/2006/main" flipH="1" flipV="0">
            <a:off x="7309936" y="3716076"/>
            <a:ext cx="3523" cy="71381"/>
          </a:xfrm>
          <a:prstGeom xmlns:a="http://schemas.openxmlformats.org/drawingml/2006/main" prst="straightConnector1">
            <a:avLst/>
          </a:prstGeom>
          <a:ln xmlns:a="http://schemas.openxmlformats.org/drawingml/2006/main" w="6191">
            <a:solidFill>
              <a:srgbClr val="A9B8C2"/>
            </a:solidFill>
            <a:prstDash val="solid"/>
          </a:ln>
        </p:spPr>
      </p:cxnSp>
      <p:cxnSp>
        <p:nvCxnSpPr>
          <p:cNvPr id="759" name="">
            <a:extLst xmlns:a="http://schemas.openxmlformats.org/drawingml/2006/main">
              <a:ext uri="{FF2B5EF4-FFF2-40B4-BE49-F238E27FC236}">
                <a16:creationId xmlns:a16="http://schemas.microsoft.com/office/drawing/2014/main" id="{3E9E9FAE-3B23-4AEB-A41A-89A0500EC90C}"/>
              </a:ext>
            </a:extLst>
          </p:cNvPr>
          <p:cNvCxnSpPr/>
          <p:nvPr/>
        </p:nvCxnSpPr>
        <p:spPr>
          <a:xfrm xmlns:a="http://schemas.openxmlformats.org/drawingml/2006/main" flipH="0" flipV="1">
            <a:off x="7128238" y="4086270"/>
            <a:ext cx="32351" cy="5054"/>
          </a:xfrm>
          <a:prstGeom xmlns:a="http://schemas.openxmlformats.org/drawingml/2006/main" prst="straightConnector1">
            <a:avLst/>
          </a:prstGeom>
          <a:ln xmlns:a="http://schemas.openxmlformats.org/drawingml/2006/main" w="6191">
            <a:solidFill>
              <a:srgbClr val="A9B8C2"/>
            </a:solidFill>
            <a:prstDash val="solid"/>
          </a:ln>
        </p:spPr>
      </p:cxnSp>
      <p:cxnSp>
        <p:nvCxnSpPr>
          <p:cNvPr id="760" name="">
            <a:extLst xmlns:a="http://schemas.openxmlformats.org/drawingml/2006/main">
              <a:ext uri="{FF2B5EF4-FFF2-40B4-BE49-F238E27FC236}">
                <a16:creationId xmlns:a16="http://schemas.microsoft.com/office/drawing/2014/main" id="{0E24814F-7827-453E-8B02-5EDB13688ACC}"/>
              </a:ext>
            </a:extLst>
          </p:cNvPr>
          <p:cNvCxnSpPr/>
          <p:nvPr/>
        </p:nvCxnSpPr>
        <p:spPr>
          <a:xfrm xmlns:a="http://schemas.openxmlformats.org/drawingml/2006/main" flipH="1" flipV="0">
            <a:off x="7306414" y="3787457"/>
            <a:ext cx="3523" cy="72041"/>
          </a:xfrm>
          <a:prstGeom xmlns:a="http://schemas.openxmlformats.org/drawingml/2006/main" prst="straightConnector1">
            <a:avLst/>
          </a:prstGeom>
          <a:ln xmlns:a="http://schemas.openxmlformats.org/drawingml/2006/main" w="6191">
            <a:solidFill>
              <a:srgbClr val="A9B8C2"/>
            </a:solidFill>
            <a:prstDash val="solid"/>
          </a:ln>
        </p:spPr>
      </p:cxnSp>
      <p:cxnSp>
        <p:nvCxnSpPr>
          <p:cNvPr id="761" name="">
            <a:extLst xmlns:a="http://schemas.openxmlformats.org/drawingml/2006/main">
              <a:ext uri="{FF2B5EF4-FFF2-40B4-BE49-F238E27FC236}">
                <a16:creationId xmlns:a16="http://schemas.microsoft.com/office/drawing/2014/main" id="{C92BB9A5-51D5-4372-B2AE-A306114A4835}"/>
              </a:ext>
            </a:extLst>
          </p:cNvPr>
          <p:cNvCxnSpPr/>
          <p:nvPr/>
        </p:nvCxnSpPr>
        <p:spPr>
          <a:xfrm xmlns:a="http://schemas.openxmlformats.org/drawingml/2006/main" flipH="0" flipV="0">
            <a:off x="7137710" y="4115487"/>
            <a:ext cx="45286" cy="11192"/>
          </a:xfrm>
          <a:prstGeom xmlns:a="http://schemas.openxmlformats.org/drawingml/2006/main" prst="straightConnector1">
            <a:avLst/>
          </a:prstGeom>
          <a:ln xmlns:a="http://schemas.openxmlformats.org/drawingml/2006/main" w="6191">
            <a:solidFill>
              <a:srgbClr val="A9B8C2"/>
            </a:solidFill>
            <a:prstDash val="solid"/>
          </a:ln>
        </p:spPr>
      </p:cxnSp>
      <p:cxnSp>
        <p:nvCxnSpPr>
          <p:cNvPr id="762" name="">
            <a:extLst xmlns:a="http://schemas.openxmlformats.org/drawingml/2006/main">
              <a:ext uri="{FF2B5EF4-FFF2-40B4-BE49-F238E27FC236}">
                <a16:creationId xmlns:a16="http://schemas.microsoft.com/office/drawing/2014/main" id="{5DB22871-1732-48C4-BE6E-EF4C6735B3CA}"/>
              </a:ext>
            </a:extLst>
          </p:cNvPr>
          <p:cNvCxnSpPr/>
          <p:nvPr/>
        </p:nvCxnSpPr>
        <p:spPr>
          <a:xfrm xmlns:a="http://schemas.openxmlformats.org/drawingml/2006/main" flipH="0" flipV="0">
            <a:off x="7150245" y="4181943"/>
            <a:ext cx="37923" cy="22867"/>
          </a:xfrm>
          <a:prstGeom xmlns:a="http://schemas.openxmlformats.org/drawingml/2006/main" prst="straightConnector1">
            <a:avLst/>
          </a:prstGeom>
          <a:ln xmlns:a="http://schemas.openxmlformats.org/drawingml/2006/main" w="6191">
            <a:solidFill>
              <a:srgbClr val="A9B8C2"/>
            </a:solidFill>
            <a:prstDash val="solid"/>
          </a:ln>
        </p:spPr>
      </p:cxnSp>
      <p:cxnSp>
        <p:nvCxnSpPr>
          <p:cNvPr id="763" name="">
            <a:extLst xmlns:a="http://schemas.openxmlformats.org/drawingml/2006/main">
              <a:ext uri="{FF2B5EF4-FFF2-40B4-BE49-F238E27FC236}">
                <a16:creationId xmlns:a16="http://schemas.microsoft.com/office/drawing/2014/main" id="{2044D4B8-5792-48AD-B83B-48BB43087BA0}"/>
              </a:ext>
            </a:extLst>
          </p:cNvPr>
          <p:cNvCxnSpPr/>
          <p:nvPr/>
        </p:nvCxnSpPr>
        <p:spPr>
          <a:xfrm xmlns:a="http://schemas.openxmlformats.org/drawingml/2006/main" flipH="1" flipV="0">
            <a:off x="7300417" y="3924588"/>
            <a:ext cx="2533" cy="40491"/>
          </a:xfrm>
          <a:prstGeom xmlns:a="http://schemas.openxmlformats.org/drawingml/2006/main" prst="straightConnector1">
            <a:avLst/>
          </a:prstGeom>
          <a:ln xmlns:a="http://schemas.openxmlformats.org/drawingml/2006/main" w="6191">
            <a:solidFill>
              <a:srgbClr val="A9B8C2"/>
            </a:solidFill>
            <a:prstDash val="solid"/>
          </a:ln>
        </p:spPr>
      </p:cxnSp>
      <p:cxnSp>
        <p:nvCxnSpPr>
          <p:cNvPr id="764" name="">
            <a:extLst xmlns:a="http://schemas.openxmlformats.org/drawingml/2006/main">
              <a:ext uri="{FF2B5EF4-FFF2-40B4-BE49-F238E27FC236}">
                <a16:creationId xmlns:a16="http://schemas.microsoft.com/office/drawing/2014/main" id="{056FE1D8-73E0-446F-A4A9-FB4EDDE0330E}"/>
              </a:ext>
            </a:extLst>
          </p:cNvPr>
          <p:cNvCxnSpPr/>
          <p:nvPr/>
        </p:nvCxnSpPr>
        <p:spPr>
          <a:xfrm xmlns:a="http://schemas.openxmlformats.org/drawingml/2006/main" flipH="0" flipV="0">
            <a:off x="7153650" y="4231965"/>
            <a:ext cx="44073" cy="24010"/>
          </a:xfrm>
          <a:prstGeom xmlns:a="http://schemas.openxmlformats.org/drawingml/2006/main" prst="straightConnector1">
            <a:avLst/>
          </a:prstGeom>
          <a:ln xmlns:a="http://schemas.openxmlformats.org/drawingml/2006/main" w="6191">
            <a:solidFill>
              <a:srgbClr val="A9B8C2"/>
            </a:solidFill>
            <a:prstDash val="solid"/>
          </a:ln>
        </p:spPr>
      </p:cxnSp>
      <p:cxnSp>
        <p:nvCxnSpPr>
          <p:cNvPr id="765" name="">
            <a:extLst xmlns:a="http://schemas.openxmlformats.org/drawingml/2006/main">
              <a:ext uri="{FF2B5EF4-FFF2-40B4-BE49-F238E27FC236}">
                <a16:creationId xmlns:a16="http://schemas.microsoft.com/office/drawing/2014/main" id="{61AC6F61-E03F-4AC7-B70E-FF4131084D42}"/>
              </a:ext>
            </a:extLst>
          </p:cNvPr>
          <p:cNvCxnSpPr/>
          <p:nvPr/>
        </p:nvCxnSpPr>
        <p:spPr>
          <a:xfrm xmlns:a="http://schemas.openxmlformats.org/drawingml/2006/main" flipH="0" flipV="0">
            <a:off x="7295716" y="4030334"/>
            <a:ext cx="75057" cy="6232"/>
          </a:xfrm>
          <a:prstGeom xmlns:a="http://schemas.openxmlformats.org/drawingml/2006/main" prst="straightConnector1">
            <a:avLst/>
          </a:prstGeom>
          <a:ln xmlns:a="http://schemas.openxmlformats.org/drawingml/2006/main" w="6191">
            <a:solidFill>
              <a:srgbClr val="A9B8C2"/>
            </a:solidFill>
            <a:prstDash val="solid"/>
          </a:ln>
        </p:spPr>
      </p:cxnSp>
      <p:cxnSp>
        <p:nvCxnSpPr>
          <p:cNvPr id="766" name="">
            <a:extLst xmlns:a="http://schemas.openxmlformats.org/drawingml/2006/main">
              <a:ext uri="{FF2B5EF4-FFF2-40B4-BE49-F238E27FC236}">
                <a16:creationId xmlns:a16="http://schemas.microsoft.com/office/drawing/2014/main" id="{3FBF5C38-5F94-4E8F-B147-1695EB804658}"/>
              </a:ext>
            </a:extLst>
          </p:cNvPr>
          <p:cNvCxnSpPr/>
          <p:nvPr/>
        </p:nvCxnSpPr>
        <p:spPr>
          <a:xfrm xmlns:a="http://schemas.openxmlformats.org/drawingml/2006/main" flipH="0" flipV="0">
            <a:off x="7545591" y="3655792"/>
            <a:ext cx="2663" cy="60366"/>
          </a:xfrm>
          <a:prstGeom xmlns:a="http://schemas.openxmlformats.org/drawingml/2006/main" prst="straightConnector1">
            <a:avLst/>
          </a:prstGeom>
          <a:ln xmlns:a="http://schemas.openxmlformats.org/drawingml/2006/main" w="6191">
            <a:solidFill>
              <a:srgbClr val="A9B8C2"/>
            </a:solidFill>
            <a:prstDash val="solid"/>
          </a:ln>
        </p:spPr>
      </p:cxnSp>
      <p:cxnSp>
        <p:nvCxnSpPr>
          <p:cNvPr id="767" name="">
            <a:extLst xmlns:a="http://schemas.openxmlformats.org/drawingml/2006/main">
              <a:ext uri="{FF2B5EF4-FFF2-40B4-BE49-F238E27FC236}">
                <a16:creationId xmlns:a16="http://schemas.microsoft.com/office/drawing/2014/main" id="{C7395BEC-9C1B-446F-81C1-7D2E598F942F}"/>
              </a:ext>
            </a:extLst>
          </p:cNvPr>
          <p:cNvCxnSpPr/>
          <p:nvPr/>
        </p:nvCxnSpPr>
        <p:spPr>
          <a:xfrm xmlns:a="http://schemas.openxmlformats.org/drawingml/2006/main" flipH="0" flipV="1">
            <a:off x="7548442" y="3721236"/>
            <a:ext cx="69897" cy="825"/>
          </a:xfrm>
          <a:prstGeom xmlns:a="http://schemas.openxmlformats.org/drawingml/2006/main" prst="straightConnector1">
            <a:avLst/>
          </a:prstGeom>
          <a:ln xmlns:a="http://schemas.openxmlformats.org/drawingml/2006/main" w="6191">
            <a:solidFill>
              <a:srgbClr val="A9B8C2"/>
            </a:solidFill>
            <a:prstDash val="solid"/>
          </a:ln>
        </p:spPr>
      </p:cxnSp>
      <p:cxnSp>
        <p:nvCxnSpPr>
          <p:cNvPr id="768" name="">
            <a:extLst xmlns:a="http://schemas.openxmlformats.org/drawingml/2006/main">
              <a:ext uri="{FF2B5EF4-FFF2-40B4-BE49-F238E27FC236}">
                <a16:creationId xmlns:a16="http://schemas.microsoft.com/office/drawing/2014/main" id="{BE03C5F7-F79A-4CC7-A837-C7E913D4454D}"/>
              </a:ext>
            </a:extLst>
          </p:cNvPr>
          <p:cNvCxnSpPr/>
          <p:nvPr/>
        </p:nvCxnSpPr>
        <p:spPr>
          <a:xfrm xmlns:a="http://schemas.openxmlformats.org/drawingml/2006/main" flipH="0" flipV="0">
            <a:off x="7424530" y="3953486"/>
            <a:ext cx="66633" cy="1131"/>
          </a:xfrm>
          <a:prstGeom xmlns:a="http://schemas.openxmlformats.org/drawingml/2006/main" prst="straightConnector1">
            <a:avLst/>
          </a:prstGeom>
          <a:ln xmlns:a="http://schemas.openxmlformats.org/drawingml/2006/main" w="6191">
            <a:solidFill>
              <a:srgbClr val="A9B8C2"/>
            </a:solidFill>
            <a:prstDash val="solid"/>
          </a:ln>
        </p:spPr>
      </p:cxnSp>
      <p:cxnSp>
        <p:nvCxnSpPr>
          <p:cNvPr id="769" name="">
            <a:extLst xmlns:a="http://schemas.openxmlformats.org/drawingml/2006/main">
              <a:ext uri="{FF2B5EF4-FFF2-40B4-BE49-F238E27FC236}">
                <a16:creationId xmlns:a16="http://schemas.microsoft.com/office/drawing/2014/main" id="{38786DCE-F96A-4C81-B026-ED8FC0878360}"/>
              </a:ext>
            </a:extLst>
          </p:cNvPr>
          <p:cNvCxnSpPr/>
          <p:nvPr/>
        </p:nvCxnSpPr>
        <p:spPr>
          <a:xfrm xmlns:a="http://schemas.openxmlformats.org/drawingml/2006/main" flipH="1" flipV="1">
            <a:off x="7316357" y="4242533"/>
            <a:ext cx="27674" cy="1791"/>
          </a:xfrm>
          <a:prstGeom xmlns:a="http://schemas.openxmlformats.org/drawingml/2006/main" prst="straightConnector1">
            <a:avLst/>
          </a:prstGeom>
          <a:ln xmlns:a="http://schemas.openxmlformats.org/drawingml/2006/main" w="6191">
            <a:solidFill>
              <a:srgbClr val="A9B8C2"/>
            </a:solidFill>
            <a:prstDash val="solid"/>
          </a:ln>
        </p:spPr>
      </p:cxnSp>
      <p:cxnSp>
        <p:nvCxnSpPr>
          <p:cNvPr id="770" name="">
            <a:extLst xmlns:a="http://schemas.openxmlformats.org/drawingml/2006/main">
              <a:ext uri="{FF2B5EF4-FFF2-40B4-BE49-F238E27FC236}">
                <a16:creationId xmlns:a16="http://schemas.microsoft.com/office/drawing/2014/main" id="{7B7AEF45-38E3-4752-9D7F-297A1AA4C2B1}"/>
              </a:ext>
            </a:extLst>
          </p:cNvPr>
          <p:cNvCxnSpPr/>
          <p:nvPr/>
        </p:nvCxnSpPr>
        <p:spPr>
          <a:xfrm xmlns:a="http://schemas.openxmlformats.org/drawingml/2006/main" flipH="0" flipV="0">
            <a:off x="7565584" y="3968095"/>
            <a:ext cx="57574" cy="4418"/>
          </a:xfrm>
          <a:prstGeom xmlns:a="http://schemas.openxmlformats.org/drawingml/2006/main" prst="straightConnector1">
            <a:avLst/>
          </a:prstGeom>
          <a:ln xmlns:a="http://schemas.openxmlformats.org/drawingml/2006/main" w="6191">
            <a:solidFill>
              <a:srgbClr val="A9B8C2"/>
            </a:solidFill>
            <a:prstDash val="solid"/>
          </a:ln>
        </p:spPr>
      </p:cxnSp>
      <p:cxnSp>
        <p:nvCxnSpPr>
          <p:cNvPr id="771" name="">
            <a:extLst xmlns:a="http://schemas.openxmlformats.org/drawingml/2006/main">
              <a:ext uri="{FF2B5EF4-FFF2-40B4-BE49-F238E27FC236}">
                <a16:creationId xmlns:a16="http://schemas.microsoft.com/office/drawing/2014/main" id="{856F46F1-07CE-402B-8922-E3A581EB3594}"/>
              </a:ext>
            </a:extLst>
          </p:cNvPr>
          <p:cNvCxnSpPr/>
          <p:nvPr/>
        </p:nvCxnSpPr>
        <p:spPr>
          <a:xfrm xmlns:a="http://schemas.openxmlformats.org/drawingml/2006/main" flipH="1" flipV="0">
            <a:off x="7660350" y="3975140"/>
            <a:ext cx="1732" cy="84234"/>
          </a:xfrm>
          <a:prstGeom xmlns:a="http://schemas.openxmlformats.org/drawingml/2006/main" prst="straightConnector1">
            <a:avLst/>
          </a:prstGeom>
          <a:ln xmlns:a="http://schemas.openxmlformats.org/drawingml/2006/main" w="6191">
            <a:solidFill>
              <a:srgbClr val="A9B8C2"/>
            </a:solidFill>
            <a:prstDash val="solid"/>
          </a:ln>
        </p:spPr>
      </p:cxnSp>
      <p:cxnSp>
        <p:nvCxnSpPr>
          <p:cNvPr id="772" name="">
            <a:extLst xmlns:a="http://schemas.openxmlformats.org/drawingml/2006/main">
              <a:ext uri="{FF2B5EF4-FFF2-40B4-BE49-F238E27FC236}">
                <a16:creationId xmlns:a16="http://schemas.microsoft.com/office/drawing/2014/main" id="{254D6ECA-C662-4D94-9DF5-1394554FC791}"/>
              </a:ext>
            </a:extLst>
          </p:cNvPr>
          <p:cNvCxnSpPr/>
          <p:nvPr/>
        </p:nvCxnSpPr>
        <p:spPr>
          <a:xfrm xmlns:a="http://schemas.openxmlformats.org/drawingml/2006/main" flipH="0" flipV="0">
            <a:off x="7536367" y="4202124"/>
            <a:ext cx="79639" cy="3994"/>
          </a:xfrm>
          <a:prstGeom xmlns:a="http://schemas.openxmlformats.org/drawingml/2006/main" prst="straightConnector1">
            <a:avLst/>
          </a:prstGeom>
          <a:ln xmlns:a="http://schemas.openxmlformats.org/drawingml/2006/main" w="6191">
            <a:solidFill>
              <a:srgbClr val="A9B8C2"/>
            </a:solidFill>
            <a:prstDash val="solid"/>
          </a:ln>
        </p:spPr>
      </p:cxnSp>
      <p:cxnSp>
        <p:nvCxnSpPr>
          <p:cNvPr id="773" name="">
            <a:extLst xmlns:a="http://schemas.openxmlformats.org/drawingml/2006/main">
              <a:ext uri="{FF2B5EF4-FFF2-40B4-BE49-F238E27FC236}">
                <a16:creationId xmlns:a16="http://schemas.microsoft.com/office/drawing/2014/main" id="{0EE4A39A-AD7E-4C54-8FAF-CBEBDDAB8508}"/>
              </a:ext>
            </a:extLst>
          </p:cNvPr>
          <p:cNvCxnSpPr/>
          <p:nvPr/>
        </p:nvCxnSpPr>
        <p:spPr>
          <a:xfrm xmlns:a="http://schemas.openxmlformats.org/drawingml/2006/main" flipH="0" flipV="0">
            <a:off x="7890256" y="3609693"/>
            <a:ext cx="18143" cy="55100"/>
          </a:xfrm>
          <a:prstGeom xmlns:a="http://schemas.openxmlformats.org/drawingml/2006/main" prst="straightConnector1">
            <a:avLst/>
          </a:prstGeom>
          <a:ln xmlns:a="http://schemas.openxmlformats.org/drawingml/2006/main" w="6191">
            <a:solidFill>
              <a:srgbClr val="A9B8C2"/>
            </a:solidFill>
            <a:prstDash val="solid"/>
          </a:ln>
        </p:spPr>
      </p:cxnSp>
      <p:cxnSp>
        <p:nvCxnSpPr>
          <p:cNvPr id="774" name="">
            <a:extLst xmlns:a="http://schemas.openxmlformats.org/drawingml/2006/main">
              <a:ext uri="{FF2B5EF4-FFF2-40B4-BE49-F238E27FC236}">
                <a16:creationId xmlns:a16="http://schemas.microsoft.com/office/drawing/2014/main" id="{1EB375A3-60D6-47FF-B0C7-104208CBC885}"/>
              </a:ext>
            </a:extLst>
          </p:cNvPr>
          <p:cNvCxnSpPr/>
          <p:nvPr/>
        </p:nvCxnSpPr>
        <p:spPr>
          <a:xfrm xmlns:a="http://schemas.openxmlformats.org/drawingml/2006/main" flipH="0" flipV="0">
            <a:off x="7908399" y="3664793"/>
            <a:ext cx="20876" cy="61838"/>
          </a:xfrm>
          <a:prstGeom xmlns:a="http://schemas.openxmlformats.org/drawingml/2006/main" prst="straightConnector1">
            <a:avLst/>
          </a:prstGeom>
          <a:ln xmlns:a="http://schemas.openxmlformats.org/drawingml/2006/main" w="6191">
            <a:solidFill>
              <a:srgbClr val="A9B8C2"/>
            </a:solidFill>
            <a:prstDash val="solid"/>
          </a:ln>
        </p:spPr>
      </p:cxnSp>
      <p:cxnSp>
        <p:nvCxnSpPr>
          <p:cNvPr id="775" name="">
            <a:extLst xmlns:a="http://schemas.openxmlformats.org/drawingml/2006/main">
              <a:ext uri="{FF2B5EF4-FFF2-40B4-BE49-F238E27FC236}">
                <a16:creationId xmlns:a16="http://schemas.microsoft.com/office/drawing/2014/main" id="{7F9E8372-B550-4A89-AB02-D5ADBB281D8D}"/>
              </a:ext>
            </a:extLst>
          </p:cNvPr>
          <p:cNvCxnSpPr/>
          <p:nvPr/>
        </p:nvCxnSpPr>
        <p:spPr>
          <a:xfrm xmlns:a="http://schemas.openxmlformats.org/drawingml/2006/main" flipH="0" flipV="0">
            <a:off x="7929274" y="3726632"/>
            <a:ext cx="2627" cy="62239"/>
          </a:xfrm>
          <a:prstGeom xmlns:a="http://schemas.openxmlformats.org/drawingml/2006/main" prst="straightConnector1">
            <a:avLst/>
          </a:prstGeom>
          <a:ln xmlns:a="http://schemas.openxmlformats.org/drawingml/2006/main" w="6191">
            <a:solidFill>
              <a:srgbClr val="A9B8C2"/>
            </a:solidFill>
            <a:prstDash val="solid"/>
          </a:ln>
        </p:spPr>
      </p:cxnSp>
      <p:cxnSp>
        <p:nvCxnSpPr>
          <p:cNvPr id="776" name="">
            <a:extLst xmlns:a="http://schemas.openxmlformats.org/drawingml/2006/main">
              <a:ext uri="{FF2B5EF4-FFF2-40B4-BE49-F238E27FC236}">
                <a16:creationId xmlns:a16="http://schemas.microsoft.com/office/drawing/2014/main" id="{7BF63C20-0000-483F-BF29-BADDEBC89A17}"/>
              </a:ext>
            </a:extLst>
          </p:cNvPr>
          <p:cNvCxnSpPr/>
          <p:nvPr/>
        </p:nvCxnSpPr>
        <p:spPr>
          <a:xfrm xmlns:a="http://schemas.openxmlformats.org/drawingml/2006/main" flipH="1" flipV="0">
            <a:off x="7927920" y="3788871"/>
            <a:ext cx="3982" cy="54617"/>
          </a:xfrm>
          <a:prstGeom xmlns:a="http://schemas.openxmlformats.org/drawingml/2006/main" prst="straightConnector1">
            <a:avLst/>
          </a:prstGeom>
          <a:ln xmlns:a="http://schemas.openxmlformats.org/drawingml/2006/main" w="6191">
            <a:solidFill>
              <a:srgbClr val="A9B8C2"/>
            </a:solidFill>
            <a:prstDash val="solid"/>
          </a:ln>
        </p:spPr>
      </p:cxnSp>
      <p:cxnSp>
        <p:nvCxnSpPr>
          <p:cNvPr id="777" name="">
            <a:extLst xmlns:a="http://schemas.openxmlformats.org/drawingml/2006/main">
              <a:ext uri="{FF2B5EF4-FFF2-40B4-BE49-F238E27FC236}">
                <a16:creationId xmlns:a16="http://schemas.microsoft.com/office/drawing/2014/main" id="{6B486A9D-2D6A-4851-B6B1-79358894601C}"/>
              </a:ext>
            </a:extLst>
          </p:cNvPr>
          <p:cNvCxnSpPr/>
          <p:nvPr/>
        </p:nvCxnSpPr>
        <p:spPr>
          <a:xfrm xmlns:a="http://schemas.openxmlformats.org/drawingml/2006/main" flipH="0" flipV="0">
            <a:off x="7858718" y="3916741"/>
            <a:ext cx="49386" cy="2969"/>
          </a:xfrm>
          <a:prstGeom xmlns:a="http://schemas.openxmlformats.org/drawingml/2006/main" prst="straightConnector1">
            <a:avLst/>
          </a:prstGeom>
          <a:ln xmlns:a="http://schemas.openxmlformats.org/drawingml/2006/main" w="6191">
            <a:solidFill>
              <a:srgbClr val="A9B8C2"/>
            </a:solidFill>
            <a:prstDash val="solid"/>
          </a:ln>
        </p:spPr>
      </p:cxnSp>
      <p:cxnSp>
        <p:nvCxnSpPr>
          <p:cNvPr id="778" name="">
            <a:extLst xmlns:a="http://schemas.openxmlformats.org/drawingml/2006/main">
              <a:ext uri="{FF2B5EF4-FFF2-40B4-BE49-F238E27FC236}">
                <a16:creationId xmlns:a16="http://schemas.microsoft.com/office/drawing/2014/main" id="{0D7D80B0-7CBA-41D2-8446-09E6908FCC1D}"/>
              </a:ext>
            </a:extLst>
          </p:cNvPr>
          <p:cNvCxnSpPr/>
          <p:nvPr/>
        </p:nvCxnSpPr>
        <p:spPr>
          <a:xfrm xmlns:a="http://schemas.openxmlformats.org/drawingml/2006/main" flipH="0" flipV="1">
            <a:off x="7835356" y="3982091"/>
            <a:ext cx="69025" cy="3617"/>
          </a:xfrm>
          <a:prstGeom xmlns:a="http://schemas.openxmlformats.org/drawingml/2006/main" prst="straightConnector1">
            <a:avLst/>
          </a:prstGeom>
          <a:ln xmlns:a="http://schemas.openxmlformats.org/drawingml/2006/main" w="6191">
            <a:solidFill>
              <a:srgbClr val="A9B8C2"/>
            </a:solidFill>
            <a:prstDash val="solid"/>
          </a:ln>
        </p:spPr>
      </p:cxnSp>
      <p:cxnSp>
        <p:nvCxnSpPr>
          <p:cNvPr id="779" name="">
            <a:extLst xmlns:a="http://schemas.openxmlformats.org/drawingml/2006/main">
              <a:ext uri="{FF2B5EF4-FFF2-40B4-BE49-F238E27FC236}">
                <a16:creationId xmlns:a16="http://schemas.microsoft.com/office/drawing/2014/main" id="{76F7F39A-A34E-4525-B89C-FAD4A814E9BE}"/>
              </a:ext>
            </a:extLst>
          </p:cNvPr>
          <p:cNvCxnSpPr/>
          <p:nvPr/>
        </p:nvCxnSpPr>
        <p:spPr>
          <a:xfrm xmlns:a="http://schemas.openxmlformats.org/drawingml/2006/main" flipH="1" flipV="0">
            <a:off x="7829289" y="3985707"/>
            <a:ext cx="6067" cy="84882"/>
          </a:xfrm>
          <a:prstGeom xmlns:a="http://schemas.openxmlformats.org/drawingml/2006/main" prst="straightConnector1">
            <a:avLst/>
          </a:prstGeom>
          <a:ln xmlns:a="http://schemas.openxmlformats.org/drawingml/2006/main" w="6191">
            <a:solidFill>
              <a:srgbClr val="A9B8C2"/>
            </a:solidFill>
            <a:prstDash val="solid"/>
          </a:ln>
        </p:spPr>
      </p:cxnSp>
      <p:cxnSp>
        <p:nvCxnSpPr>
          <p:cNvPr id="780" name="">
            <a:extLst xmlns:a="http://schemas.openxmlformats.org/drawingml/2006/main">
              <a:ext uri="{FF2B5EF4-FFF2-40B4-BE49-F238E27FC236}">
                <a16:creationId xmlns:a16="http://schemas.microsoft.com/office/drawing/2014/main" id="{4678BB98-C87E-4396-BA11-09D1A7BEB665}"/>
              </a:ext>
            </a:extLst>
          </p:cNvPr>
          <p:cNvCxnSpPr/>
          <p:nvPr/>
        </p:nvCxnSpPr>
        <p:spPr>
          <a:xfrm xmlns:a="http://schemas.openxmlformats.org/drawingml/2006/main" flipH="1" flipV="0">
            <a:off x="7904381" y="3919710"/>
            <a:ext cx="3723" cy="62380"/>
          </a:xfrm>
          <a:prstGeom xmlns:a="http://schemas.openxmlformats.org/drawingml/2006/main" prst="straightConnector1">
            <a:avLst/>
          </a:prstGeom>
          <a:ln xmlns:a="http://schemas.openxmlformats.org/drawingml/2006/main" w="6191">
            <a:solidFill>
              <a:srgbClr val="A9B8C2"/>
            </a:solidFill>
            <a:prstDash val="solid"/>
          </a:ln>
        </p:spPr>
      </p:cxnSp>
      <p:cxnSp>
        <p:nvCxnSpPr>
          <p:cNvPr id="781" name="">
            <a:extLst xmlns:a="http://schemas.openxmlformats.org/drawingml/2006/main">
              <a:ext uri="{FF2B5EF4-FFF2-40B4-BE49-F238E27FC236}">
                <a16:creationId xmlns:a16="http://schemas.microsoft.com/office/drawing/2014/main" id="{56FCB6EE-9338-4C0C-9A7B-32433D9742F4}"/>
              </a:ext>
            </a:extLst>
          </p:cNvPr>
          <p:cNvCxnSpPr/>
          <p:nvPr/>
        </p:nvCxnSpPr>
        <p:spPr>
          <a:xfrm xmlns:a="http://schemas.openxmlformats.org/drawingml/2006/main" flipH="0" flipV="0">
            <a:off x="8064603" y="3665312"/>
            <a:ext cx="3204" cy="23197"/>
          </a:xfrm>
          <a:prstGeom xmlns:a="http://schemas.openxmlformats.org/drawingml/2006/main" prst="straightConnector1">
            <a:avLst/>
          </a:prstGeom>
          <a:ln xmlns:a="http://schemas.openxmlformats.org/drawingml/2006/main" w="6191">
            <a:solidFill>
              <a:srgbClr val="A9B8C2"/>
            </a:solidFill>
            <a:prstDash val="solid"/>
          </a:ln>
        </p:spPr>
      </p:cxnSp>
      <p:cxnSp>
        <p:nvCxnSpPr>
          <p:cNvPr id="782" name="">
            <a:extLst xmlns:a="http://schemas.openxmlformats.org/drawingml/2006/main">
              <a:ext uri="{FF2B5EF4-FFF2-40B4-BE49-F238E27FC236}">
                <a16:creationId xmlns:a16="http://schemas.microsoft.com/office/drawing/2014/main" id="{09637AFA-52BA-465A-A8EA-5F9671C6A96B}"/>
              </a:ext>
            </a:extLst>
          </p:cNvPr>
          <p:cNvCxnSpPr/>
          <p:nvPr/>
        </p:nvCxnSpPr>
        <p:spPr>
          <a:xfrm xmlns:a="http://schemas.openxmlformats.org/drawingml/2006/main" flipH="0" flipV="0">
            <a:off x="8067807" y="3688508"/>
            <a:ext cx="3299" cy="40209"/>
          </a:xfrm>
          <a:prstGeom xmlns:a="http://schemas.openxmlformats.org/drawingml/2006/main" prst="straightConnector1">
            <a:avLst/>
          </a:prstGeom>
          <a:ln xmlns:a="http://schemas.openxmlformats.org/drawingml/2006/main" w="6191">
            <a:solidFill>
              <a:srgbClr val="A9B8C2"/>
            </a:solidFill>
            <a:prstDash val="solid"/>
          </a:ln>
        </p:spPr>
      </p:cxnSp>
      <p:cxnSp>
        <p:nvCxnSpPr>
          <p:cNvPr id="783" name="">
            <a:extLst xmlns:a="http://schemas.openxmlformats.org/drawingml/2006/main">
              <a:ext uri="{FF2B5EF4-FFF2-40B4-BE49-F238E27FC236}">
                <a16:creationId xmlns:a16="http://schemas.microsoft.com/office/drawing/2014/main" id="{C02D998A-C9CA-437C-949D-5E2C07FD3C38}"/>
              </a:ext>
            </a:extLst>
          </p:cNvPr>
          <p:cNvCxnSpPr/>
          <p:nvPr/>
        </p:nvCxnSpPr>
        <p:spPr>
          <a:xfrm xmlns:a="http://schemas.openxmlformats.org/drawingml/2006/main" flipH="0" flipV="1">
            <a:off x="8067807" y="3681828"/>
            <a:ext cx="38182" cy="6680"/>
          </a:xfrm>
          <a:prstGeom xmlns:a="http://schemas.openxmlformats.org/drawingml/2006/main" prst="straightConnector1">
            <a:avLst/>
          </a:prstGeom>
          <a:ln xmlns:a="http://schemas.openxmlformats.org/drawingml/2006/main" w="6191">
            <a:solidFill>
              <a:srgbClr val="A9B8C2"/>
            </a:solidFill>
            <a:prstDash val="solid"/>
          </a:ln>
        </p:spPr>
      </p:cxnSp>
      <p:cxnSp>
        <p:nvCxnSpPr>
          <p:cNvPr id="784" name="">
            <a:extLst xmlns:a="http://schemas.openxmlformats.org/drawingml/2006/main">
              <a:ext uri="{FF2B5EF4-FFF2-40B4-BE49-F238E27FC236}">
                <a16:creationId xmlns:a16="http://schemas.microsoft.com/office/drawing/2014/main" id="{A329F435-2F20-4086-AE1F-CF059A9A480F}"/>
              </a:ext>
            </a:extLst>
          </p:cNvPr>
          <p:cNvCxnSpPr/>
          <p:nvPr/>
        </p:nvCxnSpPr>
        <p:spPr>
          <a:xfrm xmlns:a="http://schemas.openxmlformats.org/drawingml/2006/main" flipH="0" flipV="1">
            <a:off x="8230844" y="3520971"/>
            <a:ext cx="43142" cy="11027"/>
          </a:xfrm>
          <a:prstGeom xmlns:a="http://schemas.openxmlformats.org/drawingml/2006/main" prst="straightConnector1">
            <a:avLst/>
          </a:prstGeom>
          <a:ln xmlns:a="http://schemas.openxmlformats.org/drawingml/2006/main" w="6191">
            <a:solidFill>
              <a:srgbClr val="A9B8C2"/>
            </a:solidFill>
            <a:prstDash val="solid"/>
          </a:ln>
        </p:spPr>
      </p:cxnSp>
      <p:cxnSp>
        <p:nvCxnSpPr>
          <p:cNvPr id="785" name="">
            <a:extLst xmlns:a="http://schemas.openxmlformats.org/drawingml/2006/main">
              <a:ext uri="{FF2B5EF4-FFF2-40B4-BE49-F238E27FC236}">
                <a16:creationId xmlns:a16="http://schemas.microsoft.com/office/drawing/2014/main" id="{6DEAF665-4E72-43E4-86F4-4299991C7D13}"/>
              </a:ext>
            </a:extLst>
          </p:cNvPr>
          <p:cNvCxnSpPr/>
          <p:nvPr/>
        </p:nvCxnSpPr>
        <p:spPr>
          <a:xfrm xmlns:a="http://schemas.openxmlformats.org/drawingml/2006/main" flipH="1" flipV="0">
            <a:off x="7996214" y="3987675"/>
            <a:ext cx="4324" cy="73784"/>
          </a:xfrm>
          <a:prstGeom xmlns:a="http://schemas.openxmlformats.org/drawingml/2006/main" prst="straightConnector1">
            <a:avLst/>
          </a:prstGeom>
          <a:ln xmlns:a="http://schemas.openxmlformats.org/drawingml/2006/main" w="6191">
            <a:solidFill>
              <a:srgbClr val="A9B8C2"/>
            </a:solidFill>
            <a:prstDash val="solid"/>
          </a:ln>
        </p:spPr>
      </p:cxnSp>
      <p:cxnSp>
        <p:nvCxnSpPr>
          <p:cNvPr id="786" name="">
            <a:extLst xmlns:a="http://schemas.openxmlformats.org/drawingml/2006/main">
              <a:ext uri="{FF2B5EF4-FFF2-40B4-BE49-F238E27FC236}">
                <a16:creationId xmlns:a16="http://schemas.microsoft.com/office/drawing/2014/main" id="{A5E352BD-EA6F-4F6A-BF33-86ED44403451}"/>
              </a:ext>
            </a:extLst>
          </p:cNvPr>
          <p:cNvCxnSpPr/>
          <p:nvPr/>
        </p:nvCxnSpPr>
        <p:spPr>
          <a:xfrm xmlns:a="http://schemas.openxmlformats.org/drawingml/2006/main" flipH="0" flipV="0">
            <a:off x="7911038" y="4155000"/>
            <a:ext cx="80111" cy="4100"/>
          </a:xfrm>
          <a:prstGeom xmlns:a="http://schemas.openxmlformats.org/drawingml/2006/main" prst="straightConnector1">
            <a:avLst/>
          </a:prstGeom>
          <a:ln xmlns:a="http://schemas.openxmlformats.org/drawingml/2006/main" w="6191">
            <a:solidFill>
              <a:srgbClr val="A9B8C2"/>
            </a:solidFill>
            <a:prstDash val="solid"/>
          </a:ln>
        </p:spPr>
      </p:cxnSp>
      <p:cxnSp>
        <p:nvCxnSpPr>
          <p:cNvPr id="787" name="">
            <a:extLst xmlns:a="http://schemas.openxmlformats.org/drawingml/2006/main">
              <a:ext uri="{FF2B5EF4-FFF2-40B4-BE49-F238E27FC236}">
                <a16:creationId xmlns:a16="http://schemas.microsoft.com/office/drawing/2014/main" id="{762F3BF6-B52A-4B2A-9816-3F2A3BE95B32}"/>
              </a:ext>
            </a:extLst>
          </p:cNvPr>
          <p:cNvCxnSpPr/>
          <p:nvPr/>
        </p:nvCxnSpPr>
        <p:spPr>
          <a:xfrm xmlns:a="http://schemas.openxmlformats.org/drawingml/2006/main" flipH="1" flipV="0">
            <a:off x="7992586" y="4061459"/>
            <a:ext cx="3629" cy="65290"/>
          </a:xfrm>
          <a:prstGeom xmlns:a="http://schemas.openxmlformats.org/drawingml/2006/main" prst="straightConnector1">
            <a:avLst/>
          </a:prstGeom>
          <a:ln xmlns:a="http://schemas.openxmlformats.org/drawingml/2006/main" w="6191">
            <a:solidFill>
              <a:srgbClr val="A9B8C2"/>
            </a:solidFill>
            <a:prstDash val="solid"/>
          </a:ln>
        </p:spPr>
      </p:cxnSp>
      <p:cxnSp>
        <p:nvCxnSpPr>
          <p:cNvPr id="788" name="">
            <a:extLst xmlns:a="http://schemas.openxmlformats.org/drawingml/2006/main">
              <a:ext uri="{FF2B5EF4-FFF2-40B4-BE49-F238E27FC236}">
                <a16:creationId xmlns:a16="http://schemas.microsoft.com/office/drawing/2014/main" id="{B46D0FD5-537B-4036-8F24-CC5E0F468849}"/>
              </a:ext>
            </a:extLst>
          </p:cNvPr>
          <p:cNvCxnSpPr/>
          <p:nvPr/>
        </p:nvCxnSpPr>
        <p:spPr>
          <a:xfrm xmlns:a="http://schemas.openxmlformats.org/drawingml/2006/main" flipH="0" flipV="1">
            <a:off x="8242896" y="3797435"/>
            <a:ext cx="72041" cy="2238"/>
          </a:xfrm>
          <a:prstGeom xmlns:a="http://schemas.openxmlformats.org/drawingml/2006/main" prst="straightConnector1">
            <a:avLst/>
          </a:prstGeom>
          <a:ln xmlns:a="http://schemas.openxmlformats.org/drawingml/2006/main" w="6191">
            <a:solidFill>
              <a:srgbClr val="A9B8C2"/>
            </a:solidFill>
            <a:prstDash val="solid"/>
          </a:ln>
        </p:spPr>
      </p:cxnSp>
      <p:cxnSp>
        <p:nvCxnSpPr>
          <p:cNvPr id="789" name="">
            <a:extLst xmlns:a="http://schemas.openxmlformats.org/drawingml/2006/main">
              <a:ext uri="{FF2B5EF4-FFF2-40B4-BE49-F238E27FC236}">
                <a16:creationId xmlns:a16="http://schemas.microsoft.com/office/drawing/2014/main" id="{EE907E95-4C4D-4CBD-B605-005D78FEAF44}"/>
              </a:ext>
            </a:extLst>
          </p:cNvPr>
          <p:cNvCxnSpPr/>
          <p:nvPr/>
        </p:nvCxnSpPr>
        <p:spPr>
          <a:xfrm xmlns:a="http://schemas.openxmlformats.org/drawingml/2006/main" flipH="0" flipV="0">
            <a:off x="7987543" y="4245396"/>
            <a:ext cx="8777" cy="59129"/>
          </a:xfrm>
          <a:prstGeom xmlns:a="http://schemas.openxmlformats.org/drawingml/2006/main" prst="straightConnector1">
            <a:avLst/>
          </a:prstGeom>
          <a:ln xmlns:a="http://schemas.openxmlformats.org/drawingml/2006/main" w="6191">
            <a:solidFill>
              <a:srgbClr val="A9B8C2"/>
            </a:solidFill>
            <a:prstDash val="solid"/>
          </a:ln>
        </p:spPr>
      </p:cxnSp>
      <p:cxnSp>
        <p:nvCxnSpPr>
          <p:cNvPr id="790" name="">
            <a:extLst xmlns:a="http://schemas.openxmlformats.org/drawingml/2006/main">
              <a:ext uri="{FF2B5EF4-FFF2-40B4-BE49-F238E27FC236}">
                <a16:creationId xmlns:a16="http://schemas.microsoft.com/office/drawing/2014/main" id="{CC1B3D95-A876-4BE1-B011-1C6FD6E3C5E3}"/>
              </a:ext>
            </a:extLst>
          </p:cNvPr>
          <p:cNvCxnSpPr/>
          <p:nvPr/>
        </p:nvCxnSpPr>
        <p:spPr>
          <a:xfrm xmlns:a="http://schemas.openxmlformats.org/drawingml/2006/main" flipH="0" flipV="1">
            <a:off x="8310684" y="3761197"/>
            <a:ext cx="71310" cy="10226"/>
          </a:xfrm>
          <a:prstGeom xmlns:a="http://schemas.openxmlformats.org/drawingml/2006/main" prst="straightConnector1">
            <a:avLst/>
          </a:prstGeom>
          <a:ln xmlns:a="http://schemas.openxmlformats.org/drawingml/2006/main" w="6191">
            <a:solidFill>
              <a:srgbClr val="A9B8C2"/>
            </a:solidFill>
            <a:prstDash val="solid"/>
          </a:ln>
        </p:spPr>
      </p:cxnSp>
      <p:cxnSp>
        <p:nvCxnSpPr>
          <p:cNvPr id="791" name="">
            <a:extLst xmlns:a="http://schemas.openxmlformats.org/drawingml/2006/main">
              <a:ext uri="{FF2B5EF4-FFF2-40B4-BE49-F238E27FC236}">
                <a16:creationId xmlns:a16="http://schemas.microsoft.com/office/drawing/2014/main" id="{6B1B2A98-DFC1-4B0D-B6E6-35DEF65EABFB}"/>
              </a:ext>
            </a:extLst>
          </p:cNvPr>
          <p:cNvCxnSpPr/>
          <p:nvPr/>
        </p:nvCxnSpPr>
        <p:spPr>
          <a:xfrm xmlns:a="http://schemas.openxmlformats.org/drawingml/2006/main" flipH="0" flipV="0">
            <a:off x="8314937" y="3797435"/>
            <a:ext cx="9908" cy="64159"/>
          </a:xfrm>
          <a:prstGeom xmlns:a="http://schemas.openxmlformats.org/drawingml/2006/main" prst="straightConnector1">
            <a:avLst/>
          </a:prstGeom>
          <a:ln xmlns:a="http://schemas.openxmlformats.org/drawingml/2006/main" w="6191">
            <a:solidFill>
              <a:srgbClr val="A9B8C2"/>
            </a:solidFill>
            <a:prstDash val="solid"/>
          </a:ln>
        </p:spPr>
      </p:cxnSp>
      <p:cxnSp>
        <p:nvCxnSpPr>
          <p:cNvPr id="792" name="">
            <a:extLst xmlns:a="http://schemas.openxmlformats.org/drawingml/2006/main">
              <a:ext uri="{FF2B5EF4-FFF2-40B4-BE49-F238E27FC236}">
                <a16:creationId xmlns:a16="http://schemas.microsoft.com/office/drawing/2014/main" id="{9DB2722E-FD89-46F3-B44E-3AC287E74367}"/>
              </a:ext>
            </a:extLst>
          </p:cNvPr>
          <p:cNvCxnSpPr/>
          <p:nvPr/>
        </p:nvCxnSpPr>
        <p:spPr>
          <a:xfrm xmlns:a="http://schemas.openxmlformats.org/drawingml/2006/main" flipH="0" flipV="0">
            <a:off x="8080990" y="4252959"/>
            <a:ext cx="5537" cy="47831"/>
          </a:xfrm>
          <a:prstGeom xmlns:a="http://schemas.openxmlformats.org/drawingml/2006/main" prst="straightConnector1">
            <a:avLst/>
          </a:prstGeom>
          <a:ln xmlns:a="http://schemas.openxmlformats.org/drawingml/2006/main" w="6191">
            <a:solidFill>
              <a:srgbClr val="A9B8C2"/>
            </a:solidFill>
            <a:prstDash val="solid"/>
          </a:ln>
        </p:spPr>
      </p:cxnSp>
      <p:cxnSp>
        <p:nvCxnSpPr>
          <p:cNvPr id="793" name="">
            <a:extLst xmlns:a="http://schemas.openxmlformats.org/drawingml/2006/main">
              <a:ext uri="{FF2B5EF4-FFF2-40B4-BE49-F238E27FC236}">
                <a16:creationId xmlns:a16="http://schemas.microsoft.com/office/drawing/2014/main" id="{BB28DD8D-7414-435D-96BC-89FCF6AC432E}"/>
              </a:ext>
            </a:extLst>
          </p:cNvPr>
          <p:cNvCxnSpPr/>
          <p:nvPr/>
        </p:nvCxnSpPr>
        <p:spPr>
          <a:xfrm xmlns:a="http://schemas.openxmlformats.org/drawingml/2006/main" flipH="0" flipV="0">
            <a:off x="8326577" y="3943496"/>
            <a:ext cx="4830" cy="63712"/>
          </a:xfrm>
          <a:prstGeom xmlns:a="http://schemas.openxmlformats.org/drawingml/2006/main" prst="straightConnector1">
            <a:avLst/>
          </a:prstGeom>
          <a:ln xmlns:a="http://schemas.openxmlformats.org/drawingml/2006/main" w="6191">
            <a:solidFill>
              <a:srgbClr val="A9B8C2"/>
            </a:solidFill>
            <a:prstDash val="solid"/>
          </a:ln>
        </p:spPr>
      </p:cxnSp>
      <p:cxnSp>
        <p:nvCxnSpPr>
          <p:cNvPr id="794" name="">
            <a:extLst xmlns:a="http://schemas.openxmlformats.org/drawingml/2006/main">
              <a:ext uri="{FF2B5EF4-FFF2-40B4-BE49-F238E27FC236}">
                <a16:creationId xmlns:a16="http://schemas.microsoft.com/office/drawing/2014/main" id="{5511EF05-1AFA-42A9-BECA-422DBD17EDFF}"/>
              </a:ext>
            </a:extLst>
          </p:cNvPr>
          <p:cNvCxnSpPr/>
          <p:nvPr/>
        </p:nvCxnSpPr>
        <p:spPr>
          <a:xfrm xmlns:a="http://schemas.openxmlformats.org/drawingml/2006/main" flipH="1" flipV="0">
            <a:off x="8326294" y="4140863"/>
            <a:ext cx="9708" cy="45828"/>
          </a:xfrm>
          <a:prstGeom xmlns:a="http://schemas.openxmlformats.org/drawingml/2006/main" prst="straightConnector1">
            <a:avLst/>
          </a:prstGeom>
          <a:ln xmlns:a="http://schemas.openxmlformats.org/drawingml/2006/main" w="6191">
            <a:solidFill>
              <a:srgbClr val="A9B8C2"/>
            </a:solidFill>
            <a:prstDash val="solid"/>
          </a:ln>
        </p:spPr>
      </p:cxnSp>
      <p:cxnSp>
        <p:nvCxnSpPr>
          <p:cNvPr id="795" name="">
            <a:extLst xmlns:a="http://schemas.openxmlformats.org/drawingml/2006/main">
              <a:ext uri="{FF2B5EF4-FFF2-40B4-BE49-F238E27FC236}">
                <a16:creationId xmlns:a16="http://schemas.microsoft.com/office/drawing/2014/main" id="{60645F37-DB98-4CD3-8036-86DD8FB4001F}"/>
              </a:ext>
            </a:extLst>
          </p:cNvPr>
          <p:cNvCxnSpPr/>
          <p:nvPr/>
        </p:nvCxnSpPr>
        <p:spPr>
          <a:xfrm xmlns:a="http://schemas.openxmlformats.org/drawingml/2006/main" flipH="1" flipV="0">
            <a:off x="8306631" y="4186691"/>
            <a:ext cx="19662" cy="71134"/>
          </a:xfrm>
          <a:prstGeom xmlns:a="http://schemas.openxmlformats.org/drawingml/2006/main" prst="straightConnector1">
            <a:avLst/>
          </a:prstGeom>
          <a:ln xmlns:a="http://schemas.openxmlformats.org/drawingml/2006/main" w="6191">
            <a:solidFill>
              <a:srgbClr val="A9B8C2"/>
            </a:solidFill>
            <a:prstDash val="solid"/>
          </a:ln>
        </p:spPr>
      </p:cxnSp>
      <p:cxnSp>
        <p:nvCxnSpPr>
          <p:cNvPr id="796" name="">
            <a:extLst xmlns:a="http://schemas.openxmlformats.org/drawingml/2006/main">
              <a:ext uri="{FF2B5EF4-FFF2-40B4-BE49-F238E27FC236}">
                <a16:creationId xmlns:a16="http://schemas.microsoft.com/office/drawing/2014/main" id="{10A5FD66-DC16-4B7C-A579-8AC2F40299BD}"/>
              </a:ext>
            </a:extLst>
          </p:cNvPr>
          <p:cNvCxnSpPr/>
          <p:nvPr/>
        </p:nvCxnSpPr>
        <p:spPr>
          <a:xfrm xmlns:a="http://schemas.openxmlformats.org/drawingml/2006/main" flipH="0" flipV="0">
            <a:off x="8332443" y="4266036"/>
            <a:ext cx="61002" cy="19403"/>
          </a:xfrm>
          <a:prstGeom xmlns:a="http://schemas.openxmlformats.org/drawingml/2006/main" prst="straightConnector1">
            <a:avLst/>
          </a:prstGeom>
          <a:ln xmlns:a="http://schemas.openxmlformats.org/drawingml/2006/main" w="6191">
            <a:solidFill>
              <a:srgbClr val="A9B8C2"/>
            </a:solidFill>
            <a:prstDash val="solid"/>
          </a:ln>
        </p:spPr>
      </p:cxnSp>
      <p:cxnSp>
        <p:nvCxnSpPr>
          <p:cNvPr id="797" name="">
            <a:extLst xmlns:a="http://schemas.openxmlformats.org/drawingml/2006/main">
              <a:ext uri="{FF2B5EF4-FFF2-40B4-BE49-F238E27FC236}">
                <a16:creationId xmlns:a16="http://schemas.microsoft.com/office/drawing/2014/main" id="{2EF9B53A-B2F6-4D8C-90A3-24BD31BF7D54}"/>
              </a:ext>
            </a:extLst>
          </p:cNvPr>
          <p:cNvCxnSpPr/>
          <p:nvPr/>
        </p:nvCxnSpPr>
        <p:spPr>
          <a:xfrm xmlns:a="http://schemas.openxmlformats.org/drawingml/2006/main" flipH="1" flipV="0">
            <a:off x="7078251" y="4282482"/>
            <a:ext cx="79486" cy="37263"/>
          </a:xfrm>
          <a:prstGeom xmlns:a="http://schemas.openxmlformats.org/drawingml/2006/main" prst="straightConnector1">
            <a:avLst/>
          </a:prstGeom>
          <a:ln xmlns:a="http://schemas.openxmlformats.org/drawingml/2006/main" w="6191">
            <a:solidFill>
              <a:srgbClr val="A9B8C2"/>
            </a:solidFill>
            <a:prstDash val="solid"/>
          </a:ln>
        </p:spPr>
      </p:cxnSp>
      <p:cxnSp>
        <p:nvCxnSpPr>
          <p:cNvPr id="798" name="">
            <a:extLst xmlns:a="http://schemas.openxmlformats.org/drawingml/2006/main">
              <a:ext uri="{FF2B5EF4-FFF2-40B4-BE49-F238E27FC236}">
                <a16:creationId xmlns:a16="http://schemas.microsoft.com/office/drawing/2014/main" id="{E2853D58-58B9-4137-BDDC-DBA551F834E6}"/>
              </a:ext>
            </a:extLst>
          </p:cNvPr>
          <p:cNvCxnSpPr/>
          <p:nvPr/>
        </p:nvCxnSpPr>
        <p:spPr>
          <a:xfrm xmlns:a="http://schemas.openxmlformats.org/drawingml/2006/main" flipH="0" flipV="0">
            <a:off x="5336597" y="4010742"/>
            <a:ext cx="65644" cy="4359"/>
          </a:xfrm>
          <a:prstGeom xmlns:a="http://schemas.openxmlformats.org/drawingml/2006/main" prst="straightConnector1">
            <a:avLst/>
          </a:prstGeom>
          <a:ln xmlns:a="http://schemas.openxmlformats.org/drawingml/2006/main" w="6191">
            <a:solidFill>
              <a:srgbClr val="A9B8C2"/>
            </a:solidFill>
            <a:prstDash val="solid"/>
          </a:ln>
        </p:spPr>
      </p:cxnSp>
      <p:cxnSp>
        <p:nvCxnSpPr>
          <p:cNvPr id="799" name="">
            <a:extLst xmlns:a="http://schemas.openxmlformats.org/drawingml/2006/main">
              <a:ext uri="{FF2B5EF4-FFF2-40B4-BE49-F238E27FC236}">
                <a16:creationId xmlns:a16="http://schemas.microsoft.com/office/drawing/2014/main" id="{584181B7-B834-4AE3-A8CC-6177BDFF4127}"/>
              </a:ext>
            </a:extLst>
          </p:cNvPr>
          <p:cNvCxnSpPr/>
          <p:nvPr/>
        </p:nvCxnSpPr>
        <p:spPr>
          <a:xfrm xmlns:a="http://schemas.openxmlformats.org/drawingml/2006/main" flipH="0" flipV="1">
            <a:off x="5590477" y="4098216"/>
            <a:ext cx="38147" cy="11592"/>
          </a:xfrm>
          <a:prstGeom xmlns:a="http://schemas.openxmlformats.org/drawingml/2006/main" prst="straightConnector1">
            <a:avLst/>
          </a:prstGeom>
          <a:ln xmlns:a="http://schemas.openxmlformats.org/drawingml/2006/main" w="6191">
            <a:solidFill>
              <a:srgbClr val="A9B8C2"/>
            </a:solidFill>
            <a:prstDash val="solid"/>
          </a:ln>
        </p:spPr>
      </p:cxnSp>
      <p:cxnSp>
        <p:nvCxnSpPr>
          <p:cNvPr id="800" name="">
            <a:extLst xmlns:a="http://schemas.openxmlformats.org/drawingml/2006/main">
              <a:ext uri="{FF2B5EF4-FFF2-40B4-BE49-F238E27FC236}">
                <a16:creationId xmlns:a16="http://schemas.microsoft.com/office/drawing/2014/main" id="{8F736B98-4223-4173-8147-FA76032A93A0}"/>
              </a:ext>
            </a:extLst>
          </p:cNvPr>
          <p:cNvCxnSpPr/>
          <p:nvPr/>
        </p:nvCxnSpPr>
        <p:spPr>
          <a:xfrm xmlns:a="http://schemas.openxmlformats.org/drawingml/2006/main" flipH="0" flipV="1">
            <a:off x="5727101" y="4028378"/>
            <a:ext cx="77967" cy="23503"/>
          </a:xfrm>
          <a:prstGeom xmlns:a="http://schemas.openxmlformats.org/drawingml/2006/main" prst="straightConnector1">
            <a:avLst/>
          </a:prstGeom>
          <a:ln xmlns:a="http://schemas.openxmlformats.org/drawingml/2006/main" w="6191">
            <a:solidFill>
              <a:srgbClr val="A9B8C2"/>
            </a:solidFill>
            <a:prstDash val="solid"/>
          </a:ln>
        </p:spPr>
      </p:cxnSp>
      <p:cxnSp>
        <p:nvCxnSpPr>
          <p:cNvPr id="801" name="">
            <a:extLst xmlns:a="http://schemas.openxmlformats.org/drawingml/2006/main">
              <a:ext uri="{FF2B5EF4-FFF2-40B4-BE49-F238E27FC236}">
                <a16:creationId xmlns:a16="http://schemas.microsoft.com/office/drawing/2014/main" id="{9F951E6A-C438-441E-A724-E2453D29463B}"/>
              </a:ext>
            </a:extLst>
          </p:cNvPr>
          <p:cNvCxnSpPr/>
          <p:nvPr/>
        </p:nvCxnSpPr>
        <p:spPr>
          <a:xfrm xmlns:a="http://schemas.openxmlformats.org/drawingml/2006/main" flipH="0" flipV="1">
            <a:off x="5577742" y="4436248"/>
            <a:ext cx="71652" cy="49739"/>
          </a:xfrm>
          <a:prstGeom xmlns:a="http://schemas.openxmlformats.org/drawingml/2006/main" prst="straightConnector1">
            <a:avLst/>
          </a:prstGeom>
          <a:ln xmlns:a="http://schemas.openxmlformats.org/drawingml/2006/main" w="6191">
            <a:solidFill>
              <a:srgbClr val="A9B8C2"/>
            </a:solidFill>
            <a:prstDash val="solid"/>
          </a:ln>
        </p:spPr>
      </p:cxnSp>
      <p:cxnSp>
        <p:nvCxnSpPr>
          <p:cNvPr id="802" name="">
            <a:extLst xmlns:a="http://schemas.openxmlformats.org/drawingml/2006/main">
              <a:ext uri="{FF2B5EF4-FFF2-40B4-BE49-F238E27FC236}">
                <a16:creationId xmlns:a16="http://schemas.microsoft.com/office/drawing/2014/main" id="{EBA5BA35-B1F0-4613-8C96-D55C6407515B}"/>
              </a:ext>
            </a:extLst>
          </p:cNvPr>
          <p:cNvCxnSpPr/>
          <p:nvPr/>
        </p:nvCxnSpPr>
        <p:spPr>
          <a:xfrm xmlns:a="http://schemas.openxmlformats.org/drawingml/2006/main" flipH="0" flipV="1">
            <a:off x="5838373" y="4273211"/>
            <a:ext cx="35484" cy="26814"/>
          </a:xfrm>
          <a:prstGeom xmlns:a="http://schemas.openxmlformats.org/drawingml/2006/main" prst="straightConnector1">
            <a:avLst/>
          </a:prstGeom>
          <a:ln xmlns:a="http://schemas.openxmlformats.org/drawingml/2006/main" w="6191">
            <a:solidFill>
              <a:srgbClr val="A9B8C2"/>
            </a:solidFill>
            <a:prstDash val="solid"/>
          </a:ln>
        </p:spPr>
      </p:cxnSp>
      <p:cxnSp>
        <p:nvCxnSpPr>
          <p:cNvPr id="803" name="">
            <a:extLst xmlns:a="http://schemas.openxmlformats.org/drawingml/2006/main">
              <a:ext uri="{FF2B5EF4-FFF2-40B4-BE49-F238E27FC236}">
                <a16:creationId xmlns:a16="http://schemas.microsoft.com/office/drawing/2014/main" id="{880A2C09-6FB4-4816-ACA1-71650C7E463D}"/>
              </a:ext>
            </a:extLst>
          </p:cNvPr>
          <p:cNvCxnSpPr/>
          <p:nvPr/>
        </p:nvCxnSpPr>
        <p:spPr>
          <a:xfrm xmlns:a="http://schemas.openxmlformats.org/drawingml/2006/main" flipH="0" flipV="1">
            <a:off x="6094209" y="4030605"/>
            <a:ext cx="60625" cy="5714"/>
          </a:xfrm>
          <a:prstGeom xmlns:a="http://schemas.openxmlformats.org/drawingml/2006/main" prst="straightConnector1">
            <a:avLst/>
          </a:prstGeom>
          <a:ln xmlns:a="http://schemas.openxmlformats.org/drawingml/2006/main" w="6191">
            <a:solidFill>
              <a:srgbClr val="A9B8C2"/>
            </a:solidFill>
            <a:prstDash val="solid"/>
          </a:ln>
        </p:spPr>
      </p:cxnSp>
      <p:cxnSp>
        <p:nvCxnSpPr>
          <p:cNvPr id="804" name="">
            <a:extLst xmlns:a="http://schemas.openxmlformats.org/drawingml/2006/main">
              <a:ext uri="{FF2B5EF4-FFF2-40B4-BE49-F238E27FC236}">
                <a16:creationId xmlns:a16="http://schemas.microsoft.com/office/drawing/2014/main" id="{D2FB3148-D1C4-44E0-8DC5-74005529275E}"/>
              </a:ext>
            </a:extLst>
          </p:cNvPr>
          <p:cNvCxnSpPr/>
          <p:nvPr/>
        </p:nvCxnSpPr>
        <p:spPr>
          <a:xfrm xmlns:a="http://schemas.openxmlformats.org/drawingml/2006/main" flipH="0" flipV="1">
            <a:off x="6013615" y="4155683"/>
            <a:ext cx="68012" cy="34118"/>
          </a:xfrm>
          <a:prstGeom xmlns:a="http://schemas.openxmlformats.org/drawingml/2006/main" prst="straightConnector1">
            <a:avLst/>
          </a:prstGeom>
          <a:ln xmlns:a="http://schemas.openxmlformats.org/drawingml/2006/main" w="6191">
            <a:solidFill>
              <a:srgbClr val="A9B8C2"/>
            </a:solidFill>
            <a:prstDash val="solid"/>
          </a:ln>
        </p:spPr>
      </p:cxnSp>
      <p:cxnSp>
        <p:nvCxnSpPr>
          <p:cNvPr id="805" name="">
            <a:extLst xmlns:a="http://schemas.openxmlformats.org/drawingml/2006/main">
              <a:ext uri="{FF2B5EF4-FFF2-40B4-BE49-F238E27FC236}">
                <a16:creationId xmlns:a16="http://schemas.microsoft.com/office/drawing/2014/main" id="{CD87306C-578E-4052-B315-860BFBA823A9}"/>
              </a:ext>
            </a:extLst>
          </p:cNvPr>
          <p:cNvCxnSpPr/>
          <p:nvPr/>
        </p:nvCxnSpPr>
        <p:spPr>
          <a:xfrm xmlns:a="http://schemas.openxmlformats.org/drawingml/2006/main" flipH="0" flipV="1">
            <a:off x="6193723" y="4075632"/>
            <a:ext cx="58257" cy="27084"/>
          </a:xfrm>
          <a:prstGeom xmlns:a="http://schemas.openxmlformats.org/drawingml/2006/main" prst="straightConnector1">
            <a:avLst/>
          </a:prstGeom>
          <a:ln xmlns:a="http://schemas.openxmlformats.org/drawingml/2006/main" w="6191">
            <a:solidFill>
              <a:srgbClr val="A9B8C2"/>
            </a:solidFill>
            <a:prstDash val="solid"/>
          </a:ln>
        </p:spPr>
      </p:cxnSp>
      <p:cxnSp>
        <p:nvCxnSpPr>
          <p:cNvPr id="806" name="">
            <a:extLst xmlns:a="http://schemas.openxmlformats.org/drawingml/2006/main">
              <a:ext uri="{FF2B5EF4-FFF2-40B4-BE49-F238E27FC236}">
                <a16:creationId xmlns:a16="http://schemas.microsoft.com/office/drawing/2014/main" id="{98DF176A-4EA7-4049-954A-777E61CD8DFD}"/>
              </a:ext>
            </a:extLst>
          </p:cNvPr>
          <p:cNvCxnSpPr/>
          <p:nvPr/>
        </p:nvCxnSpPr>
        <p:spPr>
          <a:xfrm xmlns:a="http://schemas.openxmlformats.org/drawingml/2006/main" flipH="0" flipV="1">
            <a:off x="6054413" y="4446945"/>
            <a:ext cx="36568" cy="11086"/>
          </a:xfrm>
          <a:prstGeom xmlns:a="http://schemas.openxmlformats.org/drawingml/2006/main" prst="straightConnector1">
            <a:avLst/>
          </a:prstGeom>
          <a:ln xmlns:a="http://schemas.openxmlformats.org/drawingml/2006/main" w="6191">
            <a:solidFill>
              <a:srgbClr val="A9B8C2"/>
            </a:solidFill>
            <a:prstDash val="solid"/>
          </a:ln>
        </p:spPr>
      </p:cxnSp>
      <p:cxnSp>
        <p:nvCxnSpPr>
          <p:cNvPr id="807" name="">
            <a:extLst xmlns:a="http://schemas.openxmlformats.org/drawingml/2006/main">
              <a:ext uri="{FF2B5EF4-FFF2-40B4-BE49-F238E27FC236}">
                <a16:creationId xmlns:a16="http://schemas.microsoft.com/office/drawing/2014/main" id="{1C1084C5-0111-4EC1-BCAB-653DBC086527}"/>
              </a:ext>
            </a:extLst>
          </p:cNvPr>
          <p:cNvCxnSpPr/>
          <p:nvPr/>
        </p:nvCxnSpPr>
        <p:spPr>
          <a:xfrm xmlns:a="http://schemas.openxmlformats.org/drawingml/2006/main" flipH="0" flipV="1">
            <a:off x="6314772" y="3994673"/>
            <a:ext cx="24552" cy="32798"/>
          </a:xfrm>
          <a:prstGeom xmlns:a="http://schemas.openxmlformats.org/drawingml/2006/main" prst="straightConnector1">
            <a:avLst/>
          </a:prstGeom>
          <a:ln xmlns:a="http://schemas.openxmlformats.org/drawingml/2006/main" w="6191">
            <a:solidFill>
              <a:srgbClr val="A9B8C2"/>
            </a:solidFill>
            <a:prstDash val="solid"/>
          </a:ln>
        </p:spPr>
      </p:cxnSp>
      <p:cxnSp>
        <p:nvCxnSpPr>
          <p:cNvPr id="808" name="">
            <a:extLst xmlns:a="http://schemas.openxmlformats.org/drawingml/2006/main">
              <a:ext uri="{FF2B5EF4-FFF2-40B4-BE49-F238E27FC236}">
                <a16:creationId xmlns:a16="http://schemas.microsoft.com/office/drawing/2014/main" id="{25739224-0B77-44B2-AF4F-82F202A24635}"/>
              </a:ext>
            </a:extLst>
          </p:cNvPr>
          <p:cNvCxnSpPr/>
          <p:nvPr/>
        </p:nvCxnSpPr>
        <p:spPr>
          <a:xfrm xmlns:a="http://schemas.openxmlformats.org/drawingml/2006/main" flipH="0" flipV="1">
            <a:off x="6128762" y="4433620"/>
            <a:ext cx="44874" cy="10037"/>
          </a:xfrm>
          <a:prstGeom xmlns:a="http://schemas.openxmlformats.org/drawingml/2006/main" prst="straightConnector1">
            <a:avLst/>
          </a:prstGeom>
          <a:ln xmlns:a="http://schemas.openxmlformats.org/drawingml/2006/main" w="6191">
            <a:solidFill>
              <a:srgbClr val="A9B8C2"/>
            </a:solidFill>
            <a:prstDash val="solid"/>
          </a:ln>
        </p:spPr>
      </p:cxnSp>
      <p:cxnSp>
        <p:nvCxnSpPr>
          <p:cNvPr id="809" name="">
            <a:extLst xmlns:a="http://schemas.openxmlformats.org/drawingml/2006/main">
              <a:ext uri="{FF2B5EF4-FFF2-40B4-BE49-F238E27FC236}">
                <a16:creationId xmlns:a16="http://schemas.microsoft.com/office/drawing/2014/main" id="{B73567D0-26E1-44FA-8F87-5C5AA5D0FA0B}"/>
              </a:ext>
            </a:extLst>
          </p:cNvPr>
          <p:cNvCxnSpPr/>
          <p:nvPr/>
        </p:nvCxnSpPr>
        <p:spPr>
          <a:xfrm xmlns:a="http://schemas.openxmlformats.org/drawingml/2006/main" flipH="0" flipV="0">
            <a:off x="6989293" y="4071767"/>
            <a:ext cx="3935" cy="32091"/>
          </a:xfrm>
          <a:prstGeom xmlns:a="http://schemas.openxmlformats.org/drawingml/2006/main" prst="straightConnector1">
            <a:avLst/>
          </a:prstGeom>
          <a:ln xmlns:a="http://schemas.openxmlformats.org/drawingml/2006/main" w="6191">
            <a:solidFill>
              <a:srgbClr val="A9B8C2"/>
            </a:solidFill>
            <a:prstDash val="solid"/>
          </a:ln>
        </p:spPr>
      </p:cxnSp>
      <p:cxnSp>
        <p:nvCxnSpPr>
          <p:cNvPr id="810" name="">
            <a:extLst xmlns:a="http://schemas.openxmlformats.org/drawingml/2006/main">
              <a:ext uri="{FF2B5EF4-FFF2-40B4-BE49-F238E27FC236}">
                <a16:creationId xmlns:a16="http://schemas.microsoft.com/office/drawing/2014/main" id="{EDB49DBA-F365-4D3F-B95D-C7D91CD202F9}"/>
              </a:ext>
            </a:extLst>
          </p:cNvPr>
          <p:cNvCxnSpPr/>
          <p:nvPr/>
        </p:nvCxnSpPr>
        <p:spPr>
          <a:xfrm xmlns:a="http://schemas.openxmlformats.org/drawingml/2006/main" flipH="0" flipV="1">
            <a:off x="7004337" y="3692950"/>
            <a:ext cx="5690" cy="81501"/>
          </a:xfrm>
          <a:prstGeom xmlns:a="http://schemas.openxmlformats.org/drawingml/2006/main" prst="straightConnector1">
            <a:avLst/>
          </a:prstGeom>
          <a:ln xmlns:a="http://schemas.openxmlformats.org/drawingml/2006/main" w="6191">
            <a:solidFill>
              <a:srgbClr val="A9B8C2"/>
            </a:solidFill>
            <a:prstDash val="solid"/>
          </a:ln>
        </p:spPr>
      </p:cxnSp>
      <p:cxnSp>
        <p:nvCxnSpPr>
          <p:cNvPr id="811" name="">
            <a:extLst xmlns:a="http://schemas.openxmlformats.org/drawingml/2006/main">
              <a:ext uri="{FF2B5EF4-FFF2-40B4-BE49-F238E27FC236}">
                <a16:creationId xmlns:a16="http://schemas.microsoft.com/office/drawing/2014/main" id="{762F9196-7913-4128-9900-165FF1086FF9}"/>
              </a:ext>
            </a:extLst>
          </p:cNvPr>
          <p:cNvCxnSpPr/>
          <p:nvPr/>
        </p:nvCxnSpPr>
        <p:spPr>
          <a:xfrm xmlns:a="http://schemas.openxmlformats.org/drawingml/2006/main" flipH="1" flipV="0">
            <a:off x="7295716" y="3965079"/>
            <a:ext cx="4701" cy="65255"/>
          </a:xfrm>
          <a:prstGeom xmlns:a="http://schemas.openxmlformats.org/drawingml/2006/main" prst="straightConnector1">
            <a:avLst/>
          </a:prstGeom>
          <a:ln xmlns:a="http://schemas.openxmlformats.org/drawingml/2006/main" w="6191">
            <a:solidFill>
              <a:srgbClr val="A9B8C2"/>
            </a:solidFill>
            <a:prstDash val="solid"/>
          </a:ln>
        </p:spPr>
      </p:cxnSp>
      <p:cxnSp>
        <p:nvCxnSpPr>
          <p:cNvPr id="812" name="">
            <a:extLst xmlns:a="http://schemas.openxmlformats.org/drawingml/2006/main">
              <a:ext uri="{FF2B5EF4-FFF2-40B4-BE49-F238E27FC236}">
                <a16:creationId xmlns:a16="http://schemas.microsoft.com/office/drawing/2014/main" id="{CDD5F15A-2EEE-42C6-841D-5023809D81FA}"/>
              </a:ext>
            </a:extLst>
          </p:cNvPr>
          <p:cNvCxnSpPr/>
          <p:nvPr/>
        </p:nvCxnSpPr>
        <p:spPr>
          <a:xfrm xmlns:a="http://schemas.openxmlformats.org/drawingml/2006/main" flipH="0" flipV="1">
            <a:off x="7481679" y="3716158"/>
            <a:ext cx="66574" cy="71"/>
          </a:xfrm>
          <a:prstGeom xmlns:a="http://schemas.openxmlformats.org/drawingml/2006/main" prst="straightConnector1">
            <a:avLst/>
          </a:prstGeom>
          <a:ln xmlns:a="http://schemas.openxmlformats.org/drawingml/2006/main" w="6191">
            <a:solidFill>
              <a:srgbClr val="A9B8C2"/>
            </a:solidFill>
            <a:prstDash val="solid"/>
          </a:ln>
        </p:spPr>
      </p:cxnSp>
      <p:cxnSp>
        <p:nvCxnSpPr>
          <p:cNvPr id="813" name="">
            <a:extLst xmlns:a="http://schemas.openxmlformats.org/drawingml/2006/main">
              <a:ext uri="{FF2B5EF4-FFF2-40B4-BE49-F238E27FC236}">
                <a16:creationId xmlns:a16="http://schemas.microsoft.com/office/drawing/2014/main" id="{B4586813-4B04-44CE-BFB9-81C92DBCE6B8}"/>
              </a:ext>
            </a:extLst>
          </p:cNvPr>
          <p:cNvCxnSpPr/>
          <p:nvPr/>
        </p:nvCxnSpPr>
        <p:spPr>
          <a:xfrm xmlns:a="http://schemas.openxmlformats.org/drawingml/2006/main" flipH="0" flipV="0">
            <a:off x="7370773" y="4036566"/>
            <a:ext cx="35178" cy="6138"/>
          </a:xfrm>
          <a:prstGeom xmlns:a="http://schemas.openxmlformats.org/drawingml/2006/main" prst="straightConnector1">
            <a:avLst/>
          </a:prstGeom>
          <a:ln xmlns:a="http://schemas.openxmlformats.org/drawingml/2006/main" w="6191">
            <a:solidFill>
              <a:srgbClr val="A9B8C2"/>
            </a:solidFill>
            <a:prstDash val="solid"/>
          </a:ln>
        </p:spPr>
      </p:cxnSp>
      <p:cxnSp>
        <p:nvCxnSpPr>
          <p:cNvPr id="814" name="">
            <a:extLst xmlns:a="http://schemas.openxmlformats.org/drawingml/2006/main">
              <a:ext uri="{FF2B5EF4-FFF2-40B4-BE49-F238E27FC236}">
                <a16:creationId xmlns:a16="http://schemas.microsoft.com/office/drawing/2014/main" id="{65CDA4A8-FD43-4DF2-9075-380F6AA27B73}"/>
              </a:ext>
            </a:extLst>
          </p:cNvPr>
          <p:cNvCxnSpPr/>
          <p:nvPr/>
        </p:nvCxnSpPr>
        <p:spPr>
          <a:xfrm xmlns:a="http://schemas.openxmlformats.org/drawingml/2006/main" flipH="1" flipV="0">
            <a:off x="7338611" y="4244324"/>
            <a:ext cx="5419" cy="60012"/>
          </a:xfrm>
          <a:prstGeom xmlns:a="http://schemas.openxmlformats.org/drawingml/2006/main" prst="straightConnector1">
            <a:avLst/>
          </a:prstGeom>
          <a:ln xmlns:a="http://schemas.openxmlformats.org/drawingml/2006/main" w="6191">
            <a:solidFill>
              <a:srgbClr val="A9B8C2"/>
            </a:solidFill>
            <a:prstDash val="solid"/>
          </a:ln>
        </p:spPr>
      </p:cxnSp>
      <p:cxnSp>
        <p:nvCxnSpPr>
          <p:cNvPr id="815" name="">
            <a:extLst xmlns:a="http://schemas.openxmlformats.org/drawingml/2006/main">
              <a:ext uri="{FF2B5EF4-FFF2-40B4-BE49-F238E27FC236}">
                <a16:creationId xmlns:a16="http://schemas.microsoft.com/office/drawing/2014/main" id="{FEBFFA9E-9DB7-49D0-9AA1-9C1DEEF0393C}"/>
              </a:ext>
            </a:extLst>
          </p:cNvPr>
          <p:cNvCxnSpPr/>
          <p:nvPr/>
        </p:nvCxnSpPr>
        <p:spPr>
          <a:xfrm xmlns:a="http://schemas.openxmlformats.org/drawingml/2006/main" flipH="1" flipV="0">
            <a:off x="7623157" y="3900755"/>
            <a:ext cx="2238" cy="71758"/>
          </a:xfrm>
          <a:prstGeom xmlns:a="http://schemas.openxmlformats.org/drawingml/2006/main" prst="straightConnector1">
            <a:avLst/>
          </a:prstGeom>
          <a:ln xmlns:a="http://schemas.openxmlformats.org/drawingml/2006/main" w="6191">
            <a:solidFill>
              <a:srgbClr val="A9B8C2"/>
            </a:solidFill>
            <a:prstDash val="solid"/>
          </a:ln>
        </p:spPr>
      </p:cxnSp>
      <p:cxnSp>
        <p:nvCxnSpPr>
          <p:cNvPr id="816" name="">
            <a:extLst xmlns:a="http://schemas.openxmlformats.org/drawingml/2006/main">
              <a:ext uri="{FF2B5EF4-FFF2-40B4-BE49-F238E27FC236}">
                <a16:creationId xmlns:a16="http://schemas.microsoft.com/office/drawing/2014/main" id="{15BD3457-4145-41F2-9E79-06AF99E782E6}"/>
              </a:ext>
            </a:extLst>
          </p:cNvPr>
          <p:cNvCxnSpPr/>
          <p:nvPr/>
        </p:nvCxnSpPr>
        <p:spPr>
          <a:xfrm xmlns:a="http://schemas.openxmlformats.org/drawingml/2006/main" flipH="0" flipV="0">
            <a:off x="7521358" y="4082853"/>
            <a:ext cx="24069" cy="17165"/>
          </a:xfrm>
          <a:prstGeom xmlns:a="http://schemas.openxmlformats.org/drawingml/2006/main" prst="straightConnector1">
            <a:avLst/>
          </a:prstGeom>
          <a:ln xmlns:a="http://schemas.openxmlformats.org/drawingml/2006/main" w="6191">
            <a:solidFill>
              <a:srgbClr val="A9B8C2"/>
            </a:solidFill>
            <a:prstDash val="solid"/>
          </a:ln>
        </p:spPr>
      </p:cxnSp>
      <p:cxnSp>
        <p:nvCxnSpPr>
          <p:cNvPr id="817" name="">
            <a:extLst xmlns:a="http://schemas.openxmlformats.org/drawingml/2006/main">
              <a:ext uri="{FF2B5EF4-FFF2-40B4-BE49-F238E27FC236}">
                <a16:creationId xmlns:a16="http://schemas.microsoft.com/office/drawing/2014/main" id="{789270F6-0352-4D4F-8706-4F48C61A1707}"/>
              </a:ext>
            </a:extLst>
          </p:cNvPr>
          <p:cNvCxnSpPr/>
          <p:nvPr/>
        </p:nvCxnSpPr>
        <p:spPr>
          <a:xfrm xmlns:a="http://schemas.openxmlformats.org/drawingml/2006/main" flipH="1" flipV="0">
            <a:off x="7658488" y="4059374"/>
            <a:ext cx="1861" cy="79427"/>
          </a:xfrm>
          <a:prstGeom xmlns:a="http://schemas.openxmlformats.org/drawingml/2006/main" prst="straightConnector1">
            <a:avLst/>
          </a:prstGeom>
          <a:ln xmlns:a="http://schemas.openxmlformats.org/drawingml/2006/main" w="6191">
            <a:solidFill>
              <a:srgbClr val="A9B8C2"/>
            </a:solidFill>
            <a:prstDash val="solid"/>
          </a:ln>
        </p:spPr>
      </p:cxnSp>
      <p:cxnSp>
        <p:nvCxnSpPr>
          <p:cNvPr id="818" name="">
            <a:extLst xmlns:a="http://schemas.openxmlformats.org/drawingml/2006/main">
              <a:ext uri="{FF2B5EF4-FFF2-40B4-BE49-F238E27FC236}">
                <a16:creationId xmlns:a16="http://schemas.microsoft.com/office/drawing/2014/main" id="{5CD31219-3DC8-486D-B344-6BCC84E5ACDC}"/>
              </a:ext>
            </a:extLst>
          </p:cNvPr>
          <p:cNvCxnSpPr/>
          <p:nvPr/>
        </p:nvCxnSpPr>
        <p:spPr>
          <a:xfrm xmlns:a="http://schemas.openxmlformats.org/drawingml/2006/main" flipH="0" flipV="0">
            <a:off x="8219558" y="3662649"/>
            <a:ext cx="17318" cy="47124"/>
          </a:xfrm>
          <a:prstGeom xmlns:a="http://schemas.openxmlformats.org/drawingml/2006/main" prst="straightConnector1">
            <a:avLst/>
          </a:prstGeom>
          <a:ln xmlns:a="http://schemas.openxmlformats.org/drawingml/2006/main" w="6191">
            <a:solidFill>
              <a:srgbClr val="A9B8C2"/>
            </a:solidFill>
            <a:prstDash val="solid"/>
          </a:ln>
        </p:spPr>
      </p:cxnSp>
      <p:cxnSp>
        <p:nvCxnSpPr>
          <p:cNvPr id="819" name="">
            <a:extLst xmlns:a="http://schemas.openxmlformats.org/drawingml/2006/main">
              <a:ext uri="{FF2B5EF4-FFF2-40B4-BE49-F238E27FC236}">
                <a16:creationId xmlns:a16="http://schemas.microsoft.com/office/drawing/2014/main" id="{9CE8DC93-A802-415B-A86F-D6E983143A16}"/>
              </a:ext>
            </a:extLst>
          </p:cNvPr>
          <p:cNvCxnSpPr/>
          <p:nvPr/>
        </p:nvCxnSpPr>
        <p:spPr>
          <a:xfrm xmlns:a="http://schemas.openxmlformats.org/drawingml/2006/main" flipH="1" flipV="0">
            <a:off x="7991148" y="4126749"/>
            <a:ext cx="1437" cy="32351"/>
          </a:xfrm>
          <a:prstGeom xmlns:a="http://schemas.openxmlformats.org/drawingml/2006/main" prst="straightConnector1">
            <a:avLst/>
          </a:prstGeom>
          <a:ln xmlns:a="http://schemas.openxmlformats.org/drawingml/2006/main" w="6191">
            <a:solidFill>
              <a:srgbClr val="A9B8C2"/>
            </a:solidFill>
            <a:prstDash val="solid"/>
          </a:ln>
        </p:spPr>
      </p:cxnSp>
      <p:cxnSp>
        <p:nvCxnSpPr>
          <p:cNvPr id="820" name="">
            <a:extLst xmlns:a="http://schemas.openxmlformats.org/drawingml/2006/main">
              <a:ext uri="{FF2B5EF4-FFF2-40B4-BE49-F238E27FC236}">
                <a16:creationId xmlns:a16="http://schemas.microsoft.com/office/drawing/2014/main" id="{FD0C2AC8-8BEC-4207-850A-E5D986CCB066}"/>
              </a:ext>
            </a:extLst>
          </p:cNvPr>
          <p:cNvCxnSpPr/>
          <p:nvPr/>
        </p:nvCxnSpPr>
        <p:spPr>
          <a:xfrm xmlns:a="http://schemas.openxmlformats.org/drawingml/2006/main" flipH="1" flipV="0">
            <a:off x="7988238" y="4182143"/>
            <a:ext cx="1873" cy="48785"/>
          </a:xfrm>
          <a:prstGeom xmlns:a="http://schemas.openxmlformats.org/drawingml/2006/main" prst="straightConnector1">
            <a:avLst/>
          </a:prstGeom>
          <a:ln xmlns:a="http://schemas.openxmlformats.org/drawingml/2006/main" w="6191">
            <a:solidFill>
              <a:srgbClr val="A9B8C2"/>
            </a:solidFill>
            <a:prstDash val="solid"/>
          </a:ln>
        </p:spPr>
      </p:cxnSp>
      <p:cxnSp>
        <p:nvCxnSpPr>
          <p:cNvPr id="821" name="">
            <a:extLst xmlns:a="http://schemas.openxmlformats.org/drawingml/2006/main">
              <a:ext uri="{FF2B5EF4-FFF2-40B4-BE49-F238E27FC236}">
                <a16:creationId xmlns:a16="http://schemas.microsoft.com/office/drawing/2014/main" id="{9116C119-364E-448A-8516-18378FF114A2}"/>
              </a:ext>
            </a:extLst>
          </p:cNvPr>
          <p:cNvCxnSpPr/>
          <p:nvPr/>
        </p:nvCxnSpPr>
        <p:spPr>
          <a:xfrm xmlns:a="http://schemas.openxmlformats.org/drawingml/2006/main" flipH="1" flipV="0">
            <a:off x="8080990" y="4188329"/>
            <a:ext cx="2698" cy="64631"/>
          </a:xfrm>
          <a:prstGeom xmlns:a="http://schemas.openxmlformats.org/drawingml/2006/main" prst="straightConnector1">
            <a:avLst/>
          </a:prstGeom>
          <a:ln xmlns:a="http://schemas.openxmlformats.org/drawingml/2006/main" w="6191">
            <a:solidFill>
              <a:srgbClr val="A9B8C2"/>
            </a:solidFill>
            <a:prstDash val="solid"/>
          </a:ln>
        </p:spPr>
      </p:cxnSp>
      <p:cxnSp>
        <p:nvCxnSpPr>
          <p:cNvPr id="822" name="">
            <a:extLst xmlns:a="http://schemas.openxmlformats.org/drawingml/2006/main">
              <a:ext uri="{FF2B5EF4-FFF2-40B4-BE49-F238E27FC236}">
                <a16:creationId xmlns:a16="http://schemas.microsoft.com/office/drawing/2014/main" id="{18C814B4-9DAC-49B6-B42F-93C8884A0946}"/>
              </a:ext>
            </a:extLst>
          </p:cNvPr>
          <p:cNvCxnSpPr/>
          <p:nvPr/>
        </p:nvCxnSpPr>
        <p:spPr>
          <a:xfrm xmlns:a="http://schemas.openxmlformats.org/drawingml/2006/main" flipH="0" flipV="0">
            <a:off x="8324845" y="3861595"/>
            <a:ext cx="1732" cy="81901"/>
          </a:xfrm>
          <a:prstGeom xmlns:a="http://schemas.openxmlformats.org/drawingml/2006/main" prst="straightConnector1">
            <a:avLst/>
          </a:prstGeom>
          <a:ln xmlns:a="http://schemas.openxmlformats.org/drawingml/2006/main" w="6191">
            <a:solidFill>
              <a:srgbClr val="A9B8C2"/>
            </a:solidFill>
            <a:prstDash val="solid"/>
          </a:ln>
        </p:spPr>
      </p:cxnSp>
      <p:cxnSp>
        <p:nvCxnSpPr>
          <p:cNvPr id="823" name="">
            <a:extLst xmlns:a="http://schemas.openxmlformats.org/drawingml/2006/main">
              <a:ext uri="{FF2B5EF4-FFF2-40B4-BE49-F238E27FC236}">
                <a16:creationId xmlns:a16="http://schemas.microsoft.com/office/drawing/2014/main" id="{586A638F-740F-4147-AD62-A22DD6DDD826}"/>
              </a:ext>
            </a:extLst>
          </p:cNvPr>
          <p:cNvCxnSpPr/>
          <p:nvPr/>
        </p:nvCxnSpPr>
        <p:spPr>
          <a:xfrm xmlns:a="http://schemas.openxmlformats.org/drawingml/2006/main" flipH="0" flipV="0">
            <a:off x="8331407" y="4007208"/>
            <a:ext cx="5949" cy="77507"/>
          </a:xfrm>
          <a:prstGeom xmlns:a="http://schemas.openxmlformats.org/drawingml/2006/main" prst="straightConnector1">
            <a:avLst/>
          </a:prstGeom>
          <a:ln xmlns:a="http://schemas.openxmlformats.org/drawingml/2006/main" w="6191">
            <a:solidFill>
              <a:srgbClr val="A9B8C2"/>
            </a:solidFill>
            <a:prstDash val="solid"/>
          </a:ln>
        </p:spPr>
      </p:cxnSp>
      <p:cxnSp>
        <p:nvCxnSpPr>
          <p:cNvPr id="824" name="">
            <a:extLst xmlns:a="http://schemas.openxmlformats.org/drawingml/2006/main">
              <a:ext uri="{FF2B5EF4-FFF2-40B4-BE49-F238E27FC236}">
                <a16:creationId xmlns:a16="http://schemas.microsoft.com/office/drawing/2014/main" id="{290951BA-A274-4925-95C4-F7B851A32907}"/>
              </a:ext>
            </a:extLst>
          </p:cNvPr>
          <p:cNvCxnSpPr/>
          <p:nvPr/>
        </p:nvCxnSpPr>
        <p:spPr>
          <a:xfrm xmlns:a="http://schemas.openxmlformats.org/drawingml/2006/main" flipH="1" flipV="0">
            <a:off x="8336001" y="4084715"/>
            <a:ext cx="1355" cy="56148"/>
          </a:xfrm>
          <a:prstGeom xmlns:a="http://schemas.openxmlformats.org/drawingml/2006/main" prst="straightConnector1">
            <a:avLst/>
          </a:prstGeom>
          <a:ln xmlns:a="http://schemas.openxmlformats.org/drawingml/2006/main" w="6191">
            <a:solidFill>
              <a:srgbClr val="A9B8C2"/>
            </a:solidFill>
            <a:prstDash val="solid"/>
          </a:ln>
        </p:spPr>
      </p:cxnSp>
      <p:cxnSp>
        <p:nvCxnSpPr>
          <p:cNvPr id="825" name="">
            <a:extLst xmlns:a="http://schemas.openxmlformats.org/drawingml/2006/main">
              <a:ext uri="{FF2B5EF4-FFF2-40B4-BE49-F238E27FC236}">
                <a16:creationId xmlns:a16="http://schemas.microsoft.com/office/drawing/2014/main" id="{C2345E9B-7AA8-4E55-B5C5-DAD492DC4D26}"/>
              </a:ext>
            </a:extLst>
          </p:cNvPr>
          <p:cNvCxnSpPr/>
          <p:nvPr/>
        </p:nvCxnSpPr>
        <p:spPr>
          <a:xfrm xmlns:a="http://schemas.openxmlformats.org/drawingml/2006/main" flipH="0" flipV="0">
            <a:off x="5439139" y="4114344"/>
            <a:ext cx="22902" cy="2015"/>
          </a:xfrm>
          <a:prstGeom xmlns:a="http://schemas.openxmlformats.org/drawingml/2006/main" prst="straightConnector1">
            <a:avLst/>
          </a:prstGeom>
          <a:ln xmlns:a="http://schemas.openxmlformats.org/drawingml/2006/main" w="6191">
            <a:solidFill>
              <a:srgbClr val="A9B8C2"/>
            </a:solidFill>
            <a:prstDash val="solid"/>
          </a:ln>
        </p:spPr>
      </p:cxnSp>
      <p:cxnSp>
        <p:nvCxnSpPr>
          <p:cNvPr id="826" name="">
            <a:extLst xmlns:a="http://schemas.openxmlformats.org/drawingml/2006/main">
              <a:ext uri="{FF2B5EF4-FFF2-40B4-BE49-F238E27FC236}">
                <a16:creationId xmlns:a16="http://schemas.microsoft.com/office/drawing/2014/main" id="{98B08AF6-E78A-44E6-9CF4-3A1A896002DA}"/>
              </a:ext>
            </a:extLst>
          </p:cNvPr>
          <p:cNvCxnSpPr/>
          <p:nvPr/>
        </p:nvCxnSpPr>
        <p:spPr>
          <a:xfrm xmlns:a="http://schemas.openxmlformats.org/drawingml/2006/main" flipH="0" flipV="1">
            <a:off x="5675418" y="4280150"/>
            <a:ext cx="26896" cy="32586"/>
          </a:xfrm>
          <a:prstGeom xmlns:a="http://schemas.openxmlformats.org/drawingml/2006/main" prst="straightConnector1">
            <a:avLst/>
          </a:prstGeom>
          <a:ln xmlns:a="http://schemas.openxmlformats.org/drawingml/2006/main" w="6191">
            <a:solidFill>
              <a:srgbClr val="A9B8C2"/>
            </a:solidFill>
            <a:prstDash val="solid"/>
          </a:ln>
        </p:spPr>
      </p:cxnSp>
      <p:cxnSp>
        <p:nvCxnSpPr>
          <p:cNvPr id="827" name="">
            <a:extLst xmlns:a="http://schemas.openxmlformats.org/drawingml/2006/main">
              <a:ext uri="{FF2B5EF4-FFF2-40B4-BE49-F238E27FC236}">
                <a16:creationId xmlns:a16="http://schemas.microsoft.com/office/drawing/2014/main" id="{AE531074-7122-4954-962E-824E5FDA1A22}"/>
              </a:ext>
            </a:extLst>
          </p:cNvPr>
          <p:cNvCxnSpPr/>
          <p:nvPr/>
        </p:nvCxnSpPr>
        <p:spPr>
          <a:xfrm xmlns:a="http://schemas.openxmlformats.org/drawingml/2006/main" flipH="0" flipV="1">
            <a:off x="5702314" y="4252099"/>
            <a:ext cx="39207" cy="28051"/>
          </a:xfrm>
          <a:prstGeom xmlns:a="http://schemas.openxmlformats.org/drawingml/2006/main" prst="straightConnector1">
            <a:avLst/>
          </a:prstGeom>
          <a:ln xmlns:a="http://schemas.openxmlformats.org/drawingml/2006/main" w="6191">
            <a:solidFill>
              <a:srgbClr val="A9B8C2"/>
            </a:solidFill>
            <a:prstDash val="solid"/>
          </a:ln>
        </p:spPr>
      </p:cxnSp>
      <p:cxnSp>
        <p:nvCxnSpPr>
          <p:cNvPr id="828" name="">
            <a:extLst xmlns:a="http://schemas.openxmlformats.org/drawingml/2006/main">
              <a:ext uri="{FF2B5EF4-FFF2-40B4-BE49-F238E27FC236}">
                <a16:creationId xmlns:a16="http://schemas.microsoft.com/office/drawing/2014/main" id="{029B41D2-37B4-464F-8AB5-C4A4B47FA005}"/>
              </a:ext>
            </a:extLst>
          </p:cNvPr>
          <p:cNvCxnSpPr/>
          <p:nvPr/>
        </p:nvCxnSpPr>
        <p:spPr>
          <a:xfrm xmlns:a="http://schemas.openxmlformats.org/drawingml/2006/main" flipH="0" flipV="1">
            <a:off x="5781671" y="4200404"/>
            <a:ext cx="36981" cy="24528"/>
          </a:xfrm>
          <a:prstGeom xmlns:a="http://schemas.openxmlformats.org/drawingml/2006/main" prst="straightConnector1">
            <a:avLst/>
          </a:prstGeom>
          <a:ln xmlns:a="http://schemas.openxmlformats.org/drawingml/2006/main" w="6191">
            <a:solidFill>
              <a:srgbClr val="A9B8C2"/>
            </a:solidFill>
            <a:prstDash val="solid"/>
          </a:ln>
        </p:spPr>
      </p:cxnSp>
      <p:cxnSp>
        <p:nvCxnSpPr>
          <p:cNvPr id="829" name="">
            <a:extLst xmlns:a="http://schemas.openxmlformats.org/drawingml/2006/main">
              <a:ext uri="{FF2B5EF4-FFF2-40B4-BE49-F238E27FC236}">
                <a16:creationId xmlns:a16="http://schemas.microsoft.com/office/drawing/2014/main" id="{63DD7230-A16A-471F-A319-33C6B489AA82}"/>
              </a:ext>
            </a:extLst>
          </p:cNvPr>
          <p:cNvCxnSpPr/>
          <p:nvPr/>
        </p:nvCxnSpPr>
        <p:spPr>
          <a:xfrm xmlns:a="http://schemas.openxmlformats.org/drawingml/2006/main" flipH="1" flipV="0">
            <a:off x="8295545" y="3498116"/>
            <a:ext cx="26543" cy="17330"/>
          </a:xfrm>
          <a:prstGeom xmlns:a="http://schemas.openxmlformats.org/drawingml/2006/main" prst="straightConnector1">
            <a:avLst/>
          </a:prstGeom>
          <a:ln xmlns:a="http://schemas.openxmlformats.org/drawingml/2006/main" w="6191">
            <a:solidFill>
              <a:srgbClr val="A9B8C2"/>
            </a:solidFill>
            <a:prstDash val="solid"/>
          </a:ln>
        </p:spPr>
      </p:cxnSp>
      <p:cxnSp>
        <p:nvCxnSpPr>
          <p:cNvPr id="830" name="">
            <a:extLst xmlns:a="http://schemas.openxmlformats.org/drawingml/2006/main">
              <a:ext uri="{FF2B5EF4-FFF2-40B4-BE49-F238E27FC236}">
                <a16:creationId xmlns:a16="http://schemas.microsoft.com/office/drawing/2014/main" id="{3623D6B8-A3F7-41AC-90B8-1EDD8B10DDA7}"/>
              </a:ext>
            </a:extLst>
          </p:cNvPr>
          <p:cNvCxnSpPr/>
          <p:nvPr/>
        </p:nvCxnSpPr>
        <p:spPr>
          <a:xfrm xmlns:a="http://schemas.openxmlformats.org/drawingml/2006/main" flipH="1" flipV="0">
            <a:off x="5677668" y="4051881"/>
            <a:ext cx="49433" cy="24292"/>
          </a:xfrm>
          <a:prstGeom xmlns:a="http://schemas.openxmlformats.org/drawingml/2006/main" prst="straightConnector1">
            <a:avLst/>
          </a:prstGeom>
          <a:ln xmlns:a="http://schemas.openxmlformats.org/drawingml/2006/main" w="6191">
            <a:solidFill>
              <a:srgbClr val="A9B8C2"/>
            </a:solidFill>
            <a:prstDash val="solid"/>
          </a:ln>
        </p:spPr>
      </p:cxnSp>
      <p:cxnSp>
        <p:nvCxnSpPr>
          <p:cNvPr id="831" name="">
            <a:extLst xmlns:a="http://schemas.openxmlformats.org/drawingml/2006/main">
              <a:ext uri="{FF2B5EF4-FFF2-40B4-BE49-F238E27FC236}">
                <a16:creationId xmlns:a16="http://schemas.microsoft.com/office/drawing/2014/main" id="{90A919FB-3422-4CB6-95F8-8A1EDE090796}"/>
              </a:ext>
            </a:extLst>
          </p:cNvPr>
          <p:cNvCxnSpPr/>
          <p:nvPr/>
        </p:nvCxnSpPr>
        <p:spPr>
          <a:xfrm xmlns:a="http://schemas.openxmlformats.org/drawingml/2006/main" flipH="0" flipV="1">
            <a:off x="5847468" y="3765332"/>
            <a:ext cx="16965" cy="68177"/>
          </a:xfrm>
          <a:prstGeom xmlns:a="http://schemas.openxmlformats.org/drawingml/2006/main" prst="straightConnector1">
            <a:avLst/>
          </a:prstGeom>
          <a:ln xmlns:a="http://schemas.openxmlformats.org/drawingml/2006/main" w="6191">
            <a:solidFill>
              <a:srgbClr val="A9B8C2"/>
            </a:solidFill>
            <a:prstDash val="solid"/>
          </a:ln>
        </p:spPr>
      </p:cxnSp>
      <p:cxnSp>
        <p:nvCxnSpPr>
          <p:cNvPr id="832" name="">
            <a:extLst xmlns:a="http://schemas.openxmlformats.org/drawingml/2006/main">
              <a:ext uri="{FF2B5EF4-FFF2-40B4-BE49-F238E27FC236}">
                <a16:creationId xmlns:a16="http://schemas.microsoft.com/office/drawing/2014/main" id="{EB82C7BB-4EE2-41DA-A814-851470590830}"/>
              </a:ext>
            </a:extLst>
          </p:cNvPr>
          <p:cNvCxnSpPr/>
          <p:nvPr/>
        </p:nvCxnSpPr>
        <p:spPr>
          <a:xfrm xmlns:a="http://schemas.openxmlformats.org/drawingml/2006/main" flipH="1" flipV="0">
            <a:off x="5914101" y="3602766"/>
            <a:ext cx="3735" cy="85942"/>
          </a:xfrm>
          <a:prstGeom xmlns:a="http://schemas.openxmlformats.org/drawingml/2006/main" prst="straightConnector1">
            <a:avLst/>
          </a:prstGeom>
          <a:ln xmlns:a="http://schemas.openxmlformats.org/drawingml/2006/main" w="6191">
            <a:solidFill>
              <a:srgbClr val="A9B8C2"/>
            </a:solidFill>
            <a:prstDash val="solid"/>
          </a:ln>
        </p:spPr>
      </p:cxnSp>
      <p:cxnSp>
        <p:nvCxnSpPr>
          <p:cNvPr id="833" name="">
            <a:extLst xmlns:a="http://schemas.openxmlformats.org/drawingml/2006/main">
              <a:ext uri="{FF2B5EF4-FFF2-40B4-BE49-F238E27FC236}">
                <a16:creationId xmlns:a16="http://schemas.microsoft.com/office/drawing/2014/main" id="{0357ABEF-8C46-47E9-BEDE-07FDD1557C3C}"/>
              </a:ext>
            </a:extLst>
          </p:cNvPr>
          <p:cNvCxnSpPr/>
          <p:nvPr/>
        </p:nvCxnSpPr>
        <p:spPr>
          <a:xfrm xmlns:a="http://schemas.openxmlformats.org/drawingml/2006/main" flipH="0" flipV="1">
            <a:off x="6044729" y="3791109"/>
            <a:ext cx="49292" cy="24104"/>
          </a:xfrm>
          <a:prstGeom xmlns:a="http://schemas.openxmlformats.org/drawingml/2006/main" prst="straightConnector1">
            <a:avLst/>
          </a:prstGeom>
          <a:ln xmlns:a="http://schemas.openxmlformats.org/drawingml/2006/main" w="6191">
            <a:solidFill>
              <a:srgbClr val="A9B8C2"/>
            </a:solidFill>
            <a:prstDash val="solid"/>
          </a:ln>
        </p:spPr>
      </p:cxnSp>
      <p:cxnSp>
        <p:nvCxnSpPr>
          <p:cNvPr id="834" name="">
            <a:extLst xmlns:a="http://schemas.openxmlformats.org/drawingml/2006/main">
              <a:ext uri="{FF2B5EF4-FFF2-40B4-BE49-F238E27FC236}">
                <a16:creationId xmlns:a16="http://schemas.microsoft.com/office/drawing/2014/main" id="{114D83C4-46E6-4763-8D66-DB2C041247FF}"/>
              </a:ext>
            </a:extLst>
          </p:cNvPr>
          <p:cNvCxnSpPr/>
          <p:nvPr/>
        </p:nvCxnSpPr>
        <p:spPr>
          <a:xfrm xmlns:a="http://schemas.openxmlformats.org/drawingml/2006/main" flipH="0" flipV="0">
            <a:off x="6402576" y="3924163"/>
            <a:ext cx="86708" cy="11969"/>
          </a:xfrm>
          <a:prstGeom xmlns:a="http://schemas.openxmlformats.org/drawingml/2006/main" prst="straightConnector1">
            <a:avLst/>
          </a:prstGeom>
          <a:ln xmlns:a="http://schemas.openxmlformats.org/drawingml/2006/main" w="6191">
            <a:solidFill>
              <a:srgbClr val="A9B8C2"/>
            </a:solidFill>
            <a:prstDash val="solid"/>
          </a:ln>
        </p:spPr>
      </p:cxnSp>
      <p:cxnSp>
        <p:nvCxnSpPr>
          <p:cNvPr id="835" name="">
            <a:extLst xmlns:a="http://schemas.openxmlformats.org/drawingml/2006/main">
              <a:ext uri="{FF2B5EF4-FFF2-40B4-BE49-F238E27FC236}">
                <a16:creationId xmlns:a16="http://schemas.microsoft.com/office/drawing/2014/main" id="{449A9A21-C691-46E1-A625-D152085157B4}"/>
              </a:ext>
            </a:extLst>
          </p:cNvPr>
          <p:cNvCxnSpPr/>
          <p:nvPr/>
        </p:nvCxnSpPr>
        <p:spPr>
          <a:xfrm xmlns:a="http://schemas.openxmlformats.org/drawingml/2006/main" flipH="0" flipV="1">
            <a:off x="5683417" y="4538624"/>
            <a:ext cx="59470" cy="15810"/>
          </a:xfrm>
          <a:prstGeom xmlns:a="http://schemas.openxmlformats.org/drawingml/2006/main" prst="straightConnector1">
            <a:avLst/>
          </a:prstGeom>
          <a:ln xmlns:a="http://schemas.openxmlformats.org/drawingml/2006/main" w="6191">
            <a:solidFill>
              <a:srgbClr val="A9B8C2"/>
            </a:solidFill>
            <a:prstDash val="solid"/>
          </a:ln>
        </p:spPr>
      </p:cxnSp>
      <p:cxnSp>
        <p:nvCxnSpPr>
          <p:cNvPr id="836" name="">
            <a:extLst xmlns:a="http://schemas.openxmlformats.org/drawingml/2006/main">
              <a:ext uri="{FF2B5EF4-FFF2-40B4-BE49-F238E27FC236}">
                <a16:creationId xmlns:a16="http://schemas.microsoft.com/office/drawing/2014/main" id="{5ECECF8E-A6D4-4A22-B209-BF7BFBA27202}"/>
              </a:ext>
            </a:extLst>
          </p:cNvPr>
          <p:cNvCxnSpPr/>
          <p:nvPr/>
        </p:nvCxnSpPr>
        <p:spPr>
          <a:xfrm xmlns:a="http://schemas.openxmlformats.org/drawingml/2006/main" flipH="0" flipV="1">
            <a:off x="5628624" y="4076173"/>
            <a:ext cx="49044" cy="22042"/>
          </a:xfrm>
          <a:prstGeom xmlns:a="http://schemas.openxmlformats.org/drawingml/2006/main" prst="straightConnector1">
            <a:avLst/>
          </a:prstGeom>
          <a:ln xmlns:a="http://schemas.openxmlformats.org/drawingml/2006/main" w="6191">
            <a:solidFill>
              <a:srgbClr val="A9B8C2"/>
            </a:solidFill>
            <a:prstDash val="solid"/>
          </a:ln>
        </p:spPr>
      </p:cxnSp>
      <p:cxnSp>
        <p:nvCxnSpPr>
          <p:cNvPr id="837" name="">
            <a:extLst xmlns:a="http://schemas.openxmlformats.org/drawingml/2006/main">
              <a:ext uri="{FF2B5EF4-FFF2-40B4-BE49-F238E27FC236}">
                <a16:creationId xmlns:a16="http://schemas.microsoft.com/office/drawing/2014/main" id="{1C3D1690-FF9D-4F67-94CE-8FA93D8BBF68}"/>
              </a:ext>
            </a:extLst>
          </p:cNvPr>
          <p:cNvCxnSpPr/>
          <p:nvPr/>
        </p:nvCxnSpPr>
        <p:spPr>
          <a:xfrm xmlns:a="http://schemas.openxmlformats.org/drawingml/2006/main" flipH="0" flipV="0">
            <a:off x="5594247" y="3820243"/>
            <a:ext cx="5160" cy="42306"/>
          </a:xfrm>
          <a:prstGeom xmlns:a="http://schemas.openxmlformats.org/drawingml/2006/main" prst="straightConnector1">
            <a:avLst/>
          </a:prstGeom>
          <a:ln xmlns:a="http://schemas.openxmlformats.org/drawingml/2006/main" w="6191">
            <a:solidFill>
              <a:srgbClr val="A9B8C2"/>
            </a:solidFill>
            <a:prstDash val="solid"/>
          </a:ln>
        </p:spPr>
      </p:cxnSp>
      <p:cxnSp>
        <p:nvCxnSpPr>
          <p:cNvPr id="838" name="">
            <a:extLst xmlns:a="http://schemas.openxmlformats.org/drawingml/2006/main">
              <a:ext uri="{FF2B5EF4-FFF2-40B4-BE49-F238E27FC236}">
                <a16:creationId xmlns:a16="http://schemas.microsoft.com/office/drawing/2014/main" id="{D95BA782-052B-47C5-9475-E0928D2992B3}"/>
              </a:ext>
            </a:extLst>
          </p:cNvPr>
          <p:cNvCxnSpPr/>
          <p:nvPr/>
        </p:nvCxnSpPr>
        <p:spPr>
          <a:xfrm xmlns:a="http://schemas.openxmlformats.org/drawingml/2006/main" flipH="0" flipV="0">
            <a:off x="6997870" y="4160066"/>
            <a:ext cx="3122" cy="77590"/>
          </a:xfrm>
          <a:prstGeom xmlns:a="http://schemas.openxmlformats.org/drawingml/2006/main" prst="straightConnector1">
            <a:avLst/>
          </a:prstGeom>
          <a:ln xmlns:a="http://schemas.openxmlformats.org/drawingml/2006/main" w="6191">
            <a:solidFill>
              <a:srgbClr val="A9B8C2"/>
            </a:solidFill>
            <a:prstDash val="solid"/>
          </a:ln>
        </p:spPr>
      </p:cxnSp>
      <p:cxnSp>
        <p:nvCxnSpPr>
          <p:cNvPr id="839" name="">
            <a:extLst xmlns:a="http://schemas.openxmlformats.org/drawingml/2006/main">
              <a:ext uri="{FF2B5EF4-FFF2-40B4-BE49-F238E27FC236}">
                <a16:creationId xmlns:a16="http://schemas.microsoft.com/office/drawing/2014/main" id="{F27773A8-B20D-42AC-A697-F4A01D85FB11}"/>
              </a:ext>
            </a:extLst>
          </p:cNvPr>
          <p:cNvCxnSpPr/>
          <p:nvPr/>
        </p:nvCxnSpPr>
        <p:spPr>
          <a:xfrm xmlns:a="http://schemas.openxmlformats.org/drawingml/2006/main" flipH="0" flipV="0">
            <a:off x="6709318" y="3871526"/>
            <a:ext cx="5419" cy="72783"/>
          </a:xfrm>
          <a:prstGeom xmlns:a="http://schemas.openxmlformats.org/drawingml/2006/main" prst="straightConnector1">
            <a:avLst/>
          </a:prstGeom>
          <a:ln xmlns:a="http://schemas.openxmlformats.org/drawingml/2006/main" w="6191">
            <a:solidFill>
              <a:srgbClr val="A9B8C2"/>
            </a:solidFill>
            <a:prstDash val="solid"/>
          </a:ln>
        </p:spPr>
      </p:cxnSp>
      <p:cxnSp>
        <p:nvCxnSpPr>
          <p:cNvPr id="840" name="">
            <a:extLst xmlns:a="http://schemas.openxmlformats.org/drawingml/2006/main">
              <a:ext uri="{FF2B5EF4-FFF2-40B4-BE49-F238E27FC236}">
                <a16:creationId xmlns:a16="http://schemas.microsoft.com/office/drawing/2014/main" id="{AA815413-F0D9-4315-BDF8-E9BDFFA76A85}"/>
              </a:ext>
            </a:extLst>
          </p:cNvPr>
          <p:cNvCxnSpPr/>
          <p:nvPr/>
        </p:nvCxnSpPr>
        <p:spPr>
          <a:xfrm xmlns:a="http://schemas.openxmlformats.org/drawingml/2006/main" flipH="0" flipV="1">
            <a:off x="5798023" y="4300024"/>
            <a:ext cx="40350" cy="30030"/>
          </a:xfrm>
          <a:prstGeom xmlns:a="http://schemas.openxmlformats.org/drawingml/2006/main" prst="straightConnector1">
            <a:avLst/>
          </a:prstGeom>
          <a:ln xmlns:a="http://schemas.openxmlformats.org/drawingml/2006/main" w="6191">
            <a:solidFill>
              <a:srgbClr val="A9B8C2"/>
            </a:solidFill>
            <a:prstDash val="solid"/>
          </a:ln>
        </p:spPr>
      </p:cxnSp>
      <p:cxnSp>
        <p:nvCxnSpPr>
          <p:cNvPr id="841" name="">
            <a:extLst xmlns:a="http://schemas.openxmlformats.org/drawingml/2006/main">
              <a:ext uri="{FF2B5EF4-FFF2-40B4-BE49-F238E27FC236}">
                <a16:creationId xmlns:a16="http://schemas.microsoft.com/office/drawing/2014/main" id="{A678F18E-FAB7-41E1-B11C-AD3F81CEED6C}"/>
              </a:ext>
            </a:extLst>
          </p:cNvPr>
          <p:cNvCxnSpPr/>
          <p:nvPr/>
        </p:nvCxnSpPr>
        <p:spPr>
          <a:xfrm xmlns:a="http://schemas.openxmlformats.org/drawingml/2006/main" flipH="1" flipV="1">
            <a:off x="5716322" y="3411502"/>
            <a:ext cx="29299" cy="12346"/>
          </a:xfrm>
          <a:prstGeom xmlns:a="http://schemas.openxmlformats.org/drawingml/2006/main" prst="straightConnector1">
            <a:avLst/>
          </a:prstGeom>
          <a:ln xmlns:a="http://schemas.openxmlformats.org/drawingml/2006/main" w="6191">
            <a:solidFill>
              <a:srgbClr val="A9B8C2"/>
            </a:solidFill>
            <a:prstDash val="solid"/>
          </a:ln>
        </p:spPr>
      </p:cxnSp>
      <p:cxnSp>
        <p:nvCxnSpPr>
          <p:cNvPr id="842" name="">
            <a:extLst xmlns:a="http://schemas.openxmlformats.org/drawingml/2006/main">
              <a:ext uri="{FF2B5EF4-FFF2-40B4-BE49-F238E27FC236}">
                <a16:creationId xmlns:a16="http://schemas.microsoft.com/office/drawing/2014/main" id="{B579DC43-CBC9-4446-9164-108C47C48FBB}"/>
              </a:ext>
            </a:extLst>
          </p:cNvPr>
          <p:cNvCxnSpPr/>
          <p:nvPr/>
        </p:nvCxnSpPr>
        <p:spPr>
          <a:xfrm xmlns:a="http://schemas.openxmlformats.org/drawingml/2006/main" flipH="1" flipV="1">
            <a:off x="5690027" y="3401135"/>
            <a:ext cx="26295" cy="10367"/>
          </a:xfrm>
          <a:prstGeom xmlns:a="http://schemas.openxmlformats.org/drawingml/2006/main" prst="straightConnector1">
            <a:avLst/>
          </a:prstGeom>
          <a:ln xmlns:a="http://schemas.openxmlformats.org/drawingml/2006/main" w="6191">
            <a:solidFill>
              <a:srgbClr val="A9B8C2"/>
            </a:solidFill>
            <a:prstDash val="solid"/>
          </a:ln>
        </p:spPr>
      </p:cxnSp>
      <p:cxnSp>
        <p:nvCxnSpPr>
          <p:cNvPr id="843" name="">
            <a:extLst xmlns:a="http://schemas.openxmlformats.org/drawingml/2006/main">
              <a:ext uri="{FF2B5EF4-FFF2-40B4-BE49-F238E27FC236}">
                <a16:creationId xmlns:a16="http://schemas.microsoft.com/office/drawing/2014/main" id="{D5772054-2A28-4FDD-92D9-6ED906B7A864}"/>
              </a:ext>
            </a:extLst>
          </p:cNvPr>
          <p:cNvCxnSpPr/>
          <p:nvPr/>
        </p:nvCxnSpPr>
        <p:spPr>
          <a:xfrm xmlns:a="http://schemas.openxmlformats.org/drawingml/2006/main" flipH="0" flipV="0">
            <a:off x="5257393" y="3317160"/>
            <a:ext cx="4383" cy="61285"/>
          </a:xfrm>
          <a:prstGeom xmlns:a="http://schemas.openxmlformats.org/drawingml/2006/main" prst="straightConnector1">
            <a:avLst/>
          </a:prstGeom>
          <a:ln xmlns:a="http://schemas.openxmlformats.org/drawingml/2006/main" w="6191">
            <a:solidFill>
              <a:srgbClr val="A9B8C2"/>
            </a:solidFill>
            <a:prstDash val="solid"/>
          </a:ln>
        </p:spPr>
      </p:cxnSp>
      <p:cxnSp>
        <p:nvCxnSpPr>
          <p:cNvPr id="844" name="">
            <a:extLst xmlns:a="http://schemas.openxmlformats.org/drawingml/2006/main">
              <a:ext uri="{FF2B5EF4-FFF2-40B4-BE49-F238E27FC236}">
                <a16:creationId xmlns:a16="http://schemas.microsoft.com/office/drawing/2014/main" id="{C5D5E768-F1BD-4F9A-9BAB-F206F498AC9F}"/>
              </a:ext>
            </a:extLst>
          </p:cNvPr>
          <p:cNvCxnSpPr/>
          <p:nvPr/>
        </p:nvCxnSpPr>
        <p:spPr>
          <a:xfrm xmlns:a="http://schemas.openxmlformats.org/drawingml/2006/main" flipH="0" flipV="0">
            <a:off x="5261776" y="3378444"/>
            <a:ext cx="5290" cy="73879"/>
          </a:xfrm>
          <a:prstGeom xmlns:a="http://schemas.openxmlformats.org/drawingml/2006/main" prst="straightConnector1">
            <a:avLst/>
          </a:prstGeom>
          <a:ln xmlns:a="http://schemas.openxmlformats.org/drawingml/2006/main" w="6191">
            <a:solidFill>
              <a:srgbClr val="A9B8C2"/>
            </a:solidFill>
            <a:prstDash val="solid"/>
          </a:ln>
        </p:spPr>
      </p:cxnSp>
      <p:cxnSp>
        <p:nvCxnSpPr>
          <p:cNvPr id="845" name="">
            <a:extLst xmlns:a="http://schemas.openxmlformats.org/drawingml/2006/main">
              <a:ext uri="{FF2B5EF4-FFF2-40B4-BE49-F238E27FC236}">
                <a16:creationId xmlns:a16="http://schemas.microsoft.com/office/drawing/2014/main" id="{040EC2EC-BC8A-4681-94AD-7C9693C8575E}"/>
              </a:ext>
            </a:extLst>
          </p:cNvPr>
          <p:cNvCxnSpPr/>
          <p:nvPr/>
        </p:nvCxnSpPr>
        <p:spPr>
          <a:xfrm xmlns:a="http://schemas.openxmlformats.org/drawingml/2006/main" flipH="0" flipV="0">
            <a:off x="5267066" y="3452323"/>
            <a:ext cx="4170" cy="69308"/>
          </a:xfrm>
          <a:prstGeom xmlns:a="http://schemas.openxmlformats.org/drawingml/2006/main" prst="straightConnector1">
            <a:avLst/>
          </a:prstGeom>
          <a:ln xmlns:a="http://schemas.openxmlformats.org/drawingml/2006/main" w="6191">
            <a:solidFill>
              <a:srgbClr val="A9B8C2"/>
            </a:solidFill>
            <a:prstDash val="solid"/>
          </a:ln>
        </p:spPr>
      </p:cxnSp>
      <p:cxnSp>
        <p:nvCxnSpPr>
          <p:cNvPr id="846" name="">
            <a:extLst xmlns:a="http://schemas.openxmlformats.org/drawingml/2006/main">
              <a:ext uri="{FF2B5EF4-FFF2-40B4-BE49-F238E27FC236}">
                <a16:creationId xmlns:a16="http://schemas.microsoft.com/office/drawing/2014/main" id="{58BA7C2F-2EA1-4821-9CA1-9925F38BB1AD}"/>
              </a:ext>
            </a:extLst>
          </p:cNvPr>
          <p:cNvCxnSpPr/>
          <p:nvPr/>
        </p:nvCxnSpPr>
        <p:spPr>
          <a:xfrm xmlns:a="http://schemas.openxmlformats.org/drawingml/2006/main" flipH="0" flipV="0">
            <a:off x="5271236" y="3521631"/>
            <a:ext cx="7587" cy="84587"/>
          </a:xfrm>
          <a:prstGeom xmlns:a="http://schemas.openxmlformats.org/drawingml/2006/main" prst="straightConnector1">
            <a:avLst/>
          </a:prstGeom>
          <a:ln xmlns:a="http://schemas.openxmlformats.org/drawingml/2006/main" w="6191">
            <a:solidFill>
              <a:srgbClr val="A9B8C2"/>
            </a:solidFill>
            <a:prstDash val="solid"/>
          </a:ln>
        </p:spPr>
      </p:cxnSp>
      <p:cxnSp>
        <p:nvCxnSpPr>
          <p:cNvPr id="847" name="">
            <a:extLst xmlns:a="http://schemas.openxmlformats.org/drawingml/2006/main">
              <a:ext uri="{FF2B5EF4-FFF2-40B4-BE49-F238E27FC236}">
                <a16:creationId xmlns:a16="http://schemas.microsoft.com/office/drawing/2014/main" id="{BE2C7403-88ED-4783-A6C8-DBCE6FF433C7}"/>
              </a:ext>
            </a:extLst>
          </p:cNvPr>
          <p:cNvCxnSpPr/>
          <p:nvPr/>
        </p:nvCxnSpPr>
        <p:spPr>
          <a:xfrm xmlns:a="http://schemas.openxmlformats.org/drawingml/2006/main" flipH="0" flipV="0">
            <a:off x="5278823" y="3606218"/>
            <a:ext cx="4830" cy="86366"/>
          </a:xfrm>
          <a:prstGeom xmlns:a="http://schemas.openxmlformats.org/drawingml/2006/main" prst="straightConnector1">
            <a:avLst/>
          </a:prstGeom>
          <a:ln xmlns:a="http://schemas.openxmlformats.org/drawingml/2006/main" w="6191">
            <a:solidFill>
              <a:srgbClr val="A9B8C2"/>
            </a:solidFill>
            <a:prstDash val="solid"/>
          </a:ln>
        </p:spPr>
      </p:cxnSp>
      <p:cxnSp>
        <p:nvCxnSpPr>
          <p:cNvPr id="848" name="">
            <a:extLst xmlns:a="http://schemas.openxmlformats.org/drawingml/2006/main">
              <a:ext uri="{FF2B5EF4-FFF2-40B4-BE49-F238E27FC236}">
                <a16:creationId xmlns:a16="http://schemas.microsoft.com/office/drawing/2014/main" id="{27EB43BB-6C3B-4E45-ABD8-9BFD8DC8177D}"/>
              </a:ext>
            </a:extLst>
          </p:cNvPr>
          <p:cNvCxnSpPr/>
          <p:nvPr/>
        </p:nvCxnSpPr>
        <p:spPr>
          <a:xfrm xmlns:a="http://schemas.openxmlformats.org/drawingml/2006/main" flipH="1" flipV="0">
            <a:off x="5486192" y="3031966"/>
            <a:ext cx="9790" cy="77366"/>
          </a:xfrm>
          <a:prstGeom xmlns:a="http://schemas.openxmlformats.org/drawingml/2006/main" prst="straightConnector1">
            <a:avLst/>
          </a:prstGeom>
          <a:ln xmlns:a="http://schemas.openxmlformats.org/drawingml/2006/main" w="6191">
            <a:solidFill>
              <a:srgbClr val="A9B8C2"/>
            </a:solidFill>
            <a:prstDash val="solid"/>
          </a:ln>
        </p:spPr>
      </p:cxnSp>
      <p:cxnSp>
        <p:nvCxnSpPr>
          <p:cNvPr id="849" name="">
            <a:extLst xmlns:a="http://schemas.openxmlformats.org/drawingml/2006/main">
              <a:ext uri="{FF2B5EF4-FFF2-40B4-BE49-F238E27FC236}">
                <a16:creationId xmlns:a16="http://schemas.microsoft.com/office/drawing/2014/main" id="{914AB2F0-CCBD-4B42-9B8B-427C90391FE0}"/>
              </a:ext>
            </a:extLst>
          </p:cNvPr>
          <p:cNvCxnSpPr/>
          <p:nvPr/>
        </p:nvCxnSpPr>
        <p:spPr>
          <a:xfrm xmlns:a="http://schemas.openxmlformats.org/drawingml/2006/main" flipH="1" flipV="0">
            <a:off x="5476414" y="3109331"/>
            <a:ext cx="9778" cy="73443"/>
          </a:xfrm>
          <a:prstGeom xmlns:a="http://schemas.openxmlformats.org/drawingml/2006/main" prst="straightConnector1">
            <a:avLst/>
          </a:prstGeom>
          <a:ln xmlns:a="http://schemas.openxmlformats.org/drawingml/2006/main" w="6191">
            <a:solidFill>
              <a:srgbClr val="A9B8C2"/>
            </a:solidFill>
            <a:prstDash val="solid"/>
          </a:ln>
        </p:spPr>
      </p:cxnSp>
      <p:cxnSp>
        <p:nvCxnSpPr>
          <p:cNvPr id="850" name="">
            <a:extLst xmlns:a="http://schemas.openxmlformats.org/drawingml/2006/main">
              <a:ext uri="{FF2B5EF4-FFF2-40B4-BE49-F238E27FC236}">
                <a16:creationId xmlns:a16="http://schemas.microsoft.com/office/drawing/2014/main" id="{20B1EA7D-F1B2-4EB2-9508-ED46D3D07051}"/>
              </a:ext>
            </a:extLst>
          </p:cNvPr>
          <p:cNvCxnSpPr/>
          <p:nvPr/>
        </p:nvCxnSpPr>
        <p:spPr>
          <a:xfrm xmlns:a="http://schemas.openxmlformats.org/drawingml/2006/main" flipH="0" flipV="0">
            <a:off x="5533504" y="3347602"/>
            <a:ext cx="64124" cy="18131"/>
          </a:xfrm>
          <a:prstGeom xmlns:a="http://schemas.openxmlformats.org/drawingml/2006/main" prst="straightConnector1">
            <a:avLst/>
          </a:prstGeom>
          <a:ln xmlns:a="http://schemas.openxmlformats.org/drawingml/2006/main" w="6191">
            <a:solidFill>
              <a:srgbClr val="A9B8C2"/>
            </a:solidFill>
            <a:prstDash val="solid"/>
          </a:ln>
        </p:spPr>
      </p:cxnSp>
      <p:cxnSp>
        <p:nvCxnSpPr>
          <p:cNvPr id="851" name="">
            <a:extLst xmlns:a="http://schemas.openxmlformats.org/drawingml/2006/main">
              <a:ext uri="{FF2B5EF4-FFF2-40B4-BE49-F238E27FC236}">
                <a16:creationId xmlns:a16="http://schemas.microsoft.com/office/drawing/2014/main" id="{5684D597-788E-4FF8-B2BA-303D3675C842}"/>
              </a:ext>
            </a:extLst>
          </p:cNvPr>
          <p:cNvCxnSpPr/>
          <p:nvPr/>
        </p:nvCxnSpPr>
        <p:spPr>
          <a:xfrm xmlns:a="http://schemas.openxmlformats.org/drawingml/2006/main" flipH="0" flipV="0">
            <a:off x="5570673" y="3203438"/>
            <a:ext cx="68471" cy="18367"/>
          </a:xfrm>
          <a:prstGeom xmlns:a="http://schemas.openxmlformats.org/drawingml/2006/main" prst="straightConnector1">
            <a:avLst/>
          </a:prstGeom>
          <a:ln xmlns:a="http://schemas.openxmlformats.org/drawingml/2006/main" w="6191">
            <a:solidFill>
              <a:srgbClr val="A9B8C2"/>
            </a:solidFill>
            <a:prstDash val="solid"/>
          </a:ln>
        </p:spPr>
      </p:cxnSp>
      <p:cxnSp>
        <p:nvCxnSpPr>
          <p:cNvPr id="852" name="">
            <a:extLst xmlns:a="http://schemas.openxmlformats.org/drawingml/2006/main">
              <a:ext uri="{FF2B5EF4-FFF2-40B4-BE49-F238E27FC236}">
                <a16:creationId xmlns:a16="http://schemas.microsoft.com/office/drawing/2014/main" id="{413954FC-304F-4585-9274-7CC5489A1072}"/>
              </a:ext>
            </a:extLst>
          </p:cNvPr>
          <p:cNvCxnSpPr/>
          <p:nvPr/>
        </p:nvCxnSpPr>
        <p:spPr>
          <a:xfrm xmlns:a="http://schemas.openxmlformats.org/drawingml/2006/main" flipH="1" flipV="0">
            <a:off x="5570673" y="3131338"/>
            <a:ext cx="17742" cy="72100"/>
          </a:xfrm>
          <a:prstGeom xmlns:a="http://schemas.openxmlformats.org/drawingml/2006/main" prst="straightConnector1">
            <a:avLst/>
          </a:prstGeom>
          <a:ln xmlns:a="http://schemas.openxmlformats.org/drawingml/2006/main" w="6191">
            <a:solidFill>
              <a:srgbClr val="A9B8C2"/>
            </a:solidFill>
            <a:prstDash val="solid"/>
          </a:ln>
        </p:spPr>
      </p:cxnSp>
      <p:cxnSp>
        <p:nvCxnSpPr>
          <p:cNvPr id="853" name="">
            <a:extLst xmlns:a="http://schemas.openxmlformats.org/drawingml/2006/main">
              <a:ext uri="{FF2B5EF4-FFF2-40B4-BE49-F238E27FC236}">
                <a16:creationId xmlns:a16="http://schemas.microsoft.com/office/drawing/2014/main" id="{492FFCFD-75D9-44AA-9A40-B501DF452223}"/>
              </a:ext>
            </a:extLst>
          </p:cNvPr>
          <p:cNvCxnSpPr/>
          <p:nvPr/>
        </p:nvCxnSpPr>
        <p:spPr>
          <a:xfrm xmlns:a="http://schemas.openxmlformats.org/drawingml/2006/main" flipH="0" flipV="0">
            <a:off x="5440859" y="3458755"/>
            <a:ext cx="55194" cy="14585"/>
          </a:xfrm>
          <a:prstGeom xmlns:a="http://schemas.openxmlformats.org/drawingml/2006/main" prst="straightConnector1">
            <a:avLst/>
          </a:prstGeom>
          <a:ln xmlns:a="http://schemas.openxmlformats.org/drawingml/2006/main" w="6191">
            <a:solidFill>
              <a:srgbClr val="A9B8C2"/>
            </a:solidFill>
            <a:prstDash val="solid"/>
          </a:ln>
        </p:spPr>
      </p:cxnSp>
      <p:cxnSp>
        <p:nvCxnSpPr>
          <p:cNvPr id="854" name="">
            <a:extLst xmlns:a="http://schemas.openxmlformats.org/drawingml/2006/main">
              <a:ext uri="{FF2B5EF4-FFF2-40B4-BE49-F238E27FC236}">
                <a16:creationId xmlns:a16="http://schemas.microsoft.com/office/drawing/2014/main" id="{E570E24F-87DB-423C-B652-9810BFEE2BAE}"/>
              </a:ext>
            </a:extLst>
          </p:cNvPr>
          <p:cNvCxnSpPr/>
          <p:nvPr/>
        </p:nvCxnSpPr>
        <p:spPr>
          <a:xfrm xmlns:a="http://schemas.openxmlformats.org/drawingml/2006/main" flipH="1" flipV="0">
            <a:off x="5440859" y="3387975"/>
            <a:ext cx="13100" cy="70780"/>
          </a:xfrm>
          <a:prstGeom xmlns:a="http://schemas.openxmlformats.org/drawingml/2006/main" prst="straightConnector1">
            <a:avLst/>
          </a:prstGeom>
          <a:ln xmlns:a="http://schemas.openxmlformats.org/drawingml/2006/main" w="6191">
            <a:solidFill>
              <a:srgbClr val="A9B8C2"/>
            </a:solidFill>
            <a:prstDash val="solid"/>
          </a:ln>
        </p:spPr>
      </p:cxnSp>
      <p:cxnSp>
        <p:nvCxnSpPr>
          <p:cNvPr id="855" name="">
            <a:extLst xmlns:a="http://schemas.openxmlformats.org/drawingml/2006/main">
              <a:ext uri="{FF2B5EF4-FFF2-40B4-BE49-F238E27FC236}">
                <a16:creationId xmlns:a16="http://schemas.microsoft.com/office/drawing/2014/main" id="{C8FC9C86-612D-4512-ADF2-6F7A91E74C11}"/>
              </a:ext>
            </a:extLst>
          </p:cNvPr>
          <p:cNvCxnSpPr/>
          <p:nvPr/>
        </p:nvCxnSpPr>
        <p:spPr>
          <a:xfrm xmlns:a="http://schemas.openxmlformats.org/drawingml/2006/main" flipH="1" flipV="1">
            <a:off x="5229225" y="2864393"/>
            <a:ext cx="3770" cy="80134"/>
          </a:xfrm>
          <a:prstGeom xmlns:a="http://schemas.openxmlformats.org/drawingml/2006/main" prst="straightConnector1">
            <a:avLst/>
          </a:prstGeom>
          <a:ln xmlns:a="http://schemas.openxmlformats.org/drawingml/2006/main" w="6191">
            <a:solidFill>
              <a:srgbClr val="A9B8C2"/>
            </a:solidFill>
            <a:prstDash val="solid"/>
          </a:ln>
        </p:spPr>
      </p:cxnSp>
      <p:cxnSp>
        <p:nvCxnSpPr>
          <p:cNvPr id="856" name="">
            <a:extLst xmlns:a="http://schemas.openxmlformats.org/drawingml/2006/main">
              <a:ext uri="{FF2B5EF4-FFF2-40B4-BE49-F238E27FC236}">
                <a16:creationId xmlns:a16="http://schemas.microsoft.com/office/drawing/2014/main" id="{82EE569D-9A40-4AB3-8E9B-B767F8DDD541}"/>
              </a:ext>
            </a:extLst>
          </p:cNvPr>
          <p:cNvCxnSpPr/>
          <p:nvPr/>
        </p:nvCxnSpPr>
        <p:spPr>
          <a:xfrm xmlns:a="http://schemas.openxmlformats.org/drawingml/2006/main" flipH="0" flipV="0">
            <a:off x="5229225" y="2864393"/>
            <a:ext cx="52084" cy="12547"/>
          </a:xfrm>
          <a:prstGeom xmlns:a="http://schemas.openxmlformats.org/drawingml/2006/main" prst="straightConnector1">
            <a:avLst/>
          </a:prstGeom>
          <a:ln xmlns:a="http://schemas.openxmlformats.org/drawingml/2006/main" w="6191">
            <a:solidFill>
              <a:srgbClr val="A9B8C2"/>
            </a:solidFill>
            <a:prstDash val="solid"/>
          </a:ln>
        </p:spPr>
      </p:cxnSp>
      <p:cxnSp>
        <p:nvCxnSpPr>
          <p:cNvPr id="857" name="">
            <a:extLst xmlns:a="http://schemas.openxmlformats.org/drawingml/2006/main">
              <a:ext uri="{FF2B5EF4-FFF2-40B4-BE49-F238E27FC236}">
                <a16:creationId xmlns:a16="http://schemas.microsoft.com/office/drawing/2014/main" id="{E2396089-F584-4CD5-98ED-B56C4001D8EB}"/>
              </a:ext>
            </a:extLst>
          </p:cNvPr>
          <p:cNvCxnSpPr/>
          <p:nvPr/>
        </p:nvCxnSpPr>
        <p:spPr>
          <a:xfrm xmlns:a="http://schemas.openxmlformats.org/drawingml/2006/main" flipH="0" flipV="0">
            <a:off x="5281309" y="2876940"/>
            <a:ext cx="56407" cy="19073"/>
          </a:xfrm>
          <a:prstGeom xmlns:a="http://schemas.openxmlformats.org/drawingml/2006/main" prst="straightConnector1">
            <a:avLst/>
          </a:prstGeom>
          <a:ln xmlns:a="http://schemas.openxmlformats.org/drawingml/2006/main" w="6191">
            <a:solidFill>
              <a:srgbClr val="A9B8C2"/>
            </a:solidFill>
            <a:prstDash val="solid"/>
          </a:ln>
        </p:spPr>
      </p:cxnSp>
      <p:cxnSp>
        <p:nvCxnSpPr>
          <p:cNvPr id="858" name="">
            <a:extLst xmlns:a="http://schemas.openxmlformats.org/drawingml/2006/main">
              <a:ext uri="{FF2B5EF4-FFF2-40B4-BE49-F238E27FC236}">
                <a16:creationId xmlns:a16="http://schemas.microsoft.com/office/drawing/2014/main" id="{CBED6DCF-E9D7-47CB-9AFC-C369E52E4C7A}"/>
              </a:ext>
            </a:extLst>
          </p:cNvPr>
          <p:cNvCxnSpPr/>
          <p:nvPr/>
        </p:nvCxnSpPr>
        <p:spPr>
          <a:xfrm xmlns:a="http://schemas.openxmlformats.org/drawingml/2006/main" flipH="0" flipV="0">
            <a:off x="5337716" y="2896013"/>
            <a:ext cx="56561" cy="16482"/>
          </a:xfrm>
          <a:prstGeom xmlns:a="http://schemas.openxmlformats.org/drawingml/2006/main" prst="straightConnector1">
            <a:avLst/>
          </a:prstGeom>
          <a:ln xmlns:a="http://schemas.openxmlformats.org/drawingml/2006/main" w="6191">
            <a:solidFill>
              <a:srgbClr val="A9B8C2"/>
            </a:solidFill>
            <a:prstDash val="solid"/>
          </a:ln>
        </p:spPr>
      </p:cxnSp>
      <p:cxnSp>
        <p:nvCxnSpPr>
          <p:cNvPr id="859" name="">
            <a:extLst xmlns:a="http://schemas.openxmlformats.org/drawingml/2006/main">
              <a:ext uri="{FF2B5EF4-FFF2-40B4-BE49-F238E27FC236}">
                <a16:creationId xmlns:a16="http://schemas.microsoft.com/office/drawing/2014/main" id="{564E383E-0862-472D-9DB6-E250641B9682}"/>
              </a:ext>
            </a:extLst>
          </p:cNvPr>
          <p:cNvCxnSpPr/>
          <p:nvPr/>
        </p:nvCxnSpPr>
        <p:spPr>
          <a:xfrm xmlns:a="http://schemas.openxmlformats.org/drawingml/2006/main" flipH="0" flipV="0">
            <a:off x="5394277" y="2912495"/>
            <a:ext cx="51353" cy="16164"/>
          </a:xfrm>
          <a:prstGeom xmlns:a="http://schemas.openxmlformats.org/drawingml/2006/main" prst="straightConnector1">
            <a:avLst/>
          </a:prstGeom>
          <a:ln xmlns:a="http://schemas.openxmlformats.org/drawingml/2006/main" w="6191">
            <a:solidFill>
              <a:srgbClr val="A9B8C2"/>
            </a:solidFill>
            <a:prstDash val="solid"/>
          </a:ln>
        </p:spPr>
      </p:cxnSp>
      <p:cxnSp>
        <p:nvCxnSpPr>
          <p:cNvPr id="860" name="">
            <a:extLst xmlns:a="http://schemas.openxmlformats.org/drawingml/2006/main">
              <a:ext uri="{FF2B5EF4-FFF2-40B4-BE49-F238E27FC236}">
                <a16:creationId xmlns:a16="http://schemas.microsoft.com/office/drawing/2014/main" id="{0928E32C-20C5-4BDE-9502-8BBC2433384F}"/>
              </a:ext>
            </a:extLst>
          </p:cNvPr>
          <p:cNvCxnSpPr/>
          <p:nvPr/>
        </p:nvCxnSpPr>
        <p:spPr>
          <a:xfrm xmlns:a="http://schemas.openxmlformats.org/drawingml/2006/main" flipH="0" flipV="0">
            <a:off x="5445630" y="2928658"/>
            <a:ext cx="60389" cy="23385"/>
          </a:xfrm>
          <a:prstGeom xmlns:a="http://schemas.openxmlformats.org/drawingml/2006/main" prst="straightConnector1">
            <a:avLst/>
          </a:prstGeom>
          <a:ln xmlns:a="http://schemas.openxmlformats.org/drawingml/2006/main" w="6191">
            <a:solidFill>
              <a:srgbClr val="A9B8C2"/>
            </a:solidFill>
            <a:prstDash val="solid"/>
          </a:ln>
        </p:spPr>
      </p:cxnSp>
      <p:cxnSp>
        <p:nvCxnSpPr>
          <p:cNvPr id="861" name="">
            <a:extLst xmlns:a="http://schemas.openxmlformats.org/drawingml/2006/main">
              <a:ext uri="{FF2B5EF4-FFF2-40B4-BE49-F238E27FC236}">
                <a16:creationId xmlns:a16="http://schemas.microsoft.com/office/drawing/2014/main" id="{1A323684-DCDA-45D9-A3E3-A91BCE003D16}"/>
              </a:ext>
            </a:extLst>
          </p:cNvPr>
          <p:cNvCxnSpPr/>
          <p:nvPr/>
        </p:nvCxnSpPr>
        <p:spPr>
          <a:xfrm xmlns:a="http://schemas.openxmlformats.org/drawingml/2006/main" flipH="0" flipV="0">
            <a:off x="5393228" y="2997636"/>
            <a:ext cx="51377" cy="17165"/>
          </a:xfrm>
          <a:prstGeom xmlns:a="http://schemas.openxmlformats.org/drawingml/2006/main" prst="straightConnector1">
            <a:avLst/>
          </a:prstGeom>
          <a:ln xmlns:a="http://schemas.openxmlformats.org/drawingml/2006/main" w="6191">
            <a:solidFill>
              <a:srgbClr val="A9B8C2"/>
            </a:solidFill>
            <a:prstDash val="solid"/>
          </a:ln>
        </p:spPr>
      </p:cxnSp>
      <p:cxnSp>
        <p:nvCxnSpPr>
          <p:cNvPr id="862" name="">
            <a:extLst xmlns:a="http://schemas.openxmlformats.org/drawingml/2006/main">
              <a:ext uri="{FF2B5EF4-FFF2-40B4-BE49-F238E27FC236}">
                <a16:creationId xmlns:a16="http://schemas.microsoft.com/office/drawing/2014/main" id="{CF492545-19F3-40AD-AF51-30553A55D092}"/>
              </a:ext>
            </a:extLst>
          </p:cNvPr>
          <p:cNvCxnSpPr/>
          <p:nvPr/>
        </p:nvCxnSpPr>
        <p:spPr>
          <a:xfrm xmlns:a="http://schemas.openxmlformats.org/drawingml/2006/main" flipH="0" flipV="0">
            <a:off x="5444605" y="3014801"/>
            <a:ext cx="51377" cy="17165"/>
          </a:xfrm>
          <a:prstGeom xmlns:a="http://schemas.openxmlformats.org/drawingml/2006/main" prst="straightConnector1">
            <a:avLst/>
          </a:prstGeom>
          <a:ln xmlns:a="http://schemas.openxmlformats.org/drawingml/2006/main" w="6191">
            <a:solidFill>
              <a:srgbClr val="A9B8C2"/>
            </a:solidFill>
            <a:prstDash val="solid"/>
          </a:ln>
        </p:spPr>
      </p:cxnSp>
      <p:cxnSp>
        <p:nvCxnSpPr>
          <p:cNvPr id="863" name="">
            <a:extLst xmlns:a="http://schemas.openxmlformats.org/drawingml/2006/main">
              <a:ext uri="{FF2B5EF4-FFF2-40B4-BE49-F238E27FC236}">
                <a16:creationId xmlns:a16="http://schemas.microsoft.com/office/drawing/2014/main" id="{F677F752-AC1F-42DF-8B73-940530A350D7}"/>
              </a:ext>
            </a:extLst>
          </p:cNvPr>
          <p:cNvCxnSpPr/>
          <p:nvPr/>
        </p:nvCxnSpPr>
        <p:spPr>
          <a:xfrm xmlns:a="http://schemas.openxmlformats.org/drawingml/2006/main" flipH="1" flipV="0">
            <a:off x="5380493" y="3025439"/>
            <a:ext cx="9260" cy="55736"/>
          </a:xfrm>
          <a:prstGeom xmlns:a="http://schemas.openxmlformats.org/drawingml/2006/main" prst="straightConnector1">
            <a:avLst/>
          </a:prstGeom>
          <a:ln xmlns:a="http://schemas.openxmlformats.org/drawingml/2006/main" w="6191">
            <a:solidFill>
              <a:srgbClr val="A9B8C2"/>
            </a:solidFill>
            <a:prstDash val="solid"/>
          </a:ln>
        </p:spPr>
      </p:cxnSp>
      <p:cxnSp>
        <p:nvCxnSpPr>
          <p:cNvPr id="864" name="">
            <a:extLst xmlns:a="http://schemas.openxmlformats.org/drawingml/2006/main">
              <a:ext uri="{FF2B5EF4-FFF2-40B4-BE49-F238E27FC236}">
                <a16:creationId xmlns:a16="http://schemas.microsoft.com/office/drawing/2014/main" id="{BF5F7C9E-2D40-464A-831A-E388F901F06E}"/>
              </a:ext>
            </a:extLst>
          </p:cNvPr>
          <p:cNvCxnSpPr/>
          <p:nvPr/>
        </p:nvCxnSpPr>
        <p:spPr>
          <a:xfrm xmlns:a="http://schemas.openxmlformats.org/drawingml/2006/main" flipH="0" flipV="0">
            <a:off x="5380493" y="3081175"/>
            <a:ext cx="52520" cy="14149"/>
          </a:xfrm>
          <a:prstGeom xmlns:a="http://schemas.openxmlformats.org/drawingml/2006/main" prst="straightConnector1">
            <a:avLst/>
          </a:prstGeom>
          <a:ln xmlns:a="http://schemas.openxmlformats.org/drawingml/2006/main" w="6191">
            <a:solidFill>
              <a:srgbClr val="A9B8C2"/>
            </a:solidFill>
            <a:prstDash val="solid"/>
          </a:ln>
        </p:spPr>
      </p:cxnSp>
      <p:cxnSp>
        <p:nvCxnSpPr>
          <p:cNvPr id="865" name="">
            <a:extLst xmlns:a="http://schemas.openxmlformats.org/drawingml/2006/main">
              <a:ext uri="{FF2B5EF4-FFF2-40B4-BE49-F238E27FC236}">
                <a16:creationId xmlns:a16="http://schemas.microsoft.com/office/drawing/2014/main" id="{4082EFC9-9BEB-4E41-B09E-EC902BA475D5}"/>
              </a:ext>
            </a:extLst>
          </p:cNvPr>
          <p:cNvCxnSpPr/>
          <p:nvPr/>
        </p:nvCxnSpPr>
        <p:spPr>
          <a:xfrm xmlns:a="http://schemas.openxmlformats.org/drawingml/2006/main" flipH="0" flipV="0">
            <a:off x="5433013" y="3095324"/>
            <a:ext cx="53179" cy="14008"/>
          </a:xfrm>
          <a:prstGeom xmlns:a="http://schemas.openxmlformats.org/drawingml/2006/main" prst="straightConnector1">
            <a:avLst/>
          </a:prstGeom>
          <a:ln xmlns:a="http://schemas.openxmlformats.org/drawingml/2006/main" w="6191">
            <a:solidFill>
              <a:srgbClr val="A9B8C2"/>
            </a:solidFill>
            <a:prstDash val="solid"/>
          </a:ln>
        </p:spPr>
      </p:cxnSp>
      <p:cxnSp>
        <p:nvCxnSpPr>
          <p:cNvPr id="866" name="">
            <a:extLst xmlns:a="http://schemas.openxmlformats.org/drawingml/2006/main">
              <a:ext uri="{FF2B5EF4-FFF2-40B4-BE49-F238E27FC236}">
                <a16:creationId xmlns:a16="http://schemas.microsoft.com/office/drawing/2014/main" id="{AA199290-03AE-4F5B-B7BF-D01A2EE3735D}"/>
              </a:ext>
            </a:extLst>
          </p:cNvPr>
          <p:cNvCxnSpPr/>
          <p:nvPr/>
        </p:nvCxnSpPr>
        <p:spPr>
          <a:xfrm xmlns:a="http://schemas.openxmlformats.org/drawingml/2006/main" flipH="0" flipV="1">
            <a:off x="5257393" y="3314438"/>
            <a:ext cx="69343" cy="2721"/>
          </a:xfrm>
          <a:prstGeom xmlns:a="http://schemas.openxmlformats.org/drawingml/2006/main" prst="straightConnector1">
            <a:avLst/>
          </a:prstGeom>
          <a:ln xmlns:a="http://schemas.openxmlformats.org/drawingml/2006/main" w="6191">
            <a:solidFill>
              <a:srgbClr val="A9B8C2"/>
            </a:solidFill>
            <a:prstDash val="solid"/>
          </a:ln>
        </p:spPr>
      </p:cxnSp>
      <p:cxnSp>
        <p:nvCxnSpPr>
          <p:cNvPr id="867" name="">
            <a:extLst xmlns:a="http://schemas.openxmlformats.org/drawingml/2006/main">
              <a:ext uri="{FF2B5EF4-FFF2-40B4-BE49-F238E27FC236}">
                <a16:creationId xmlns:a16="http://schemas.microsoft.com/office/drawing/2014/main" id="{77CF1A4A-F389-49AB-887D-4CC32E811411}"/>
              </a:ext>
            </a:extLst>
          </p:cNvPr>
          <p:cNvCxnSpPr/>
          <p:nvPr/>
        </p:nvCxnSpPr>
        <p:spPr>
          <a:xfrm xmlns:a="http://schemas.openxmlformats.org/drawingml/2006/main" flipH="0" flipV="1">
            <a:off x="5326736" y="3310480"/>
            <a:ext cx="56219" cy="3958"/>
          </a:xfrm>
          <a:prstGeom xmlns:a="http://schemas.openxmlformats.org/drawingml/2006/main" prst="straightConnector1">
            <a:avLst/>
          </a:prstGeom>
          <a:ln xmlns:a="http://schemas.openxmlformats.org/drawingml/2006/main" w="6191">
            <a:solidFill>
              <a:srgbClr val="A9B8C2"/>
            </a:solidFill>
            <a:prstDash val="solid"/>
          </a:ln>
        </p:spPr>
      </p:cxnSp>
      <p:cxnSp>
        <p:nvCxnSpPr>
          <p:cNvPr id="868" name="">
            <a:extLst xmlns:a="http://schemas.openxmlformats.org/drawingml/2006/main">
              <a:ext uri="{FF2B5EF4-FFF2-40B4-BE49-F238E27FC236}">
                <a16:creationId xmlns:a16="http://schemas.microsoft.com/office/drawing/2014/main" id="{F7066F43-CA86-4378-B556-DFDF16409FCD}"/>
              </a:ext>
            </a:extLst>
          </p:cNvPr>
          <p:cNvCxnSpPr/>
          <p:nvPr/>
        </p:nvCxnSpPr>
        <p:spPr>
          <a:xfrm xmlns:a="http://schemas.openxmlformats.org/drawingml/2006/main" flipH="0" flipV="1">
            <a:off x="5382955" y="3260682"/>
            <a:ext cx="6574" cy="49798"/>
          </a:xfrm>
          <a:prstGeom xmlns:a="http://schemas.openxmlformats.org/drawingml/2006/main" prst="straightConnector1">
            <a:avLst/>
          </a:prstGeom>
          <a:ln xmlns:a="http://schemas.openxmlformats.org/drawingml/2006/main" w="6191">
            <a:solidFill>
              <a:srgbClr val="A9B8C2"/>
            </a:solidFill>
            <a:prstDash val="solid"/>
          </a:ln>
        </p:spPr>
      </p:cxnSp>
      <p:cxnSp>
        <p:nvCxnSpPr>
          <p:cNvPr id="869" name="">
            <a:extLst xmlns:a="http://schemas.openxmlformats.org/drawingml/2006/main">
              <a:ext uri="{FF2B5EF4-FFF2-40B4-BE49-F238E27FC236}">
                <a16:creationId xmlns:a16="http://schemas.microsoft.com/office/drawing/2014/main" id="{B20B1EE6-62D9-4C30-AA8C-B0E80869FDE7}"/>
              </a:ext>
            </a:extLst>
          </p:cNvPr>
          <p:cNvCxnSpPr/>
          <p:nvPr/>
        </p:nvCxnSpPr>
        <p:spPr>
          <a:xfrm xmlns:a="http://schemas.openxmlformats.org/drawingml/2006/main" flipH="0" flipV="0">
            <a:off x="5378031" y="3165609"/>
            <a:ext cx="51730" cy="10085"/>
          </a:xfrm>
          <a:prstGeom xmlns:a="http://schemas.openxmlformats.org/drawingml/2006/main" prst="straightConnector1">
            <a:avLst/>
          </a:prstGeom>
          <a:ln xmlns:a="http://schemas.openxmlformats.org/drawingml/2006/main" w="6191">
            <a:solidFill>
              <a:srgbClr val="A9B8C2"/>
            </a:solidFill>
            <a:prstDash val="solid"/>
          </a:ln>
        </p:spPr>
      </p:cxnSp>
      <p:cxnSp>
        <p:nvCxnSpPr>
          <p:cNvPr id="870" name="">
            <a:extLst xmlns:a="http://schemas.openxmlformats.org/drawingml/2006/main">
              <a:ext uri="{FF2B5EF4-FFF2-40B4-BE49-F238E27FC236}">
                <a16:creationId xmlns:a16="http://schemas.microsoft.com/office/drawing/2014/main" id="{56D9ACED-887B-4BA3-B7E3-52FF6D36171C}"/>
              </a:ext>
            </a:extLst>
          </p:cNvPr>
          <p:cNvCxnSpPr/>
          <p:nvPr/>
        </p:nvCxnSpPr>
        <p:spPr>
          <a:xfrm xmlns:a="http://schemas.openxmlformats.org/drawingml/2006/main" flipH="1" flipV="0">
            <a:off x="5426227" y="3175694"/>
            <a:ext cx="3534" cy="87368"/>
          </a:xfrm>
          <a:prstGeom xmlns:a="http://schemas.openxmlformats.org/drawingml/2006/main" prst="straightConnector1">
            <a:avLst/>
          </a:prstGeom>
          <a:ln xmlns:a="http://schemas.openxmlformats.org/drawingml/2006/main" w="6191">
            <a:solidFill>
              <a:srgbClr val="A9B8C2"/>
            </a:solidFill>
            <a:prstDash val="solid"/>
          </a:ln>
        </p:spPr>
      </p:cxnSp>
      <p:cxnSp>
        <p:nvCxnSpPr>
          <p:cNvPr id="871" name="">
            <a:extLst xmlns:a="http://schemas.openxmlformats.org/drawingml/2006/main">
              <a:ext uri="{FF2B5EF4-FFF2-40B4-BE49-F238E27FC236}">
                <a16:creationId xmlns:a16="http://schemas.microsoft.com/office/drawing/2014/main" id="{7585F2E0-8CAE-408E-9444-2D4C142F6E75}"/>
              </a:ext>
            </a:extLst>
          </p:cNvPr>
          <p:cNvCxnSpPr/>
          <p:nvPr/>
        </p:nvCxnSpPr>
        <p:spPr>
          <a:xfrm xmlns:a="http://schemas.openxmlformats.org/drawingml/2006/main" flipH="0" flipV="0">
            <a:off x="5506019" y="2952043"/>
            <a:ext cx="61214" cy="20841"/>
          </a:xfrm>
          <a:prstGeom xmlns:a="http://schemas.openxmlformats.org/drawingml/2006/main" prst="straightConnector1">
            <a:avLst/>
          </a:prstGeom>
          <a:ln xmlns:a="http://schemas.openxmlformats.org/drawingml/2006/main" w="6191">
            <a:solidFill>
              <a:srgbClr val="A9B8C2"/>
            </a:solidFill>
            <a:prstDash val="solid"/>
          </a:ln>
        </p:spPr>
      </p:cxnSp>
      <p:cxnSp>
        <p:nvCxnSpPr>
          <p:cNvPr id="872" name="">
            <a:extLst xmlns:a="http://schemas.openxmlformats.org/drawingml/2006/main">
              <a:ext uri="{FF2B5EF4-FFF2-40B4-BE49-F238E27FC236}">
                <a16:creationId xmlns:a16="http://schemas.microsoft.com/office/drawing/2014/main" id="{3A68E454-014A-4F43-9935-ACD7C63FA679}"/>
              </a:ext>
            </a:extLst>
          </p:cNvPr>
          <p:cNvCxnSpPr/>
          <p:nvPr/>
        </p:nvCxnSpPr>
        <p:spPr>
          <a:xfrm xmlns:a="http://schemas.openxmlformats.org/drawingml/2006/main" flipH="0" flipV="0">
            <a:off x="5567233" y="2972884"/>
            <a:ext cx="61190" cy="20841"/>
          </a:xfrm>
          <a:prstGeom xmlns:a="http://schemas.openxmlformats.org/drawingml/2006/main" prst="straightConnector1">
            <a:avLst/>
          </a:prstGeom>
          <a:ln xmlns:a="http://schemas.openxmlformats.org/drawingml/2006/main" w="6191">
            <a:solidFill>
              <a:srgbClr val="A9B8C2"/>
            </a:solidFill>
            <a:prstDash val="solid"/>
          </a:ln>
        </p:spPr>
      </p:cxnSp>
      <p:cxnSp>
        <p:nvCxnSpPr>
          <p:cNvPr id="873" name="">
            <a:extLst xmlns:a="http://schemas.openxmlformats.org/drawingml/2006/main">
              <a:ext uri="{FF2B5EF4-FFF2-40B4-BE49-F238E27FC236}">
                <a16:creationId xmlns:a16="http://schemas.microsoft.com/office/drawing/2014/main" id="{58523F61-EAD7-41CF-BBA2-E30AAFDDA397}"/>
              </a:ext>
            </a:extLst>
          </p:cNvPr>
          <p:cNvCxnSpPr/>
          <p:nvPr/>
        </p:nvCxnSpPr>
        <p:spPr>
          <a:xfrm xmlns:a="http://schemas.openxmlformats.org/drawingml/2006/main" flipH="0" flipV="0">
            <a:off x="5628424" y="2993724"/>
            <a:ext cx="61214" cy="20841"/>
          </a:xfrm>
          <a:prstGeom xmlns:a="http://schemas.openxmlformats.org/drawingml/2006/main" prst="straightConnector1">
            <a:avLst/>
          </a:prstGeom>
          <a:ln xmlns:a="http://schemas.openxmlformats.org/drawingml/2006/main" w="6191">
            <a:solidFill>
              <a:srgbClr val="A9B8C2"/>
            </a:solidFill>
            <a:prstDash val="solid"/>
          </a:ln>
        </p:spPr>
      </p:cxnSp>
      <p:cxnSp>
        <p:nvCxnSpPr>
          <p:cNvPr id="874" name="">
            <a:extLst xmlns:a="http://schemas.openxmlformats.org/drawingml/2006/main">
              <a:ext uri="{FF2B5EF4-FFF2-40B4-BE49-F238E27FC236}">
                <a16:creationId xmlns:a16="http://schemas.microsoft.com/office/drawing/2014/main" id="{A5B4FEE2-740B-4E33-A929-B1EE18AF3993}"/>
              </a:ext>
            </a:extLst>
          </p:cNvPr>
          <p:cNvCxnSpPr/>
          <p:nvPr/>
        </p:nvCxnSpPr>
        <p:spPr>
          <a:xfrm xmlns:a="http://schemas.openxmlformats.org/drawingml/2006/main" flipH="0" flipV="0">
            <a:off x="5261776" y="3378444"/>
            <a:ext cx="64065" cy="3181"/>
          </a:xfrm>
          <a:prstGeom xmlns:a="http://schemas.openxmlformats.org/drawingml/2006/main" prst="straightConnector1">
            <a:avLst/>
          </a:prstGeom>
          <a:ln xmlns:a="http://schemas.openxmlformats.org/drawingml/2006/main" w="6191">
            <a:solidFill>
              <a:srgbClr val="A9B8C2"/>
            </a:solidFill>
            <a:prstDash val="solid"/>
          </a:ln>
        </p:spPr>
      </p:cxnSp>
      <p:cxnSp>
        <p:nvCxnSpPr>
          <p:cNvPr id="875" name="">
            <a:extLst xmlns:a="http://schemas.openxmlformats.org/drawingml/2006/main">
              <a:ext uri="{FF2B5EF4-FFF2-40B4-BE49-F238E27FC236}">
                <a16:creationId xmlns:a16="http://schemas.microsoft.com/office/drawing/2014/main" id="{ED67EC7C-445C-4DF9-BFAC-9308880B8DCD}"/>
              </a:ext>
            </a:extLst>
          </p:cNvPr>
          <p:cNvCxnSpPr/>
          <p:nvPr/>
        </p:nvCxnSpPr>
        <p:spPr>
          <a:xfrm xmlns:a="http://schemas.openxmlformats.org/drawingml/2006/main" flipH="0" flipV="0">
            <a:off x="5325841" y="3381625"/>
            <a:ext cx="64053" cy="3169"/>
          </a:xfrm>
          <a:prstGeom xmlns:a="http://schemas.openxmlformats.org/drawingml/2006/main" prst="straightConnector1">
            <a:avLst/>
          </a:prstGeom>
          <a:ln xmlns:a="http://schemas.openxmlformats.org/drawingml/2006/main" w="6191">
            <a:solidFill>
              <a:srgbClr val="A9B8C2"/>
            </a:solidFill>
            <a:prstDash val="solid"/>
          </a:ln>
        </p:spPr>
      </p:cxnSp>
      <p:cxnSp>
        <p:nvCxnSpPr>
          <p:cNvPr id="876" name="">
            <a:extLst xmlns:a="http://schemas.openxmlformats.org/drawingml/2006/main">
              <a:ext uri="{FF2B5EF4-FFF2-40B4-BE49-F238E27FC236}">
                <a16:creationId xmlns:a16="http://schemas.microsoft.com/office/drawing/2014/main" id="{7DE796D3-3ED0-4850-A006-6F23E5C23AE4}"/>
              </a:ext>
            </a:extLst>
          </p:cNvPr>
          <p:cNvCxnSpPr/>
          <p:nvPr/>
        </p:nvCxnSpPr>
        <p:spPr>
          <a:xfrm xmlns:a="http://schemas.openxmlformats.org/drawingml/2006/main" flipH="0" flipV="0">
            <a:off x="5389894" y="3384794"/>
            <a:ext cx="64065" cy="3181"/>
          </a:xfrm>
          <a:prstGeom xmlns:a="http://schemas.openxmlformats.org/drawingml/2006/main" prst="straightConnector1">
            <a:avLst/>
          </a:prstGeom>
          <a:ln xmlns:a="http://schemas.openxmlformats.org/drawingml/2006/main" w="6191">
            <a:solidFill>
              <a:srgbClr val="A9B8C2"/>
            </a:solidFill>
            <a:prstDash val="solid"/>
          </a:ln>
        </p:spPr>
      </p:cxnSp>
      <p:cxnSp>
        <p:nvCxnSpPr>
          <p:cNvPr id="877" name="">
            <a:extLst xmlns:a="http://schemas.openxmlformats.org/drawingml/2006/main">
              <a:ext uri="{FF2B5EF4-FFF2-40B4-BE49-F238E27FC236}">
                <a16:creationId xmlns:a16="http://schemas.microsoft.com/office/drawing/2014/main" id="{6AC5BC7F-264F-44F2-992D-B473A37C7927}"/>
              </a:ext>
            </a:extLst>
          </p:cNvPr>
          <p:cNvCxnSpPr/>
          <p:nvPr/>
        </p:nvCxnSpPr>
        <p:spPr>
          <a:xfrm xmlns:a="http://schemas.openxmlformats.org/drawingml/2006/main" flipH="0" flipV="0">
            <a:off x="5495982" y="3031966"/>
            <a:ext cx="61497" cy="20593"/>
          </a:xfrm>
          <a:prstGeom xmlns:a="http://schemas.openxmlformats.org/drawingml/2006/main" prst="straightConnector1">
            <a:avLst/>
          </a:prstGeom>
          <a:ln xmlns:a="http://schemas.openxmlformats.org/drawingml/2006/main" w="6191">
            <a:solidFill>
              <a:srgbClr val="A9B8C2"/>
            </a:solidFill>
            <a:prstDash val="solid"/>
          </a:ln>
        </p:spPr>
      </p:cxnSp>
      <p:cxnSp>
        <p:nvCxnSpPr>
          <p:cNvPr id="878" name="">
            <a:extLst xmlns:a="http://schemas.openxmlformats.org/drawingml/2006/main">
              <a:ext uri="{FF2B5EF4-FFF2-40B4-BE49-F238E27FC236}">
                <a16:creationId xmlns:a16="http://schemas.microsoft.com/office/drawing/2014/main" id="{7EDCE8C3-61AC-4004-8B1F-D1D8A6841AAF}"/>
              </a:ext>
            </a:extLst>
          </p:cNvPr>
          <p:cNvCxnSpPr/>
          <p:nvPr/>
        </p:nvCxnSpPr>
        <p:spPr>
          <a:xfrm xmlns:a="http://schemas.openxmlformats.org/drawingml/2006/main" flipH="0" flipV="0">
            <a:off x="5557479" y="3052559"/>
            <a:ext cx="45981" cy="18461"/>
          </a:xfrm>
          <a:prstGeom xmlns:a="http://schemas.openxmlformats.org/drawingml/2006/main" prst="straightConnector1">
            <a:avLst/>
          </a:prstGeom>
          <a:ln xmlns:a="http://schemas.openxmlformats.org/drawingml/2006/main" w="6191">
            <a:solidFill>
              <a:srgbClr val="A9B8C2"/>
            </a:solidFill>
            <a:prstDash val="solid"/>
          </a:ln>
        </p:spPr>
      </p:cxnSp>
      <p:cxnSp>
        <p:nvCxnSpPr>
          <p:cNvPr id="879" name="">
            <a:extLst xmlns:a="http://schemas.openxmlformats.org/drawingml/2006/main">
              <a:ext uri="{FF2B5EF4-FFF2-40B4-BE49-F238E27FC236}">
                <a16:creationId xmlns:a16="http://schemas.microsoft.com/office/drawing/2014/main" id="{2CFF5820-392F-4D82-9C07-03E4BBFB8766}"/>
              </a:ext>
            </a:extLst>
          </p:cNvPr>
          <p:cNvCxnSpPr/>
          <p:nvPr/>
        </p:nvCxnSpPr>
        <p:spPr>
          <a:xfrm xmlns:a="http://schemas.openxmlformats.org/drawingml/2006/main" flipH="1" flipV="0">
            <a:off x="5588416" y="3071020"/>
            <a:ext cx="15044" cy="60319"/>
          </a:xfrm>
          <a:prstGeom xmlns:a="http://schemas.openxmlformats.org/drawingml/2006/main" prst="straightConnector1">
            <a:avLst/>
          </a:prstGeom>
          <a:ln xmlns:a="http://schemas.openxmlformats.org/drawingml/2006/main" w="6191">
            <a:solidFill>
              <a:srgbClr val="A9B8C2"/>
            </a:solidFill>
            <a:prstDash val="solid"/>
          </a:ln>
        </p:spPr>
      </p:cxnSp>
      <p:cxnSp>
        <p:nvCxnSpPr>
          <p:cNvPr id="880" name="">
            <a:extLst xmlns:a="http://schemas.openxmlformats.org/drawingml/2006/main">
              <a:ext uri="{FF2B5EF4-FFF2-40B4-BE49-F238E27FC236}">
                <a16:creationId xmlns:a16="http://schemas.microsoft.com/office/drawing/2014/main" id="{F8F1EB42-0F09-44A6-8723-4DC04D8A1A34}"/>
              </a:ext>
            </a:extLst>
          </p:cNvPr>
          <p:cNvCxnSpPr/>
          <p:nvPr/>
        </p:nvCxnSpPr>
        <p:spPr>
          <a:xfrm xmlns:a="http://schemas.openxmlformats.org/drawingml/2006/main" flipH="0" flipV="0">
            <a:off x="5267066" y="3452323"/>
            <a:ext cx="57939" cy="2144"/>
          </a:xfrm>
          <a:prstGeom xmlns:a="http://schemas.openxmlformats.org/drawingml/2006/main" prst="straightConnector1">
            <a:avLst/>
          </a:prstGeom>
          <a:ln xmlns:a="http://schemas.openxmlformats.org/drawingml/2006/main" w="6191">
            <a:solidFill>
              <a:srgbClr val="A9B8C2"/>
            </a:solidFill>
            <a:prstDash val="solid"/>
          </a:ln>
        </p:spPr>
      </p:cxnSp>
      <p:cxnSp>
        <p:nvCxnSpPr>
          <p:cNvPr id="881" name="">
            <a:extLst xmlns:a="http://schemas.openxmlformats.org/drawingml/2006/main">
              <a:ext uri="{FF2B5EF4-FFF2-40B4-BE49-F238E27FC236}">
                <a16:creationId xmlns:a16="http://schemas.microsoft.com/office/drawing/2014/main" id="{55B71A8B-E971-469E-951F-2F71A75D443B}"/>
              </a:ext>
            </a:extLst>
          </p:cNvPr>
          <p:cNvCxnSpPr/>
          <p:nvPr/>
        </p:nvCxnSpPr>
        <p:spPr>
          <a:xfrm xmlns:a="http://schemas.openxmlformats.org/drawingml/2006/main" flipH="0" flipV="0">
            <a:off x="5325004" y="3454467"/>
            <a:ext cx="57927" cy="2144"/>
          </a:xfrm>
          <a:prstGeom xmlns:a="http://schemas.openxmlformats.org/drawingml/2006/main" prst="straightConnector1">
            <a:avLst/>
          </a:prstGeom>
          <a:ln xmlns:a="http://schemas.openxmlformats.org/drawingml/2006/main" w="6191">
            <a:solidFill>
              <a:srgbClr val="A9B8C2"/>
            </a:solidFill>
            <a:prstDash val="solid"/>
          </a:ln>
        </p:spPr>
      </p:cxnSp>
      <p:cxnSp>
        <p:nvCxnSpPr>
          <p:cNvPr id="882" name="">
            <a:extLst xmlns:a="http://schemas.openxmlformats.org/drawingml/2006/main">
              <a:ext uri="{FF2B5EF4-FFF2-40B4-BE49-F238E27FC236}">
                <a16:creationId xmlns:a16="http://schemas.microsoft.com/office/drawing/2014/main" id="{7D9CE2DC-E63C-4C7B-AD6B-6AEC07120DCF}"/>
              </a:ext>
            </a:extLst>
          </p:cNvPr>
          <p:cNvCxnSpPr/>
          <p:nvPr/>
        </p:nvCxnSpPr>
        <p:spPr>
          <a:xfrm xmlns:a="http://schemas.openxmlformats.org/drawingml/2006/main" flipH="0" flipV="0">
            <a:off x="5382932" y="3456611"/>
            <a:ext cx="57927" cy="2144"/>
          </a:xfrm>
          <a:prstGeom xmlns:a="http://schemas.openxmlformats.org/drawingml/2006/main" prst="straightConnector1">
            <a:avLst/>
          </a:prstGeom>
          <a:ln xmlns:a="http://schemas.openxmlformats.org/drawingml/2006/main" w="6191">
            <a:solidFill>
              <a:srgbClr val="A9B8C2"/>
            </a:solidFill>
            <a:prstDash val="solid"/>
          </a:ln>
        </p:spPr>
      </p:cxnSp>
      <p:cxnSp>
        <p:nvCxnSpPr>
          <p:cNvPr id="883" name="">
            <a:extLst xmlns:a="http://schemas.openxmlformats.org/drawingml/2006/main">
              <a:ext uri="{FF2B5EF4-FFF2-40B4-BE49-F238E27FC236}">
                <a16:creationId xmlns:a16="http://schemas.microsoft.com/office/drawing/2014/main" id="{1B50E4E5-7F1F-48BC-AC5E-3692066D93F3}"/>
              </a:ext>
            </a:extLst>
          </p:cNvPr>
          <p:cNvCxnSpPr/>
          <p:nvPr/>
        </p:nvCxnSpPr>
        <p:spPr>
          <a:xfrm xmlns:a="http://schemas.openxmlformats.org/drawingml/2006/main" flipH="0" flipV="0">
            <a:off x="5271236" y="3521631"/>
            <a:ext cx="54581" cy="8753"/>
          </a:xfrm>
          <a:prstGeom xmlns:a="http://schemas.openxmlformats.org/drawingml/2006/main" prst="straightConnector1">
            <a:avLst/>
          </a:prstGeom>
          <a:ln xmlns:a="http://schemas.openxmlformats.org/drawingml/2006/main" w="6191">
            <a:solidFill>
              <a:srgbClr val="A9B8C2"/>
            </a:solidFill>
            <a:prstDash val="solid"/>
          </a:ln>
        </p:spPr>
      </p:cxnSp>
      <p:cxnSp>
        <p:nvCxnSpPr>
          <p:cNvPr id="884" name="">
            <a:extLst xmlns:a="http://schemas.openxmlformats.org/drawingml/2006/main">
              <a:ext uri="{FF2B5EF4-FFF2-40B4-BE49-F238E27FC236}">
                <a16:creationId xmlns:a16="http://schemas.microsoft.com/office/drawing/2014/main" id="{93E115B7-9143-41FB-8E86-DB0389CDE8BF}"/>
              </a:ext>
            </a:extLst>
          </p:cNvPr>
          <p:cNvCxnSpPr/>
          <p:nvPr/>
        </p:nvCxnSpPr>
        <p:spPr>
          <a:xfrm xmlns:a="http://schemas.openxmlformats.org/drawingml/2006/main" flipH="0" flipV="0">
            <a:off x="5325817" y="3530384"/>
            <a:ext cx="54570" cy="8765"/>
          </a:xfrm>
          <a:prstGeom xmlns:a="http://schemas.openxmlformats.org/drawingml/2006/main" prst="straightConnector1">
            <a:avLst/>
          </a:prstGeom>
          <a:ln xmlns:a="http://schemas.openxmlformats.org/drawingml/2006/main" w="6191">
            <a:solidFill>
              <a:srgbClr val="A9B8C2"/>
            </a:solidFill>
            <a:prstDash val="solid"/>
          </a:ln>
        </p:spPr>
      </p:cxnSp>
      <p:cxnSp>
        <p:nvCxnSpPr>
          <p:cNvPr id="885" name="">
            <a:extLst xmlns:a="http://schemas.openxmlformats.org/drawingml/2006/main">
              <a:ext uri="{FF2B5EF4-FFF2-40B4-BE49-F238E27FC236}">
                <a16:creationId xmlns:a16="http://schemas.microsoft.com/office/drawing/2014/main" id="{89B10DB0-FE38-4595-8DA1-CCAD1A9BFF01}"/>
              </a:ext>
            </a:extLst>
          </p:cNvPr>
          <p:cNvCxnSpPr/>
          <p:nvPr/>
        </p:nvCxnSpPr>
        <p:spPr>
          <a:xfrm xmlns:a="http://schemas.openxmlformats.org/drawingml/2006/main" flipH="0" flipV="0">
            <a:off x="5380387" y="3539149"/>
            <a:ext cx="54581" cy="8753"/>
          </a:xfrm>
          <a:prstGeom xmlns:a="http://schemas.openxmlformats.org/drawingml/2006/main" prst="straightConnector1">
            <a:avLst/>
          </a:prstGeom>
          <a:ln xmlns:a="http://schemas.openxmlformats.org/drawingml/2006/main" w="6191">
            <a:solidFill>
              <a:srgbClr val="A9B8C2"/>
            </a:solidFill>
            <a:prstDash val="solid"/>
          </a:ln>
        </p:spPr>
      </p:cxnSp>
      <p:cxnSp>
        <p:nvCxnSpPr>
          <p:cNvPr id="886" name="">
            <a:extLst xmlns:a="http://schemas.openxmlformats.org/drawingml/2006/main">
              <a:ext uri="{FF2B5EF4-FFF2-40B4-BE49-F238E27FC236}">
                <a16:creationId xmlns:a16="http://schemas.microsoft.com/office/drawing/2014/main" id="{245CA506-F7A2-4011-828C-E56D7512AC46}"/>
              </a:ext>
            </a:extLst>
          </p:cNvPr>
          <p:cNvCxnSpPr/>
          <p:nvPr/>
        </p:nvCxnSpPr>
        <p:spPr>
          <a:xfrm xmlns:a="http://schemas.openxmlformats.org/drawingml/2006/main" flipH="0" flipV="0">
            <a:off x="5476414" y="3182774"/>
            <a:ext cx="47124" cy="10332"/>
          </a:xfrm>
          <a:prstGeom xmlns:a="http://schemas.openxmlformats.org/drawingml/2006/main" prst="straightConnector1">
            <a:avLst/>
          </a:prstGeom>
          <a:ln xmlns:a="http://schemas.openxmlformats.org/drawingml/2006/main" w="6191">
            <a:solidFill>
              <a:srgbClr val="A9B8C2"/>
            </a:solidFill>
            <a:prstDash val="solid"/>
          </a:ln>
        </p:spPr>
      </p:cxnSp>
      <p:cxnSp>
        <p:nvCxnSpPr>
          <p:cNvPr id="887" name="">
            <a:extLst xmlns:a="http://schemas.openxmlformats.org/drawingml/2006/main">
              <a:ext uri="{FF2B5EF4-FFF2-40B4-BE49-F238E27FC236}">
                <a16:creationId xmlns:a16="http://schemas.microsoft.com/office/drawing/2014/main" id="{15A7053B-4685-4F14-B316-56BB75C58538}"/>
              </a:ext>
            </a:extLst>
          </p:cNvPr>
          <p:cNvCxnSpPr/>
          <p:nvPr/>
        </p:nvCxnSpPr>
        <p:spPr>
          <a:xfrm xmlns:a="http://schemas.openxmlformats.org/drawingml/2006/main" flipH="0" flipV="0">
            <a:off x="5523538" y="3193106"/>
            <a:ext cx="47136" cy="10332"/>
          </a:xfrm>
          <a:prstGeom xmlns:a="http://schemas.openxmlformats.org/drawingml/2006/main" prst="straightConnector1">
            <a:avLst/>
          </a:prstGeom>
          <a:ln xmlns:a="http://schemas.openxmlformats.org/drawingml/2006/main" w="6191">
            <a:solidFill>
              <a:srgbClr val="A9B8C2"/>
            </a:solidFill>
            <a:prstDash val="solid"/>
          </a:ln>
        </p:spPr>
      </p:cxnSp>
      <p:cxnSp>
        <p:nvCxnSpPr>
          <p:cNvPr id="888" name="">
            <a:extLst xmlns:a="http://schemas.openxmlformats.org/drawingml/2006/main">
              <a:ext uri="{FF2B5EF4-FFF2-40B4-BE49-F238E27FC236}">
                <a16:creationId xmlns:a16="http://schemas.microsoft.com/office/drawing/2014/main" id="{BC713D07-4C7F-4D25-8BC8-94D4EB1DEFF8}"/>
              </a:ext>
            </a:extLst>
          </p:cNvPr>
          <p:cNvCxnSpPr/>
          <p:nvPr/>
        </p:nvCxnSpPr>
        <p:spPr>
          <a:xfrm xmlns:a="http://schemas.openxmlformats.org/drawingml/2006/main" flipH="0" flipV="0">
            <a:off x="5278823" y="3606218"/>
            <a:ext cx="48373" cy="9201"/>
          </a:xfrm>
          <a:prstGeom xmlns:a="http://schemas.openxmlformats.org/drawingml/2006/main" prst="straightConnector1">
            <a:avLst/>
          </a:prstGeom>
          <a:ln xmlns:a="http://schemas.openxmlformats.org/drawingml/2006/main" w="6191">
            <a:solidFill>
              <a:srgbClr val="A9B8C2"/>
            </a:solidFill>
            <a:prstDash val="solid"/>
          </a:ln>
        </p:spPr>
      </p:cxnSp>
      <p:cxnSp>
        <p:nvCxnSpPr>
          <p:cNvPr id="889" name="">
            <a:extLst xmlns:a="http://schemas.openxmlformats.org/drawingml/2006/main">
              <a:ext uri="{FF2B5EF4-FFF2-40B4-BE49-F238E27FC236}">
                <a16:creationId xmlns:a16="http://schemas.microsoft.com/office/drawing/2014/main" id="{10BB5C21-EE28-4D6F-B804-C56360466341}"/>
              </a:ext>
            </a:extLst>
          </p:cNvPr>
          <p:cNvCxnSpPr/>
          <p:nvPr/>
        </p:nvCxnSpPr>
        <p:spPr>
          <a:xfrm xmlns:a="http://schemas.openxmlformats.org/drawingml/2006/main" flipH="0" flipV="0">
            <a:off x="5327196" y="3615419"/>
            <a:ext cx="48361" cy="9189"/>
          </a:xfrm>
          <a:prstGeom xmlns:a="http://schemas.openxmlformats.org/drawingml/2006/main" prst="straightConnector1">
            <a:avLst/>
          </a:prstGeom>
          <a:ln xmlns:a="http://schemas.openxmlformats.org/drawingml/2006/main" w="6191">
            <a:solidFill>
              <a:srgbClr val="A9B8C2"/>
            </a:solidFill>
            <a:prstDash val="solid"/>
          </a:ln>
        </p:spPr>
      </p:cxnSp>
      <p:cxnSp>
        <p:nvCxnSpPr>
          <p:cNvPr id="890" name="">
            <a:extLst xmlns:a="http://schemas.openxmlformats.org/drawingml/2006/main">
              <a:ext uri="{FF2B5EF4-FFF2-40B4-BE49-F238E27FC236}">
                <a16:creationId xmlns:a16="http://schemas.microsoft.com/office/drawing/2014/main" id="{8B9EEAB4-0C4E-4EC3-94C1-D3AF2AE9F22F}"/>
              </a:ext>
            </a:extLst>
          </p:cNvPr>
          <p:cNvCxnSpPr/>
          <p:nvPr/>
        </p:nvCxnSpPr>
        <p:spPr>
          <a:xfrm xmlns:a="http://schemas.openxmlformats.org/drawingml/2006/main" flipH="0" flipV="0">
            <a:off x="5375557" y="3624608"/>
            <a:ext cx="48373" cy="9189"/>
          </a:xfrm>
          <a:prstGeom xmlns:a="http://schemas.openxmlformats.org/drawingml/2006/main" prst="straightConnector1">
            <a:avLst/>
          </a:prstGeom>
          <a:ln xmlns:a="http://schemas.openxmlformats.org/drawingml/2006/main" w="6191">
            <a:solidFill>
              <a:srgbClr val="A9B8C2"/>
            </a:solidFill>
            <a:prstDash val="solid"/>
          </a:ln>
        </p:spPr>
      </p:cxnSp>
      <p:cxnSp>
        <p:nvCxnSpPr>
          <p:cNvPr id="891" name="">
            <a:extLst xmlns:a="http://schemas.openxmlformats.org/drawingml/2006/main">
              <a:ext uri="{FF2B5EF4-FFF2-40B4-BE49-F238E27FC236}">
                <a16:creationId xmlns:a16="http://schemas.microsoft.com/office/drawing/2014/main" id="{DE5D89C7-893B-4FA9-979E-C6DA0D448550}"/>
              </a:ext>
            </a:extLst>
          </p:cNvPr>
          <p:cNvCxnSpPr/>
          <p:nvPr/>
        </p:nvCxnSpPr>
        <p:spPr>
          <a:xfrm xmlns:a="http://schemas.openxmlformats.org/drawingml/2006/main" flipH="1" flipV="1">
            <a:off x="5537310" y="3120335"/>
            <a:ext cx="51106" cy="11003"/>
          </a:xfrm>
          <a:prstGeom xmlns:a="http://schemas.openxmlformats.org/drawingml/2006/main" prst="straightConnector1">
            <a:avLst/>
          </a:prstGeom>
          <a:ln xmlns:a="http://schemas.openxmlformats.org/drawingml/2006/main" w="6191">
            <a:solidFill>
              <a:srgbClr val="A9B8C2"/>
            </a:solidFill>
            <a:prstDash val="solid"/>
          </a:ln>
        </p:spPr>
      </p:cxnSp>
      <p:cxnSp>
        <p:nvCxnSpPr>
          <p:cNvPr id="892" name="">
            <a:extLst xmlns:a="http://schemas.openxmlformats.org/drawingml/2006/main">
              <a:ext uri="{FF2B5EF4-FFF2-40B4-BE49-F238E27FC236}">
                <a16:creationId xmlns:a16="http://schemas.microsoft.com/office/drawing/2014/main" id="{30B56823-8D80-4741-8BFB-C01BB413D285}"/>
              </a:ext>
            </a:extLst>
          </p:cNvPr>
          <p:cNvCxnSpPr/>
          <p:nvPr/>
        </p:nvCxnSpPr>
        <p:spPr>
          <a:xfrm xmlns:a="http://schemas.openxmlformats.org/drawingml/2006/main" flipH="1" flipV="1">
            <a:off x="5486192" y="3109331"/>
            <a:ext cx="51118" cy="11003"/>
          </a:xfrm>
          <a:prstGeom xmlns:a="http://schemas.openxmlformats.org/drawingml/2006/main" prst="straightConnector1">
            <a:avLst/>
          </a:prstGeom>
          <a:ln xmlns:a="http://schemas.openxmlformats.org/drawingml/2006/main" w="6191">
            <a:solidFill>
              <a:srgbClr val="A9B8C2"/>
            </a:solidFill>
            <a:prstDash val="solid"/>
          </a:ln>
        </p:spPr>
      </p:cxnSp>
      <p:cxnSp>
        <p:nvCxnSpPr>
          <p:cNvPr id="893" name="">
            <a:extLst xmlns:a="http://schemas.openxmlformats.org/drawingml/2006/main">
              <a:ext uri="{FF2B5EF4-FFF2-40B4-BE49-F238E27FC236}">
                <a16:creationId xmlns:a16="http://schemas.microsoft.com/office/drawing/2014/main" id="{4616C4C5-A7C1-48C5-9270-3E92AC33D910}"/>
              </a:ext>
            </a:extLst>
          </p:cNvPr>
          <p:cNvCxnSpPr/>
          <p:nvPr/>
        </p:nvCxnSpPr>
        <p:spPr>
          <a:xfrm xmlns:a="http://schemas.openxmlformats.org/drawingml/2006/main" flipH="0" flipV="0">
            <a:off x="5453959" y="3387975"/>
            <a:ext cx="61002" cy="6821"/>
          </a:xfrm>
          <a:prstGeom xmlns:a="http://schemas.openxmlformats.org/drawingml/2006/main" prst="straightConnector1">
            <a:avLst/>
          </a:prstGeom>
          <a:ln xmlns:a="http://schemas.openxmlformats.org/drawingml/2006/main" w="6191">
            <a:solidFill>
              <a:srgbClr val="A9B8C2"/>
            </a:solidFill>
            <a:prstDash val="solid"/>
          </a:ln>
        </p:spPr>
      </p:cxnSp>
      <p:cxnSp>
        <p:nvCxnSpPr>
          <p:cNvPr id="894" name="">
            <a:extLst xmlns:a="http://schemas.openxmlformats.org/drawingml/2006/main">
              <a:ext uri="{FF2B5EF4-FFF2-40B4-BE49-F238E27FC236}">
                <a16:creationId xmlns:a16="http://schemas.microsoft.com/office/drawing/2014/main" id="{94BF03B5-E7A0-433F-8456-AEB9DE12AF8F}"/>
              </a:ext>
            </a:extLst>
          </p:cNvPr>
          <p:cNvCxnSpPr/>
          <p:nvPr/>
        </p:nvCxnSpPr>
        <p:spPr>
          <a:xfrm xmlns:a="http://schemas.openxmlformats.org/drawingml/2006/main" flipH="0" flipV="0">
            <a:off x="5514961" y="3394796"/>
            <a:ext cx="1508" cy="36827"/>
          </a:xfrm>
          <a:prstGeom xmlns:a="http://schemas.openxmlformats.org/drawingml/2006/main" prst="straightConnector1">
            <a:avLst/>
          </a:prstGeom>
          <a:ln xmlns:a="http://schemas.openxmlformats.org/drawingml/2006/main" w="6191">
            <a:solidFill>
              <a:srgbClr val="A9B8C2"/>
            </a:solidFill>
            <a:prstDash val="solid"/>
          </a:ln>
        </p:spPr>
      </p:cxnSp>
      <p:cxnSp>
        <p:nvCxnSpPr>
          <p:cNvPr id="895" name="">
            <a:extLst xmlns:a="http://schemas.openxmlformats.org/drawingml/2006/main">
              <a:ext uri="{FF2B5EF4-FFF2-40B4-BE49-F238E27FC236}">
                <a16:creationId xmlns:a16="http://schemas.microsoft.com/office/drawing/2014/main" id="{76F4C794-00B0-41F5-80DA-B857C392DFFF}"/>
              </a:ext>
            </a:extLst>
          </p:cNvPr>
          <p:cNvCxnSpPr/>
          <p:nvPr/>
        </p:nvCxnSpPr>
        <p:spPr>
          <a:xfrm xmlns:a="http://schemas.openxmlformats.org/drawingml/2006/main" flipH="0" flipV="0">
            <a:off x="5283653" y="3692584"/>
            <a:ext cx="65491" cy="13053"/>
          </a:xfrm>
          <a:prstGeom xmlns:a="http://schemas.openxmlformats.org/drawingml/2006/main" prst="straightConnector1">
            <a:avLst/>
          </a:prstGeom>
          <a:ln xmlns:a="http://schemas.openxmlformats.org/drawingml/2006/main" w="6191">
            <a:solidFill>
              <a:srgbClr val="A9B8C2"/>
            </a:solidFill>
            <a:prstDash val="solid"/>
          </a:ln>
        </p:spPr>
      </p:cxnSp>
      <p:cxnSp>
        <p:nvCxnSpPr>
          <p:cNvPr id="896" name="">
            <a:extLst xmlns:a="http://schemas.openxmlformats.org/drawingml/2006/main">
              <a:ext uri="{FF2B5EF4-FFF2-40B4-BE49-F238E27FC236}">
                <a16:creationId xmlns:a16="http://schemas.microsoft.com/office/drawing/2014/main" id="{4747225D-D9B1-479F-A188-1DBF4B779765}"/>
              </a:ext>
            </a:extLst>
          </p:cNvPr>
          <p:cNvCxnSpPr/>
          <p:nvPr/>
        </p:nvCxnSpPr>
        <p:spPr>
          <a:xfrm xmlns:a="http://schemas.openxmlformats.org/drawingml/2006/main" flipH="0" flipV="0">
            <a:off x="5349144" y="3705638"/>
            <a:ext cx="65491" cy="13065"/>
          </a:xfrm>
          <a:prstGeom xmlns:a="http://schemas.openxmlformats.org/drawingml/2006/main" prst="straightConnector1">
            <a:avLst/>
          </a:prstGeom>
          <a:ln xmlns:a="http://schemas.openxmlformats.org/drawingml/2006/main" w="6191">
            <a:solidFill>
              <a:srgbClr val="A9B8C2"/>
            </a:solidFill>
            <a:prstDash val="solid"/>
          </a:ln>
        </p:spPr>
      </p:cxnSp>
      <p:cxnSp>
        <p:nvCxnSpPr>
          <p:cNvPr id="897" name="">
            <a:extLst xmlns:a="http://schemas.openxmlformats.org/drawingml/2006/main">
              <a:ext uri="{FF2B5EF4-FFF2-40B4-BE49-F238E27FC236}">
                <a16:creationId xmlns:a16="http://schemas.microsoft.com/office/drawing/2014/main" id="{DFC6C360-F7E7-43A5-8FDF-82B526092A95}"/>
              </a:ext>
            </a:extLst>
          </p:cNvPr>
          <p:cNvCxnSpPr/>
          <p:nvPr/>
        </p:nvCxnSpPr>
        <p:spPr>
          <a:xfrm xmlns:a="http://schemas.openxmlformats.org/drawingml/2006/main" flipH="1" flipV="0">
            <a:off x="5677009" y="3014565"/>
            <a:ext cx="12629" cy="51813"/>
          </a:xfrm>
          <a:prstGeom xmlns:a="http://schemas.openxmlformats.org/drawingml/2006/main" prst="straightConnector1">
            <a:avLst/>
          </a:prstGeom>
          <a:ln xmlns:a="http://schemas.openxmlformats.org/drawingml/2006/main" w="6191">
            <a:solidFill>
              <a:srgbClr val="A9B8C2"/>
            </a:solidFill>
            <a:prstDash val="solid"/>
          </a:ln>
        </p:spPr>
      </p:cxnSp>
      <p:cxnSp>
        <p:nvCxnSpPr>
          <p:cNvPr id="898" name="">
            <a:extLst xmlns:a="http://schemas.openxmlformats.org/drawingml/2006/main">
              <a:ext uri="{FF2B5EF4-FFF2-40B4-BE49-F238E27FC236}">
                <a16:creationId xmlns:a16="http://schemas.microsoft.com/office/drawing/2014/main" id="{288C3C87-8E69-4A69-A3B9-F7749D44B787}"/>
              </a:ext>
            </a:extLst>
          </p:cNvPr>
          <p:cNvCxnSpPr/>
          <p:nvPr/>
        </p:nvCxnSpPr>
        <p:spPr>
          <a:xfrm xmlns:a="http://schemas.openxmlformats.org/drawingml/2006/main" flipH="1" flipV="0">
            <a:off x="5664391" y="3066378"/>
            <a:ext cx="12617" cy="51801"/>
          </a:xfrm>
          <a:prstGeom xmlns:a="http://schemas.openxmlformats.org/drawingml/2006/main" prst="straightConnector1">
            <a:avLst/>
          </a:prstGeom>
          <a:ln xmlns:a="http://schemas.openxmlformats.org/drawingml/2006/main" w="6191">
            <a:solidFill>
              <a:srgbClr val="A9B8C2"/>
            </a:solidFill>
            <a:prstDash val="solid"/>
          </a:ln>
        </p:spPr>
      </p:cxnSp>
      <p:cxnSp>
        <p:nvCxnSpPr>
          <p:cNvPr id="899" name="">
            <a:extLst xmlns:a="http://schemas.openxmlformats.org/drawingml/2006/main">
              <a:ext uri="{FF2B5EF4-FFF2-40B4-BE49-F238E27FC236}">
                <a16:creationId xmlns:a16="http://schemas.microsoft.com/office/drawing/2014/main" id="{C0E0C273-9243-4CF7-93C9-9E50DD811EAF}"/>
              </a:ext>
            </a:extLst>
          </p:cNvPr>
          <p:cNvCxnSpPr/>
          <p:nvPr/>
        </p:nvCxnSpPr>
        <p:spPr>
          <a:xfrm xmlns:a="http://schemas.openxmlformats.org/drawingml/2006/main" flipH="1" flipV="0">
            <a:off x="5651762" y="3118179"/>
            <a:ext cx="12629" cy="51813"/>
          </a:xfrm>
          <a:prstGeom xmlns:a="http://schemas.openxmlformats.org/drawingml/2006/main" prst="straightConnector1">
            <a:avLst/>
          </a:prstGeom>
          <a:ln xmlns:a="http://schemas.openxmlformats.org/drawingml/2006/main" w="6191">
            <a:solidFill>
              <a:srgbClr val="A9B8C2"/>
            </a:solidFill>
            <a:prstDash val="solid"/>
          </a:ln>
        </p:spPr>
      </p:cxnSp>
      <p:cxnSp>
        <p:nvCxnSpPr>
          <p:cNvPr id="900" name="">
            <a:extLst xmlns:a="http://schemas.openxmlformats.org/drawingml/2006/main">
              <a:ext uri="{FF2B5EF4-FFF2-40B4-BE49-F238E27FC236}">
                <a16:creationId xmlns:a16="http://schemas.microsoft.com/office/drawing/2014/main" id="{0CC2DC31-5F7F-4E86-8FD8-6C50853DBE3A}"/>
              </a:ext>
            </a:extLst>
          </p:cNvPr>
          <p:cNvCxnSpPr/>
          <p:nvPr/>
        </p:nvCxnSpPr>
        <p:spPr>
          <a:xfrm xmlns:a="http://schemas.openxmlformats.org/drawingml/2006/main" flipH="1" flipV="0">
            <a:off x="5639145" y="3169992"/>
            <a:ext cx="12617" cy="51813"/>
          </a:xfrm>
          <a:prstGeom xmlns:a="http://schemas.openxmlformats.org/drawingml/2006/main" prst="straightConnector1">
            <a:avLst/>
          </a:prstGeom>
          <a:ln xmlns:a="http://schemas.openxmlformats.org/drawingml/2006/main" w="6191">
            <a:solidFill>
              <a:srgbClr val="A9B8C2"/>
            </a:solidFill>
            <a:prstDash val="solid"/>
          </a:ln>
        </p:spPr>
      </p:cxnSp>
      <p:cxnSp>
        <p:nvCxnSpPr>
          <p:cNvPr id="901" name="">
            <a:extLst xmlns:a="http://schemas.openxmlformats.org/drawingml/2006/main">
              <a:ext uri="{FF2B5EF4-FFF2-40B4-BE49-F238E27FC236}">
                <a16:creationId xmlns:a16="http://schemas.microsoft.com/office/drawing/2014/main" id="{4043415C-489B-4DB6-BDD3-30075C339B6D}"/>
              </a:ext>
            </a:extLst>
          </p:cNvPr>
          <p:cNvCxnSpPr/>
          <p:nvPr/>
        </p:nvCxnSpPr>
        <p:spPr>
          <a:xfrm xmlns:a="http://schemas.openxmlformats.org/drawingml/2006/main" flipH="1" flipV="0">
            <a:off x="5437925" y="3458755"/>
            <a:ext cx="2933" cy="44567"/>
          </a:xfrm>
          <a:prstGeom xmlns:a="http://schemas.openxmlformats.org/drawingml/2006/main" prst="straightConnector1">
            <a:avLst/>
          </a:prstGeom>
          <a:ln xmlns:a="http://schemas.openxmlformats.org/drawingml/2006/main" w="6191">
            <a:solidFill>
              <a:srgbClr val="A9B8C2"/>
            </a:solidFill>
            <a:prstDash val="solid"/>
          </a:ln>
        </p:spPr>
      </p:cxnSp>
      <p:cxnSp>
        <p:nvCxnSpPr>
          <p:cNvPr id="902" name="">
            <a:extLst xmlns:a="http://schemas.openxmlformats.org/drawingml/2006/main">
              <a:ext uri="{FF2B5EF4-FFF2-40B4-BE49-F238E27FC236}">
                <a16:creationId xmlns:a16="http://schemas.microsoft.com/office/drawing/2014/main" id="{1E2FA750-1839-4128-A051-F0C845C3A5B9}"/>
              </a:ext>
            </a:extLst>
          </p:cNvPr>
          <p:cNvCxnSpPr/>
          <p:nvPr/>
        </p:nvCxnSpPr>
        <p:spPr>
          <a:xfrm xmlns:a="http://schemas.openxmlformats.org/drawingml/2006/main" flipH="1" flipV="0">
            <a:off x="5434968" y="3503323"/>
            <a:ext cx="2957" cy="44579"/>
          </a:xfrm>
          <a:prstGeom xmlns:a="http://schemas.openxmlformats.org/drawingml/2006/main" prst="straightConnector1">
            <a:avLst/>
          </a:prstGeom>
          <a:ln xmlns:a="http://schemas.openxmlformats.org/drawingml/2006/main" w="6191">
            <a:solidFill>
              <a:srgbClr val="A9B8C2"/>
            </a:solidFill>
            <a:prstDash val="solid"/>
          </a:ln>
        </p:spPr>
      </p:cxnSp>
      <p:cxnSp>
        <p:nvCxnSpPr>
          <p:cNvPr id="903" name="">
            <a:extLst xmlns:a="http://schemas.openxmlformats.org/drawingml/2006/main">
              <a:ext uri="{FF2B5EF4-FFF2-40B4-BE49-F238E27FC236}">
                <a16:creationId xmlns:a16="http://schemas.microsoft.com/office/drawing/2014/main" id="{87D90DE4-CED0-4293-92A4-E45BD1046D5B}"/>
              </a:ext>
            </a:extLst>
          </p:cNvPr>
          <p:cNvCxnSpPr/>
          <p:nvPr/>
        </p:nvCxnSpPr>
        <p:spPr>
          <a:xfrm xmlns:a="http://schemas.openxmlformats.org/drawingml/2006/main" flipH="0" flipV="1">
            <a:off x="5533504" y="3299547"/>
            <a:ext cx="12382" cy="48055"/>
          </a:xfrm>
          <a:prstGeom xmlns:a="http://schemas.openxmlformats.org/drawingml/2006/main" prst="straightConnector1">
            <a:avLst/>
          </a:prstGeom>
          <a:ln xmlns:a="http://schemas.openxmlformats.org/drawingml/2006/main" w="6191">
            <a:solidFill>
              <a:srgbClr val="A9B8C2"/>
            </a:solidFill>
            <a:prstDash val="solid"/>
          </a:ln>
        </p:spPr>
      </p:cxnSp>
      <p:cxnSp>
        <p:nvCxnSpPr>
          <p:cNvPr id="904" name="">
            <a:extLst xmlns:a="http://schemas.openxmlformats.org/drawingml/2006/main">
              <a:ext uri="{FF2B5EF4-FFF2-40B4-BE49-F238E27FC236}">
                <a16:creationId xmlns:a16="http://schemas.microsoft.com/office/drawing/2014/main" id="{D6A7D3DF-DA4D-419E-8498-63064D06A53F}"/>
              </a:ext>
            </a:extLst>
          </p:cNvPr>
          <p:cNvCxnSpPr/>
          <p:nvPr/>
        </p:nvCxnSpPr>
        <p:spPr>
          <a:xfrm xmlns:a="http://schemas.openxmlformats.org/drawingml/2006/main" flipH="0" flipV="1">
            <a:off x="5545886" y="3251492"/>
            <a:ext cx="12405" cy="48055"/>
          </a:xfrm>
          <a:prstGeom xmlns:a="http://schemas.openxmlformats.org/drawingml/2006/main" prst="straightConnector1">
            <a:avLst/>
          </a:prstGeom>
          <a:ln xmlns:a="http://schemas.openxmlformats.org/drawingml/2006/main" w="6191">
            <a:solidFill>
              <a:srgbClr val="A9B8C2"/>
            </a:solidFill>
            <a:prstDash val="solid"/>
          </a:ln>
        </p:spPr>
      </p:cxnSp>
      <p:cxnSp>
        <p:nvCxnSpPr>
          <p:cNvPr id="905" name="">
            <a:extLst xmlns:a="http://schemas.openxmlformats.org/drawingml/2006/main">
              <a:ext uri="{FF2B5EF4-FFF2-40B4-BE49-F238E27FC236}">
                <a16:creationId xmlns:a16="http://schemas.microsoft.com/office/drawing/2014/main" id="{3977E135-5762-4283-B99F-114F3E126CBA}"/>
              </a:ext>
            </a:extLst>
          </p:cNvPr>
          <p:cNvCxnSpPr/>
          <p:nvPr/>
        </p:nvCxnSpPr>
        <p:spPr>
          <a:xfrm xmlns:a="http://schemas.openxmlformats.org/drawingml/2006/main" flipH="0" flipV="1">
            <a:off x="5558292" y="3203438"/>
            <a:ext cx="12382" cy="48055"/>
          </a:xfrm>
          <a:prstGeom xmlns:a="http://schemas.openxmlformats.org/drawingml/2006/main" prst="straightConnector1">
            <a:avLst/>
          </a:prstGeom>
          <a:ln xmlns:a="http://schemas.openxmlformats.org/drawingml/2006/main" w="6191">
            <a:solidFill>
              <a:srgbClr val="A9B8C2"/>
            </a:solidFill>
            <a:prstDash val="solid"/>
          </a:ln>
        </p:spPr>
      </p:cxnSp>
      <p:cxnSp>
        <p:nvCxnSpPr>
          <p:cNvPr id="906" name="">
            <a:extLst xmlns:a="http://schemas.openxmlformats.org/drawingml/2006/main">
              <a:ext uri="{FF2B5EF4-FFF2-40B4-BE49-F238E27FC236}">
                <a16:creationId xmlns:a16="http://schemas.microsoft.com/office/drawing/2014/main" id="{E0C7EC28-DC4E-4522-930D-CAA74A84EEF9}"/>
              </a:ext>
            </a:extLst>
          </p:cNvPr>
          <p:cNvCxnSpPr/>
          <p:nvPr/>
        </p:nvCxnSpPr>
        <p:spPr>
          <a:xfrm xmlns:a="http://schemas.openxmlformats.org/drawingml/2006/main" flipH="0" flipV="0">
            <a:off x="5430586" y="3582550"/>
            <a:ext cx="57633" cy="20393"/>
          </a:xfrm>
          <a:prstGeom xmlns:a="http://schemas.openxmlformats.org/drawingml/2006/main" prst="straightConnector1">
            <a:avLst/>
          </a:prstGeom>
          <a:ln xmlns:a="http://schemas.openxmlformats.org/drawingml/2006/main" w="6191">
            <a:solidFill>
              <a:srgbClr val="A9B8C2"/>
            </a:solidFill>
            <a:prstDash val="solid"/>
          </a:ln>
        </p:spPr>
      </p:cxnSp>
      <p:cxnSp>
        <p:nvCxnSpPr>
          <p:cNvPr id="907" name="">
            <a:extLst xmlns:a="http://schemas.openxmlformats.org/drawingml/2006/main">
              <a:ext uri="{FF2B5EF4-FFF2-40B4-BE49-F238E27FC236}">
                <a16:creationId xmlns:a16="http://schemas.microsoft.com/office/drawing/2014/main" id="{3551BA51-E948-49DF-9430-5475E1A60CAF}"/>
              </a:ext>
            </a:extLst>
          </p:cNvPr>
          <p:cNvCxnSpPr/>
          <p:nvPr/>
        </p:nvCxnSpPr>
        <p:spPr>
          <a:xfrm xmlns:a="http://schemas.openxmlformats.org/drawingml/2006/main" flipH="0" flipV="0">
            <a:off x="5488218" y="3602943"/>
            <a:ext cx="57609" cy="20393"/>
          </a:xfrm>
          <a:prstGeom xmlns:a="http://schemas.openxmlformats.org/drawingml/2006/main" prst="straightConnector1">
            <a:avLst/>
          </a:prstGeom>
          <a:ln xmlns:a="http://schemas.openxmlformats.org/drawingml/2006/main" w="6191">
            <a:solidFill>
              <a:srgbClr val="A9B8C2"/>
            </a:solidFill>
            <a:prstDash val="solid"/>
          </a:ln>
        </p:spPr>
      </p:cxnSp>
      <p:cxnSp>
        <p:nvCxnSpPr>
          <p:cNvPr id="908" name="">
            <a:extLst xmlns:a="http://schemas.openxmlformats.org/drawingml/2006/main">
              <a:ext uri="{FF2B5EF4-FFF2-40B4-BE49-F238E27FC236}">
                <a16:creationId xmlns:a16="http://schemas.microsoft.com/office/drawing/2014/main" id="{CF0B84F4-9D2D-4FAC-B498-37EAC1007A8D}"/>
              </a:ext>
            </a:extLst>
          </p:cNvPr>
          <p:cNvCxnSpPr/>
          <p:nvPr/>
        </p:nvCxnSpPr>
        <p:spPr>
          <a:xfrm xmlns:a="http://schemas.openxmlformats.org/drawingml/2006/main" flipH="1" flipV="0">
            <a:off x="5733593" y="3036183"/>
            <a:ext cx="14620" cy="56125"/>
          </a:xfrm>
          <a:prstGeom xmlns:a="http://schemas.openxmlformats.org/drawingml/2006/main" prst="straightConnector1">
            <a:avLst/>
          </a:prstGeom>
          <a:ln xmlns:a="http://schemas.openxmlformats.org/drawingml/2006/main" w="6191">
            <a:solidFill>
              <a:srgbClr val="A9B8C2"/>
            </a:solidFill>
            <a:prstDash val="solid"/>
          </a:ln>
        </p:spPr>
      </p:cxnSp>
      <p:cxnSp>
        <p:nvCxnSpPr>
          <p:cNvPr id="909" name="">
            <a:extLst xmlns:a="http://schemas.openxmlformats.org/drawingml/2006/main">
              <a:ext uri="{FF2B5EF4-FFF2-40B4-BE49-F238E27FC236}">
                <a16:creationId xmlns:a16="http://schemas.microsoft.com/office/drawing/2014/main" id="{8C4AF743-C6F3-42A7-AF1A-B1EB45E1A1E3}"/>
              </a:ext>
            </a:extLst>
          </p:cNvPr>
          <p:cNvCxnSpPr/>
          <p:nvPr/>
        </p:nvCxnSpPr>
        <p:spPr>
          <a:xfrm xmlns:a="http://schemas.openxmlformats.org/drawingml/2006/main" flipH="1" flipV="0">
            <a:off x="5718972" y="3092308"/>
            <a:ext cx="14620" cy="56125"/>
          </a:xfrm>
          <a:prstGeom xmlns:a="http://schemas.openxmlformats.org/drawingml/2006/main" prst="straightConnector1">
            <a:avLst/>
          </a:prstGeom>
          <a:ln xmlns:a="http://schemas.openxmlformats.org/drawingml/2006/main" w="6191">
            <a:solidFill>
              <a:srgbClr val="A9B8C2"/>
            </a:solidFill>
            <a:prstDash val="solid"/>
          </a:ln>
        </p:spPr>
      </p:cxnSp>
      <p:cxnSp>
        <p:nvCxnSpPr>
          <p:cNvPr id="910" name="">
            <a:extLst xmlns:a="http://schemas.openxmlformats.org/drawingml/2006/main">
              <a:ext uri="{FF2B5EF4-FFF2-40B4-BE49-F238E27FC236}">
                <a16:creationId xmlns:a16="http://schemas.microsoft.com/office/drawing/2014/main" id="{584D5FD3-17CF-4437-8424-C45451FC413D}"/>
              </a:ext>
            </a:extLst>
          </p:cNvPr>
          <p:cNvCxnSpPr/>
          <p:nvPr/>
        </p:nvCxnSpPr>
        <p:spPr>
          <a:xfrm xmlns:a="http://schemas.openxmlformats.org/drawingml/2006/main" flipH="1" flipV="0">
            <a:off x="5704340" y="3148432"/>
            <a:ext cx="14632" cy="56125"/>
          </a:xfrm>
          <a:prstGeom xmlns:a="http://schemas.openxmlformats.org/drawingml/2006/main" prst="straightConnector1">
            <a:avLst/>
          </a:prstGeom>
          <a:ln xmlns:a="http://schemas.openxmlformats.org/drawingml/2006/main" w="6191">
            <a:solidFill>
              <a:srgbClr val="A9B8C2"/>
            </a:solidFill>
            <a:prstDash val="solid"/>
          </a:ln>
        </p:spPr>
      </p:cxnSp>
      <p:cxnSp>
        <p:nvCxnSpPr>
          <p:cNvPr id="911" name="">
            <a:extLst xmlns:a="http://schemas.openxmlformats.org/drawingml/2006/main">
              <a:ext uri="{FF2B5EF4-FFF2-40B4-BE49-F238E27FC236}">
                <a16:creationId xmlns:a16="http://schemas.microsoft.com/office/drawing/2014/main" id="{554C3CC0-4F75-4846-900F-4F1A786DEE95}"/>
              </a:ext>
            </a:extLst>
          </p:cNvPr>
          <p:cNvCxnSpPr/>
          <p:nvPr/>
        </p:nvCxnSpPr>
        <p:spPr>
          <a:xfrm xmlns:a="http://schemas.openxmlformats.org/drawingml/2006/main" flipH="1" flipV="0">
            <a:off x="5689709" y="3204557"/>
            <a:ext cx="14632" cy="56125"/>
          </a:xfrm>
          <a:prstGeom xmlns:a="http://schemas.openxmlformats.org/drawingml/2006/main" prst="straightConnector1">
            <a:avLst/>
          </a:prstGeom>
          <a:ln xmlns:a="http://schemas.openxmlformats.org/drawingml/2006/main" w="6191">
            <a:solidFill>
              <a:srgbClr val="A9B8C2"/>
            </a:solidFill>
            <a:prstDash val="solid"/>
          </a:ln>
        </p:spPr>
      </p:cxnSp>
      <p:cxnSp>
        <p:nvCxnSpPr>
          <p:cNvPr id="912" name="">
            <a:extLst xmlns:a="http://schemas.openxmlformats.org/drawingml/2006/main">
              <a:ext uri="{FF2B5EF4-FFF2-40B4-BE49-F238E27FC236}">
                <a16:creationId xmlns:a16="http://schemas.microsoft.com/office/drawing/2014/main" id="{9040E7F5-8B31-40DF-BFF6-0419E75DA556}"/>
              </a:ext>
            </a:extLst>
          </p:cNvPr>
          <p:cNvCxnSpPr/>
          <p:nvPr/>
        </p:nvCxnSpPr>
        <p:spPr>
          <a:xfrm xmlns:a="http://schemas.openxmlformats.org/drawingml/2006/main" flipH="1" flipV="0">
            <a:off x="5615524" y="3242987"/>
            <a:ext cx="17872" cy="61367"/>
          </a:xfrm>
          <a:prstGeom xmlns:a="http://schemas.openxmlformats.org/drawingml/2006/main" prst="straightConnector1">
            <a:avLst/>
          </a:prstGeom>
          <a:ln xmlns:a="http://schemas.openxmlformats.org/drawingml/2006/main" w="6191">
            <a:solidFill>
              <a:srgbClr val="A9B8C2"/>
            </a:solidFill>
            <a:prstDash val="solid"/>
          </a:ln>
        </p:spPr>
      </p:cxnSp>
      <p:cxnSp>
        <p:nvCxnSpPr>
          <p:cNvPr id="913" name="">
            <a:extLst xmlns:a="http://schemas.openxmlformats.org/drawingml/2006/main">
              <a:ext uri="{FF2B5EF4-FFF2-40B4-BE49-F238E27FC236}">
                <a16:creationId xmlns:a16="http://schemas.microsoft.com/office/drawing/2014/main" id="{2B4C6381-30B1-4FB9-95A4-D1E6BF491724}"/>
              </a:ext>
            </a:extLst>
          </p:cNvPr>
          <p:cNvCxnSpPr/>
          <p:nvPr/>
        </p:nvCxnSpPr>
        <p:spPr>
          <a:xfrm xmlns:a="http://schemas.openxmlformats.org/drawingml/2006/main" flipH="1" flipV="0">
            <a:off x="5597628" y="3304354"/>
            <a:ext cx="17895" cy="61379"/>
          </a:xfrm>
          <a:prstGeom xmlns:a="http://schemas.openxmlformats.org/drawingml/2006/main" prst="straightConnector1">
            <a:avLst/>
          </a:prstGeom>
          <a:ln xmlns:a="http://schemas.openxmlformats.org/drawingml/2006/main" w="6191">
            <a:solidFill>
              <a:srgbClr val="A9B8C2"/>
            </a:solidFill>
            <a:prstDash val="solid"/>
          </a:ln>
        </p:spPr>
      </p:cxnSp>
      <p:cxnSp>
        <p:nvCxnSpPr>
          <p:cNvPr id="914" name="">
            <a:extLst xmlns:a="http://schemas.openxmlformats.org/drawingml/2006/main">
              <a:ext uri="{FF2B5EF4-FFF2-40B4-BE49-F238E27FC236}">
                <a16:creationId xmlns:a16="http://schemas.microsoft.com/office/drawing/2014/main" id="{FB1DD6DB-F95C-4CEF-8233-23DB4ABF5B02}"/>
              </a:ext>
            </a:extLst>
          </p:cNvPr>
          <p:cNvCxnSpPr/>
          <p:nvPr/>
        </p:nvCxnSpPr>
        <p:spPr>
          <a:xfrm xmlns:a="http://schemas.openxmlformats.org/drawingml/2006/main" flipH="0" flipV="1">
            <a:off x="5569566" y="3408003"/>
            <a:ext cx="14043" cy="42270"/>
          </a:xfrm>
          <a:prstGeom xmlns:a="http://schemas.openxmlformats.org/drawingml/2006/main" prst="straightConnector1">
            <a:avLst/>
          </a:prstGeom>
          <a:ln xmlns:a="http://schemas.openxmlformats.org/drawingml/2006/main" w="6191">
            <a:solidFill>
              <a:srgbClr val="A9B8C2"/>
            </a:solidFill>
            <a:prstDash val="solid"/>
          </a:ln>
        </p:spPr>
      </p:cxnSp>
      <p:cxnSp>
        <p:nvCxnSpPr>
          <p:cNvPr id="915" name="">
            <a:extLst xmlns:a="http://schemas.openxmlformats.org/drawingml/2006/main">
              <a:ext uri="{FF2B5EF4-FFF2-40B4-BE49-F238E27FC236}">
                <a16:creationId xmlns:a16="http://schemas.microsoft.com/office/drawing/2014/main" id="{3C9562C5-395A-41D6-86B2-940C0D14A7E1}"/>
              </a:ext>
            </a:extLst>
          </p:cNvPr>
          <p:cNvCxnSpPr/>
          <p:nvPr/>
        </p:nvCxnSpPr>
        <p:spPr>
          <a:xfrm xmlns:a="http://schemas.openxmlformats.org/drawingml/2006/main" flipH="0" flipV="1">
            <a:off x="5583609" y="3365733"/>
            <a:ext cx="14019" cy="42270"/>
          </a:xfrm>
          <a:prstGeom xmlns:a="http://schemas.openxmlformats.org/drawingml/2006/main" prst="straightConnector1">
            <a:avLst/>
          </a:prstGeom>
          <a:ln xmlns:a="http://schemas.openxmlformats.org/drawingml/2006/main" w="6191">
            <a:solidFill>
              <a:srgbClr val="A9B8C2"/>
            </a:solidFill>
            <a:prstDash val="solid"/>
          </a:ln>
        </p:spPr>
      </p:cxnSp>
      <p:cxnSp>
        <p:nvCxnSpPr>
          <p:cNvPr id="916" name="">
            <a:extLst xmlns:a="http://schemas.openxmlformats.org/drawingml/2006/main">
              <a:ext uri="{FF2B5EF4-FFF2-40B4-BE49-F238E27FC236}">
                <a16:creationId xmlns:a16="http://schemas.microsoft.com/office/drawing/2014/main" id="{8691A475-70A0-4F70-9BF5-8F4103BE3166}"/>
              </a:ext>
            </a:extLst>
          </p:cNvPr>
          <p:cNvCxnSpPr/>
          <p:nvPr/>
        </p:nvCxnSpPr>
        <p:spPr>
          <a:xfrm xmlns:a="http://schemas.openxmlformats.org/drawingml/2006/main" flipH="0" flipV="1">
            <a:off x="5410417" y="3714226"/>
            <a:ext cx="47996" cy="49904"/>
          </a:xfrm>
          <a:prstGeom xmlns:a="http://schemas.openxmlformats.org/drawingml/2006/main" prst="straightConnector1">
            <a:avLst/>
          </a:prstGeom>
          <a:ln xmlns:a="http://schemas.openxmlformats.org/drawingml/2006/main" w="6191">
            <a:solidFill>
              <a:srgbClr val="A9B8C2"/>
            </a:solidFill>
            <a:prstDash val="solid"/>
          </a:ln>
        </p:spPr>
      </p:cxnSp>
      <p:cxnSp>
        <p:nvCxnSpPr>
          <p:cNvPr id="917" name="">
            <a:extLst xmlns:a="http://schemas.openxmlformats.org/drawingml/2006/main">
              <a:ext uri="{FF2B5EF4-FFF2-40B4-BE49-F238E27FC236}">
                <a16:creationId xmlns:a16="http://schemas.microsoft.com/office/drawing/2014/main" id="{CBCC8744-356E-4E59-B139-481665CDC94B}"/>
              </a:ext>
            </a:extLst>
          </p:cNvPr>
          <p:cNvCxnSpPr/>
          <p:nvPr/>
        </p:nvCxnSpPr>
        <p:spPr>
          <a:xfrm xmlns:a="http://schemas.openxmlformats.org/drawingml/2006/main" flipH="0" flipV="1">
            <a:off x="5458412" y="3664334"/>
            <a:ext cx="47984" cy="49892"/>
          </a:xfrm>
          <a:prstGeom xmlns:a="http://schemas.openxmlformats.org/drawingml/2006/main" prst="straightConnector1">
            <a:avLst/>
          </a:prstGeom>
          <a:ln xmlns:a="http://schemas.openxmlformats.org/drawingml/2006/main" w="6191">
            <a:solidFill>
              <a:srgbClr val="A9B8C2"/>
            </a:solidFill>
            <a:prstDash val="solid"/>
          </a:ln>
        </p:spPr>
      </p:cxnSp>
      <p:cxnSp>
        <p:nvCxnSpPr>
          <p:cNvPr id="918" name="">
            <a:extLst xmlns:a="http://schemas.openxmlformats.org/drawingml/2006/main">
              <a:ext uri="{FF2B5EF4-FFF2-40B4-BE49-F238E27FC236}">
                <a16:creationId xmlns:a16="http://schemas.microsoft.com/office/drawing/2014/main" id="{56491A0D-A810-42CC-BAF4-658F4F3FA215}"/>
              </a:ext>
            </a:extLst>
          </p:cNvPr>
          <p:cNvCxnSpPr/>
          <p:nvPr/>
        </p:nvCxnSpPr>
        <p:spPr>
          <a:xfrm xmlns:a="http://schemas.openxmlformats.org/drawingml/2006/main" flipH="1" flipV="0">
            <a:off x="5664179" y="3401135"/>
            <a:ext cx="25847" cy="50694"/>
          </a:xfrm>
          <a:prstGeom xmlns:a="http://schemas.openxmlformats.org/drawingml/2006/main" prst="straightConnector1">
            <a:avLst/>
          </a:prstGeom>
          <a:ln xmlns:a="http://schemas.openxmlformats.org/drawingml/2006/main" w="6191">
            <a:solidFill>
              <a:srgbClr val="A9B8C2"/>
            </a:solidFill>
            <a:prstDash val="solid"/>
          </a:ln>
        </p:spPr>
      </p:cxnSp>
      <p:cxnSp>
        <p:nvCxnSpPr>
          <p:cNvPr id="919" name="">
            <a:extLst xmlns:a="http://schemas.openxmlformats.org/drawingml/2006/main">
              <a:ext uri="{FF2B5EF4-FFF2-40B4-BE49-F238E27FC236}">
                <a16:creationId xmlns:a16="http://schemas.microsoft.com/office/drawing/2014/main" id="{7B0F338F-BEF5-4384-A472-A17CF3BF2615}"/>
              </a:ext>
            </a:extLst>
          </p:cNvPr>
          <p:cNvCxnSpPr/>
          <p:nvPr/>
        </p:nvCxnSpPr>
        <p:spPr>
          <a:xfrm xmlns:a="http://schemas.openxmlformats.org/drawingml/2006/main" flipH="1" flipV="0">
            <a:off x="5638320" y="3451828"/>
            <a:ext cx="25859" cy="50705"/>
          </a:xfrm>
          <a:prstGeom xmlns:a="http://schemas.openxmlformats.org/drawingml/2006/main" prst="straightConnector1">
            <a:avLst/>
          </a:prstGeom>
          <a:ln xmlns:a="http://schemas.openxmlformats.org/drawingml/2006/main" w="6191">
            <a:solidFill>
              <a:srgbClr val="A9B8C2"/>
            </a:solidFill>
            <a:prstDash val="solid"/>
          </a:ln>
        </p:spPr>
      </p:cxnSp>
      <p:cxnSp>
        <p:nvCxnSpPr>
          <p:cNvPr id="920" name="">
            <a:extLst xmlns:a="http://schemas.openxmlformats.org/drawingml/2006/main">
              <a:ext uri="{FF2B5EF4-FFF2-40B4-BE49-F238E27FC236}">
                <a16:creationId xmlns:a16="http://schemas.microsoft.com/office/drawing/2014/main" id="{6FE8B793-A230-4827-92C0-AF38E1C6B0F7}"/>
              </a:ext>
            </a:extLst>
          </p:cNvPr>
          <p:cNvCxnSpPr/>
          <p:nvPr/>
        </p:nvCxnSpPr>
        <p:spPr>
          <a:xfrm xmlns:a="http://schemas.openxmlformats.org/drawingml/2006/main" flipH="1" flipV="0">
            <a:off x="5612484" y="3502534"/>
            <a:ext cx="25836" cy="50694"/>
          </a:xfrm>
          <a:prstGeom xmlns:a="http://schemas.openxmlformats.org/drawingml/2006/main" prst="straightConnector1">
            <a:avLst/>
          </a:prstGeom>
          <a:ln xmlns:a="http://schemas.openxmlformats.org/drawingml/2006/main" w="6191">
            <a:solidFill>
              <a:srgbClr val="A9B8C2"/>
            </a:solidFill>
            <a:prstDash val="solid"/>
          </a:ln>
        </p:spPr>
      </p:cxnSp>
      <p:cxnSp>
        <p:nvCxnSpPr>
          <p:cNvPr id="921" name="">
            <a:extLst xmlns:a="http://schemas.openxmlformats.org/drawingml/2006/main">
              <a:ext uri="{FF2B5EF4-FFF2-40B4-BE49-F238E27FC236}">
                <a16:creationId xmlns:a16="http://schemas.microsoft.com/office/drawing/2014/main" id="{4CC0C3C5-985D-4467-8A5C-8A0F3E482BF3}"/>
              </a:ext>
            </a:extLst>
          </p:cNvPr>
          <p:cNvCxnSpPr/>
          <p:nvPr/>
        </p:nvCxnSpPr>
        <p:spPr>
          <a:xfrm xmlns:a="http://schemas.openxmlformats.org/drawingml/2006/main" flipH="1" flipV="1">
            <a:off x="5643833" y="3383428"/>
            <a:ext cx="46193" cy="17707"/>
          </a:xfrm>
          <a:prstGeom xmlns:a="http://schemas.openxmlformats.org/drawingml/2006/main" prst="straightConnector1">
            <a:avLst/>
          </a:prstGeom>
          <a:ln xmlns:a="http://schemas.openxmlformats.org/drawingml/2006/main" w="6191">
            <a:solidFill>
              <a:srgbClr val="A9B8C2"/>
            </a:solidFill>
            <a:prstDash val="solid"/>
          </a:ln>
        </p:spPr>
      </p:cxnSp>
      <p:cxnSp>
        <p:nvCxnSpPr>
          <p:cNvPr id="922" name="">
            <a:extLst xmlns:a="http://schemas.openxmlformats.org/drawingml/2006/main">
              <a:ext uri="{FF2B5EF4-FFF2-40B4-BE49-F238E27FC236}">
                <a16:creationId xmlns:a16="http://schemas.microsoft.com/office/drawing/2014/main" id="{9991C729-7E61-4FEB-8433-A65088BA0412}"/>
              </a:ext>
            </a:extLst>
          </p:cNvPr>
          <p:cNvCxnSpPr/>
          <p:nvPr/>
        </p:nvCxnSpPr>
        <p:spPr>
          <a:xfrm xmlns:a="http://schemas.openxmlformats.org/drawingml/2006/main" flipH="1" flipV="1">
            <a:off x="5597628" y="3365733"/>
            <a:ext cx="46205" cy="17695"/>
          </a:xfrm>
          <a:prstGeom xmlns:a="http://schemas.openxmlformats.org/drawingml/2006/main" prst="straightConnector1">
            <a:avLst/>
          </a:prstGeom>
          <a:ln xmlns:a="http://schemas.openxmlformats.org/drawingml/2006/main" w="6191">
            <a:solidFill>
              <a:srgbClr val="A9B8C2"/>
            </a:solidFill>
            <a:prstDash val="solid"/>
          </a:ln>
        </p:spPr>
      </p:cxnSp>
      <p:cxnSp>
        <p:nvCxnSpPr>
          <p:cNvPr id="923" name="">
            <a:extLst xmlns:a="http://schemas.openxmlformats.org/drawingml/2006/main">
              <a:ext uri="{FF2B5EF4-FFF2-40B4-BE49-F238E27FC236}">
                <a16:creationId xmlns:a16="http://schemas.microsoft.com/office/drawing/2014/main" id="{F478A1D4-0774-4A6D-A1AF-2BC091D4F056}"/>
              </a:ext>
            </a:extLst>
          </p:cNvPr>
          <p:cNvCxnSpPr/>
          <p:nvPr/>
        </p:nvCxnSpPr>
        <p:spPr>
          <a:xfrm xmlns:a="http://schemas.openxmlformats.org/drawingml/2006/main" flipH="0" flipV="0">
            <a:off x="5742735" y="3346919"/>
            <a:ext cx="672" cy="37251"/>
          </a:xfrm>
          <a:prstGeom xmlns:a="http://schemas.openxmlformats.org/drawingml/2006/main" prst="straightConnector1">
            <a:avLst/>
          </a:prstGeom>
          <a:ln xmlns:a="http://schemas.openxmlformats.org/drawingml/2006/main" w="6191">
            <a:solidFill>
              <a:srgbClr val="A9B8C2"/>
            </a:solidFill>
            <a:prstDash val="solid"/>
          </a:ln>
        </p:spPr>
      </p:cxnSp>
      <p:cxnSp>
        <p:nvCxnSpPr>
          <p:cNvPr id="924" name="">
            <a:extLst xmlns:a="http://schemas.openxmlformats.org/drawingml/2006/main">
              <a:ext uri="{FF2B5EF4-FFF2-40B4-BE49-F238E27FC236}">
                <a16:creationId xmlns:a16="http://schemas.microsoft.com/office/drawing/2014/main" id="{BF81697A-E6BA-4511-BD02-1BC4E9FD02A8}"/>
              </a:ext>
            </a:extLst>
          </p:cNvPr>
          <p:cNvCxnSpPr/>
          <p:nvPr/>
        </p:nvCxnSpPr>
        <p:spPr>
          <a:xfrm xmlns:a="http://schemas.openxmlformats.org/drawingml/2006/main" flipH="0" flipV="0">
            <a:off x="5743406" y="3384170"/>
            <a:ext cx="64348" cy="29240"/>
          </a:xfrm>
          <a:prstGeom xmlns:a="http://schemas.openxmlformats.org/drawingml/2006/main" prst="straightConnector1">
            <a:avLst/>
          </a:prstGeom>
          <a:ln xmlns:a="http://schemas.openxmlformats.org/drawingml/2006/main" w="6191">
            <a:solidFill>
              <a:srgbClr val="A9B8C2"/>
            </a:solidFill>
            <a:prstDash val="solid"/>
          </a:ln>
        </p:spPr>
      </p:cxnSp>
      <p:cxnSp>
        <p:nvCxnSpPr>
          <p:cNvPr id="925" name="">
            <a:extLst xmlns:a="http://schemas.openxmlformats.org/drawingml/2006/main">
              <a:ext uri="{FF2B5EF4-FFF2-40B4-BE49-F238E27FC236}">
                <a16:creationId xmlns:a16="http://schemas.microsoft.com/office/drawing/2014/main" id="{2E3F2112-893A-40B5-9E23-98DB762D4142}"/>
              </a:ext>
            </a:extLst>
          </p:cNvPr>
          <p:cNvCxnSpPr/>
          <p:nvPr/>
        </p:nvCxnSpPr>
        <p:spPr>
          <a:xfrm xmlns:a="http://schemas.openxmlformats.org/drawingml/2006/main" flipH="0" flipV="0">
            <a:off x="5807754" y="3413410"/>
            <a:ext cx="55088" cy="16387"/>
          </a:xfrm>
          <a:prstGeom xmlns:a="http://schemas.openxmlformats.org/drawingml/2006/main" prst="straightConnector1">
            <a:avLst/>
          </a:prstGeom>
          <a:ln xmlns:a="http://schemas.openxmlformats.org/drawingml/2006/main" w="6191">
            <a:solidFill>
              <a:srgbClr val="A9B8C2"/>
            </a:solidFill>
            <a:prstDash val="solid"/>
          </a:ln>
        </p:spPr>
      </p:cxnSp>
      <p:cxnSp>
        <p:nvCxnSpPr>
          <p:cNvPr id="926" name="">
            <a:extLst xmlns:a="http://schemas.openxmlformats.org/drawingml/2006/main">
              <a:ext uri="{FF2B5EF4-FFF2-40B4-BE49-F238E27FC236}">
                <a16:creationId xmlns:a16="http://schemas.microsoft.com/office/drawing/2014/main" id="{50909B46-9838-45D1-A89F-36E500FF82C3}"/>
              </a:ext>
            </a:extLst>
          </p:cNvPr>
          <p:cNvCxnSpPr/>
          <p:nvPr/>
        </p:nvCxnSpPr>
        <p:spPr>
          <a:xfrm xmlns:a="http://schemas.openxmlformats.org/drawingml/2006/main" flipH="0" flipV="0">
            <a:off x="5862842" y="3429798"/>
            <a:ext cx="51931" cy="16529"/>
          </a:xfrm>
          <a:prstGeom xmlns:a="http://schemas.openxmlformats.org/drawingml/2006/main" prst="straightConnector1">
            <a:avLst/>
          </a:prstGeom>
          <a:ln xmlns:a="http://schemas.openxmlformats.org/drawingml/2006/main" w="6191">
            <a:solidFill>
              <a:srgbClr val="A9B8C2"/>
            </a:solidFill>
            <a:prstDash val="solid"/>
          </a:ln>
        </p:spPr>
      </p:cxnSp>
      <p:cxnSp>
        <p:nvCxnSpPr>
          <p:cNvPr id="927" name="">
            <a:extLst xmlns:a="http://schemas.openxmlformats.org/drawingml/2006/main">
              <a:ext uri="{FF2B5EF4-FFF2-40B4-BE49-F238E27FC236}">
                <a16:creationId xmlns:a16="http://schemas.microsoft.com/office/drawing/2014/main" id="{EC1B554A-57FB-4F38-A9C4-A5DB2A18DD6F}"/>
              </a:ext>
            </a:extLst>
          </p:cNvPr>
          <p:cNvCxnSpPr/>
          <p:nvPr/>
        </p:nvCxnSpPr>
        <p:spPr>
          <a:xfrm xmlns:a="http://schemas.openxmlformats.org/drawingml/2006/main" flipH="0" flipV="0">
            <a:off x="5742735" y="3346919"/>
            <a:ext cx="59600" cy="565"/>
          </a:xfrm>
          <a:prstGeom xmlns:a="http://schemas.openxmlformats.org/drawingml/2006/main" prst="straightConnector1">
            <a:avLst/>
          </a:prstGeom>
          <a:ln xmlns:a="http://schemas.openxmlformats.org/drawingml/2006/main" w="6191">
            <a:solidFill>
              <a:srgbClr val="A9B8C2"/>
            </a:solidFill>
            <a:prstDash val="solid"/>
          </a:ln>
        </p:spPr>
      </p:cxnSp>
      <p:cxnSp>
        <p:nvCxnSpPr>
          <p:cNvPr id="928" name="">
            <a:extLst xmlns:a="http://schemas.openxmlformats.org/drawingml/2006/main">
              <a:ext uri="{FF2B5EF4-FFF2-40B4-BE49-F238E27FC236}">
                <a16:creationId xmlns:a16="http://schemas.microsoft.com/office/drawing/2014/main" id="{DCDEEBB9-8647-4BB5-861A-8F09C9619578}"/>
              </a:ext>
            </a:extLst>
          </p:cNvPr>
          <p:cNvCxnSpPr/>
          <p:nvPr/>
        </p:nvCxnSpPr>
        <p:spPr>
          <a:xfrm xmlns:a="http://schemas.openxmlformats.org/drawingml/2006/main" flipH="0" flipV="0">
            <a:off x="5802335" y="3347484"/>
            <a:ext cx="59588" cy="577"/>
          </a:xfrm>
          <a:prstGeom xmlns:a="http://schemas.openxmlformats.org/drawingml/2006/main" prst="straightConnector1">
            <a:avLst/>
          </a:prstGeom>
          <a:ln xmlns:a="http://schemas.openxmlformats.org/drawingml/2006/main" w="6191">
            <a:solidFill>
              <a:srgbClr val="A9B8C2"/>
            </a:solidFill>
            <a:prstDash val="solid"/>
          </a:ln>
        </p:spPr>
      </p:cxnSp>
      <p:cxnSp>
        <p:nvCxnSpPr>
          <p:cNvPr id="929" name="">
            <a:extLst xmlns:a="http://schemas.openxmlformats.org/drawingml/2006/main">
              <a:ext uri="{FF2B5EF4-FFF2-40B4-BE49-F238E27FC236}">
                <a16:creationId xmlns:a16="http://schemas.microsoft.com/office/drawing/2014/main" id="{8432FF4E-D0CC-44F5-ADD4-8176C1F97B1F}"/>
              </a:ext>
            </a:extLst>
          </p:cNvPr>
          <p:cNvCxnSpPr/>
          <p:nvPr/>
        </p:nvCxnSpPr>
        <p:spPr>
          <a:xfrm xmlns:a="http://schemas.openxmlformats.org/drawingml/2006/main" flipH="0" flipV="0">
            <a:off x="5861923" y="3348061"/>
            <a:ext cx="59600" cy="565"/>
          </a:xfrm>
          <a:prstGeom xmlns:a="http://schemas.openxmlformats.org/drawingml/2006/main" prst="straightConnector1">
            <a:avLst/>
          </a:prstGeom>
          <a:ln xmlns:a="http://schemas.openxmlformats.org/drawingml/2006/main" w="6191">
            <a:solidFill>
              <a:srgbClr val="A9B8C2"/>
            </a:solidFill>
            <a:prstDash val="solid"/>
          </a:ln>
        </p:spPr>
      </p:cxnSp>
      <p:cxnSp>
        <p:nvCxnSpPr>
          <p:cNvPr id="930" name="">
            <a:extLst xmlns:a="http://schemas.openxmlformats.org/drawingml/2006/main">
              <a:ext uri="{FF2B5EF4-FFF2-40B4-BE49-F238E27FC236}">
                <a16:creationId xmlns:a16="http://schemas.microsoft.com/office/drawing/2014/main" id="{791611B5-2419-47D9-8E1A-3F3926CF51C9}"/>
              </a:ext>
            </a:extLst>
          </p:cNvPr>
          <p:cNvCxnSpPr/>
          <p:nvPr/>
        </p:nvCxnSpPr>
        <p:spPr>
          <a:xfrm xmlns:a="http://schemas.openxmlformats.org/drawingml/2006/main" flipH="0" flipV="0">
            <a:off x="5921523" y="3348627"/>
            <a:ext cx="59588" cy="565"/>
          </a:xfrm>
          <a:prstGeom xmlns:a="http://schemas.openxmlformats.org/drawingml/2006/main" prst="straightConnector1">
            <a:avLst/>
          </a:prstGeom>
          <a:ln xmlns:a="http://schemas.openxmlformats.org/drawingml/2006/main" w="6191">
            <a:solidFill>
              <a:srgbClr val="A9B8C2"/>
            </a:solidFill>
            <a:prstDash val="solid"/>
          </a:ln>
        </p:spPr>
      </p:cxnSp>
      <p:cxnSp>
        <p:nvCxnSpPr>
          <p:cNvPr id="931" name="">
            <a:extLst xmlns:a="http://schemas.openxmlformats.org/drawingml/2006/main">
              <a:ext uri="{FF2B5EF4-FFF2-40B4-BE49-F238E27FC236}">
                <a16:creationId xmlns:a16="http://schemas.microsoft.com/office/drawing/2014/main" id="{ACD036FA-9E94-43CA-8ADE-2E25690ED14E}"/>
              </a:ext>
            </a:extLst>
          </p:cNvPr>
          <p:cNvCxnSpPr/>
          <p:nvPr/>
        </p:nvCxnSpPr>
        <p:spPr>
          <a:xfrm xmlns:a="http://schemas.openxmlformats.org/drawingml/2006/main" flipH="0" flipV="0">
            <a:off x="5981111" y="3349192"/>
            <a:ext cx="59588" cy="565"/>
          </a:xfrm>
          <a:prstGeom xmlns:a="http://schemas.openxmlformats.org/drawingml/2006/main" prst="straightConnector1">
            <a:avLst/>
          </a:prstGeom>
          <a:ln xmlns:a="http://schemas.openxmlformats.org/drawingml/2006/main" w="6191">
            <a:solidFill>
              <a:srgbClr val="A9B8C2"/>
            </a:solidFill>
            <a:prstDash val="solid"/>
          </a:ln>
        </p:spPr>
      </p:cxnSp>
      <p:cxnSp>
        <p:nvCxnSpPr>
          <p:cNvPr id="932" name="">
            <a:extLst xmlns:a="http://schemas.openxmlformats.org/drawingml/2006/main">
              <a:ext uri="{FF2B5EF4-FFF2-40B4-BE49-F238E27FC236}">
                <a16:creationId xmlns:a16="http://schemas.microsoft.com/office/drawing/2014/main" id="{BCBBC66E-C7F0-49AB-8035-05BFE80841A3}"/>
              </a:ext>
            </a:extLst>
          </p:cNvPr>
          <p:cNvCxnSpPr/>
          <p:nvPr/>
        </p:nvCxnSpPr>
        <p:spPr>
          <a:xfrm xmlns:a="http://schemas.openxmlformats.org/drawingml/2006/main" flipH="0" flipV="0">
            <a:off x="6040700" y="3349758"/>
            <a:ext cx="59600" cy="565"/>
          </a:xfrm>
          <a:prstGeom xmlns:a="http://schemas.openxmlformats.org/drawingml/2006/main" prst="straightConnector1">
            <a:avLst/>
          </a:prstGeom>
          <a:ln xmlns:a="http://schemas.openxmlformats.org/drawingml/2006/main" w="6191">
            <a:solidFill>
              <a:srgbClr val="A9B8C2"/>
            </a:solidFill>
            <a:prstDash val="solid"/>
          </a:ln>
        </p:spPr>
      </p:cxnSp>
      <p:cxnSp>
        <p:nvCxnSpPr>
          <p:cNvPr id="933" name="">
            <a:extLst xmlns:a="http://schemas.openxmlformats.org/drawingml/2006/main">
              <a:ext uri="{FF2B5EF4-FFF2-40B4-BE49-F238E27FC236}">
                <a16:creationId xmlns:a16="http://schemas.microsoft.com/office/drawing/2014/main" id="{0002D163-E33E-482E-BAD8-B8A45AC7D1FF}"/>
              </a:ext>
            </a:extLst>
          </p:cNvPr>
          <p:cNvCxnSpPr/>
          <p:nvPr/>
        </p:nvCxnSpPr>
        <p:spPr>
          <a:xfrm xmlns:a="http://schemas.openxmlformats.org/drawingml/2006/main" flipH="0" flipV="0">
            <a:off x="6100300" y="3350323"/>
            <a:ext cx="59588" cy="565"/>
          </a:xfrm>
          <a:prstGeom xmlns:a="http://schemas.openxmlformats.org/drawingml/2006/main" prst="straightConnector1">
            <a:avLst/>
          </a:prstGeom>
          <a:ln xmlns:a="http://schemas.openxmlformats.org/drawingml/2006/main" w="6191">
            <a:solidFill>
              <a:srgbClr val="A9B8C2"/>
            </a:solidFill>
            <a:prstDash val="solid"/>
          </a:ln>
        </p:spPr>
      </p:cxnSp>
      <p:cxnSp>
        <p:nvCxnSpPr>
          <p:cNvPr id="934" name="">
            <a:extLst xmlns:a="http://schemas.openxmlformats.org/drawingml/2006/main">
              <a:ext uri="{FF2B5EF4-FFF2-40B4-BE49-F238E27FC236}">
                <a16:creationId xmlns:a16="http://schemas.microsoft.com/office/drawing/2014/main" id="{D40D25C7-7D0E-4176-BFE6-472F09906DA4}"/>
              </a:ext>
            </a:extLst>
          </p:cNvPr>
          <p:cNvCxnSpPr/>
          <p:nvPr/>
        </p:nvCxnSpPr>
        <p:spPr>
          <a:xfrm xmlns:a="http://schemas.openxmlformats.org/drawingml/2006/main" flipH="0" flipV="0">
            <a:off x="6159888" y="3350889"/>
            <a:ext cx="59600" cy="577"/>
          </a:xfrm>
          <a:prstGeom xmlns:a="http://schemas.openxmlformats.org/drawingml/2006/main" prst="straightConnector1">
            <a:avLst/>
          </a:prstGeom>
          <a:ln xmlns:a="http://schemas.openxmlformats.org/drawingml/2006/main" w="6191">
            <a:solidFill>
              <a:srgbClr val="A9B8C2"/>
            </a:solidFill>
            <a:prstDash val="solid"/>
          </a:ln>
        </p:spPr>
      </p:cxnSp>
      <p:cxnSp>
        <p:nvCxnSpPr>
          <p:cNvPr id="935" name="">
            <a:extLst xmlns:a="http://schemas.openxmlformats.org/drawingml/2006/main">
              <a:ext uri="{FF2B5EF4-FFF2-40B4-BE49-F238E27FC236}">
                <a16:creationId xmlns:a16="http://schemas.microsoft.com/office/drawing/2014/main" id="{D3E13A75-4DE8-4F29-9712-0AACEF9E0D20}"/>
              </a:ext>
            </a:extLst>
          </p:cNvPr>
          <p:cNvCxnSpPr/>
          <p:nvPr/>
        </p:nvCxnSpPr>
        <p:spPr>
          <a:xfrm xmlns:a="http://schemas.openxmlformats.org/drawingml/2006/main" flipH="0" flipV="0">
            <a:off x="5798164" y="3283914"/>
            <a:ext cx="59211" cy="707"/>
          </a:xfrm>
          <a:prstGeom xmlns:a="http://schemas.openxmlformats.org/drawingml/2006/main" prst="straightConnector1">
            <a:avLst/>
          </a:prstGeom>
          <a:ln xmlns:a="http://schemas.openxmlformats.org/drawingml/2006/main" w="6191">
            <a:solidFill>
              <a:srgbClr val="A9B8C2"/>
            </a:solidFill>
            <a:prstDash val="solid"/>
          </a:ln>
        </p:spPr>
      </p:cxnSp>
      <p:cxnSp>
        <p:nvCxnSpPr>
          <p:cNvPr id="936" name="">
            <a:extLst xmlns:a="http://schemas.openxmlformats.org/drawingml/2006/main">
              <a:ext uri="{FF2B5EF4-FFF2-40B4-BE49-F238E27FC236}">
                <a16:creationId xmlns:a16="http://schemas.microsoft.com/office/drawing/2014/main" id="{28652DC9-3B17-4DC9-8AFC-3FF7F6203A4A}"/>
              </a:ext>
            </a:extLst>
          </p:cNvPr>
          <p:cNvCxnSpPr/>
          <p:nvPr/>
        </p:nvCxnSpPr>
        <p:spPr>
          <a:xfrm xmlns:a="http://schemas.openxmlformats.org/drawingml/2006/main" flipH="0" flipV="0">
            <a:off x="5857376" y="3284621"/>
            <a:ext cx="59199" cy="683"/>
          </a:xfrm>
          <a:prstGeom xmlns:a="http://schemas.openxmlformats.org/drawingml/2006/main" prst="straightConnector1">
            <a:avLst/>
          </a:prstGeom>
          <a:ln xmlns:a="http://schemas.openxmlformats.org/drawingml/2006/main" w="6191">
            <a:solidFill>
              <a:srgbClr val="A9B8C2"/>
            </a:solidFill>
            <a:prstDash val="solid"/>
          </a:ln>
        </p:spPr>
      </p:cxnSp>
      <p:cxnSp>
        <p:nvCxnSpPr>
          <p:cNvPr id="937" name="">
            <a:extLst xmlns:a="http://schemas.openxmlformats.org/drawingml/2006/main">
              <a:ext uri="{FF2B5EF4-FFF2-40B4-BE49-F238E27FC236}">
                <a16:creationId xmlns:a16="http://schemas.microsoft.com/office/drawing/2014/main" id="{D094230B-1C35-4494-B353-890EA601E705}"/>
              </a:ext>
            </a:extLst>
          </p:cNvPr>
          <p:cNvCxnSpPr/>
          <p:nvPr/>
        </p:nvCxnSpPr>
        <p:spPr>
          <a:xfrm xmlns:a="http://schemas.openxmlformats.org/drawingml/2006/main" flipH="0" flipV="0">
            <a:off x="5916575" y="3285304"/>
            <a:ext cx="59199" cy="707"/>
          </a:xfrm>
          <a:prstGeom xmlns:a="http://schemas.openxmlformats.org/drawingml/2006/main" prst="straightConnector1">
            <a:avLst/>
          </a:prstGeom>
          <a:ln xmlns:a="http://schemas.openxmlformats.org/drawingml/2006/main" w="6191">
            <a:solidFill>
              <a:srgbClr val="A9B8C2"/>
            </a:solidFill>
            <a:prstDash val="solid"/>
          </a:ln>
        </p:spPr>
      </p:cxnSp>
      <p:cxnSp>
        <p:nvCxnSpPr>
          <p:cNvPr id="938" name="">
            <a:extLst xmlns:a="http://schemas.openxmlformats.org/drawingml/2006/main">
              <a:ext uri="{FF2B5EF4-FFF2-40B4-BE49-F238E27FC236}">
                <a16:creationId xmlns:a16="http://schemas.microsoft.com/office/drawing/2014/main" id="{8817581B-0F0B-4CDA-9AB7-453E25FFC39A}"/>
              </a:ext>
            </a:extLst>
          </p:cNvPr>
          <p:cNvCxnSpPr/>
          <p:nvPr/>
        </p:nvCxnSpPr>
        <p:spPr>
          <a:xfrm xmlns:a="http://schemas.openxmlformats.org/drawingml/2006/main" flipH="0" flipV="1">
            <a:off x="5798164" y="3233739"/>
            <a:ext cx="14738" cy="50175"/>
          </a:xfrm>
          <a:prstGeom xmlns:a="http://schemas.openxmlformats.org/drawingml/2006/main" prst="straightConnector1">
            <a:avLst/>
          </a:prstGeom>
          <a:ln xmlns:a="http://schemas.openxmlformats.org/drawingml/2006/main" w="6191">
            <a:solidFill>
              <a:srgbClr val="A9B8C2"/>
            </a:solidFill>
            <a:prstDash val="solid"/>
          </a:ln>
        </p:spPr>
      </p:cxnSp>
      <p:cxnSp>
        <p:nvCxnSpPr>
          <p:cNvPr id="939" name="">
            <a:extLst xmlns:a="http://schemas.openxmlformats.org/drawingml/2006/main">
              <a:ext uri="{FF2B5EF4-FFF2-40B4-BE49-F238E27FC236}">
                <a16:creationId xmlns:a16="http://schemas.microsoft.com/office/drawing/2014/main" id="{1F902EC1-658B-4B84-90CC-3AEAB84BCF2D}"/>
              </a:ext>
            </a:extLst>
          </p:cNvPr>
          <p:cNvCxnSpPr/>
          <p:nvPr/>
        </p:nvCxnSpPr>
        <p:spPr>
          <a:xfrm xmlns:a="http://schemas.openxmlformats.org/drawingml/2006/main" flipH="0" flipV="1">
            <a:off x="5812902" y="3190302"/>
            <a:ext cx="34530" cy="43437"/>
          </a:xfrm>
          <a:prstGeom xmlns:a="http://schemas.openxmlformats.org/drawingml/2006/main" prst="straightConnector1">
            <a:avLst/>
          </a:prstGeom>
          <a:ln xmlns:a="http://schemas.openxmlformats.org/drawingml/2006/main" w="6191">
            <a:solidFill>
              <a:srgbClr val="A9B8C2"/>
            </a:solidFill>
            <a:prstDash val="solid"/>
          </a:ln>
        </p:spPr>
      </p:cxnSp>
      <p:cxnSp>
        <p:nvCxnSpPr>
          <p:cNvPr id="940" name="">
            <a:extLst xmlns:a="http://schemas.openxmlformats.org/drawingml/2006/main">
              <a:ext uri="{FF2B5EF4-FFF2-40B4-BE49-F238E27FC236}">
                <a16:creationId xmlns:a16="http://schemas.microsoft.com/office/drawing/2014/main" id="{B85BA39F-1664-4EB1-995A-B75BB75BAE34}"/>
              </a:ext>
            </a:extLst>
          </p:cNvPr>
          <p:cNvCxnSpPr/>
          <p:nvPr/>
        </p:nvCxnSpPr>
        <p:spPr>
          <a:xfrm xmlns:a="http://schemas.openxmlformats.org/drawingml/2006/main" flipH="0" flipV="1">
            <a:off x="5847432" y="3134837"/>
            <a:ext cx="34730" cy="55465"/>
          </a:xfrm>
          <a:prstGeom xmlns:a="http://schemas.openxmlformats.org/drawingml/2006/main" prst="straightConnector1">
            <a:avLst/>
          </a:prstGeom>
          <a:ln xmlns:a="http://schemas.openxmlformats.org/drawingml/2006/main" w="6191">
            <a:solidFill>
              <a:srgbClr val="A9B8C2"/>
            </a:solidFill>
            <a:prstDash val="solid"/>
          </a:ln>
        </p:spPr>
      </p:cxnSp>
      <p:cxnSp>
        <p:nvCxnSpPr>
          <p:cNvPr id="941" name="">
            <a:extLst xmlns:a="http://schemas.openxmlformats.org/drawingml/2006/main">
              <a:ext uri="{FF2B5EF4-FFF2-40B4-BE49-F238E27FC236}">
                <a16:creationId xmlns:a16="http://schemas.microsoft.com/office/drawing/2014/main" id="{F2405D13-7D34-4F03-8D1A-28D0A9D8F5F2}"/>
              </a:ext>
            </a:extLst>
          </p:cNvPr>
          <p:cNvCxnSpPr/>
          <p:nvPr/>
        </p:nvCxnSpPr>
        <p:spPr>
          <a:xfrm xmlns:a="http://schemas.openxmlformats.org/drawingml/2006/main" flipH="0" flipV="1">
            <a:off x="5882163" y="3120888"/>
            <a:ext cx="44473" cy="13949"/>
          </a:xfrm>
          <a:prstGeom xmlns:a="http://schemas.openxmlformats.org/drawingml/2006/main" prst="straightConnector1">
            <a:avLst/>
          </a:prstGeom>
          <a:ln xmlns:a="http://schemas.openxmlformats.org/drawingml/2006/main" w="6191">
            <a:solidFill>
              <a:srgbClr val="A9B8C2"/>
            </a:solidFill>
            <a:prstDash val="solid"/>
          </a:ln>
        </p:spPr>
      </p:cxnSp>
      <p:cxnSp>
        <p:nvCxnSpPr>
          <p:cNvPr id="942" name="">
            <a:extLst xmlns:a="http://schemas.openxmlformats.org/drawingml/2006/main">
              <a:ext uri="{FF2B5EF4-FFF2-40B4-BE49-F238E27FC236}">
                <a16:creationId xmlns:a16="http://schemas.microsoft.com/office/drawing/2014/main" id="{97036314-450D-49F1-9E5F-3522A4E8E7C4}"/>
              </a:ext>
            </a:extLst>
          </p:cNvPr>
          <p:cNvCxnSpPr/>
          <p:nvPr/>
        </p:nvCxnSpPr>
        <p:spPr>
          <a:xfrm xmlns:a="http://schemas.openxmlformats.org/drawingml/2006/main" flipH="0" flipV="0">
            <a:off x="5681745" y="3512218"/>
            <a:ext cx="53120" cy="7516"/>
          </a:xfrm>
          <a:prstGeom xmlns:a="http://schemas.openxmlformats.org/drawingml/2006/main" prst="straightConnector1">
            <a:avLst/>
          </a:prstGeom>
          <a:ln xmlns:a="http://schemas.openxmlformats.org/drawingml/2006/main" w="6191">
            <a:solidFill>
              <a:srgbClr val="A9B8C2"/>
            </a:solidFill>
            <a:prstDash val="solid"/>
          </a:ln>
        </p:spPr>
      </p:cxnSp>
      <p:cxnSp>
        <p:nvCxnSpPr>
          <p:cNvPr id="943" name="">
            <a:extLst xmlns:a="http://schemas.openxmlformats.org/drawingml/2006/main">
              <a:ext uri="{FF2B5EF4-FFF2-40B4-BE49-F238E27FC236}">
                <a16:creationId xmlns:a16="http://schemas.microsoft.com/office/drawing/2014/main" id="{39F37F2C-CD0B-40C6-9E7B-115EF5DE2197}"/>
              </a:ext>
            </a:extLst>
          </p:cNvPr>
          <p:cNvCxnSpPr/>
          <p:nvPr/>
        </p:nvCxnSpPr>
        <p:spPr>
          <a:xfrm xmlns:a="http://schemas.openxmlformats.org/drawingml/2006/main" flipH="0" flipV="0">
            <a:off x="5734865" y="3519734"/>
            <a:ext cx="53097" cy="7528"/>
          </a:xfrm>
          <a:prstGeom xmlns:a="http://schemas.openxmlformats.org/drawingml/2006/main" prst="straightConnector1">
            <a:avLst/>
          </a:prstGeom>
          <a:ln xmlns:a="http://schemas.openxmlformats.org/drawingml/2006/main" w="6191">
            <a:solidFill>
              <a:srgbClr val="A9B8C2"/>
            </a:solidFill>
            <a:prstDash val="solid"/>
          </a:ln>
        </p:spPr>
      </p:cxnSp>
      <p:cxnSp>
        <p:nvCxnSpPr>
          <p:cNvPr id="944" name="">
            <a:extLst xmlns:a="http://schemas.openxmlformats.org/drawingml/2006/main">
              <a:ext uri="{FF2B5EF4-FFF2-40B4-BE49-F238E27FC236}">
                <a16:creationId xmlns:a16="http://schemas.microsoft.com/office/drawing/2014/main" id="{CEA21E2F-810A-4DC0-B375-1BAE07A8727E}"/>
              </a:ext>
            </a:extLst>
          </p:cNvPr>
          <p:cNvCxnSpPr/>
          <p:nvPr/>
        </p:nvCxnSpPr>
        <p:spPr>
          <a:xfrm xmlns:a="http://schemas.openxmlformats.org/drawingml/2006/main" flipH="0" flipV="0">
            <a:off x="5595520" y="3718774"/>
            <a:ext cx="47277" cy="1532"/>
          </a:xfrm>
          <a:prstGeom xmlns:a="http://schemas.openxmlformats.org/drawingml/2006/main" prst="straightConnector1">
            <a:avLst/>
          </a:prstGeom>
          <a:ln xmlns:a="http://schemas.openxmlformats.org/drawingml/2006/main" w="6191">
            <a:solidFill>
              <a:srgbClr val="A9B8C2"/>
            </a:solidFill>
            <a:prstDash val="solid"/>
          </a:ln>
        </p:spPr>
      </p:cxnSp>
      <p:cxnSp>
        <p:nvCxnSpPr>
          <p:cNvPr id="945" name="">
            <a:extLst xmlns:a="http://schemas.openxmlformats.org/drawingml/2006/main">
              <a:ext uri="{FF2B5EF4-FFF2-40B4-BE49-F238E27FC236}">
                <a16:creationId xmlns:a16="http://schemas.microsoft.com/office/drawing/2014/main" id="{C147438F-2135-4986-BB00-C065DF066888}"/>
              </a:ext>
            </a:extLst>
          </p:cNvPr>
          <p:cNvCxnSpPr/>
          <p:nvPr/>
        </p:nvCxnSpPr>
        <p:spPr>
          <a:xfrm xmlns:a="http://schemas.openxmlformats.org/drawingml/2006/main" flipH="0" flipV="0">
            <a:off x="5642797" y="3720305"/>
            <a:ext cx="47277" cy="1543"/>
          </a:xfrm>
          <a:prstGeom xmlns:a="http://schemas.openxmlformats.org/drawingml/2006/main" prst="straightConnector1">
            <a:avLst/>
          </a:prstGeom>
          <a:ln xmlns:a="http://schemas.openxmlformats.org/drawingml/2006/main" w="6191">
            <a:solidFill>
              <a:srgbClr val="A9B8C2"/>
            </a:solidFill>
            <a:prstDash val="solid"/>
          </a:ln>
        </p:spPr>
      </p:cxnSp>
      <p:cxnSp>
        <p:nvCxnSpPr>
          <p:cNvPr id="946" name="">
            <a:extLst xmlns:a="http://schemas.openxmlformats.org/drawingml/2006/main">
              <a:ext uri="{FF2B5EF4-FFF2-40B4-BE49-F238E27FC236}">
                <a16:creationId xmlns:a16="http://schemas.microsoft.com/office/drawing/2014/main" id="{B0AED107-E6C0-44FC-B2B1-77745787501A}"/>
              </a:ext>
            </a:extLst>
          </p:cNvPr>
          <p:cNvCxnSpPr/>
          <p:nvPr/>
        </p:nvCxnSpPr>
        <p:spPr>
          <a:xfrm xmlns:a="http://schemas.openxmlformats.org/drawingml/2006/main" flipH="0" flipV="0">
            <a:off x="5673675" y="3597017"/>
            <a:ext cx="8200" cy="62416"/>
          </a:xfrm>
          <a:prstGeom xmlns:a="http://schemas.openxmlformats.org/drawingml/2006/main" prst="straightConnector1">
            <a:avLst/>
          </a:prstGeom>
          <a:ln xmlns:a="http://schemas.openxmlformats.org/drawingml/2006/main" w="6191">
            <a:solidFill>
              <a:srgbClr val="A9B8C2"/>
            </a:solidFill>
            <a:prstDash val="solid"/>
          </a:ln>
        </p:spPr>
      </p:cxnSp>
      <p:cxnSp>
        <p:nvCxnSpPr>
          <p:cNvPr id="947" name="">
            <a:extLst xmlns:a="http://schemas.openxmlformats.org/drawingml/2006/main">
              <a:ext uri="{FF2B5EF4-FFF2-40B4-BE49-F238E27FC236}">
                <a16:creationId xmlns:a16="http://schemas.microsoft.com/office/drawing/2014/main" id="{9E854C5C-951A-4F56-9807-A75FDBFBF515}"/>
              </a:ext>
            </a:extLst>
          </p:cNvPr>
          <p:cNvCxnSpPr/>
          <p:nvPr/>
        </p:nvCxnSpPr>
        <p:spPr>
          <a:xfrm xmlns:a="http://schemas.openxmlformats.org/drawingml/2006/main" flipH="0" flipV="0">
            <a:off x="5681874" y="3659433"/>
            <a:ext cx="8200" cy="62416"/>
          </a:xfrm>
          <a:prstGeom xmlns:a="http://schemas.openxmlformats.org/drawingml/2006/main" prst="straightConnector1">
            <a:avLst/>
          </a:prstGeom>
          <a:ln xmlns:a="http://schemas.openxmlformats.org/drawingml/2006/main" w="6191">
            <a:solidFill>
              <a:srgbClr val="A9B8C2"/>
            </a:solidFill>
            <a:prstDash val="solid"/>
          </a:ln>
        </p:spPr>
      </p:cxnSp>
      <p:cxnSp>
        <p:nvCxnSpPr>
          <p:cNvPr id="948" name="">
            <a:extLst xmlns:a="http://schemas.openxmlformats.org/drawingml/2006/main">
              <a:ext uri="{FF2B5EF4-FFF2-40B4-BE49-F238E27FC236}">
                <a16:creationId xmlns:a16="http://schemas.microsoft.com/office/drawing/2014/main" id="{AFA4B98F-F7D2-4004-8551-50FB2D6B0819}"/>
              </a:ext>
            </a:extLst>
          </p:cNvPr>
          <p:cNvCxnSpPr/>
          <p:nvPr/>
        </p:nvCxnSpPr>
        <p:spPr>
          <a:xfrm xmlns:a="http://schemas.openxmlformats.org/drawingml/2006/main" flipH="0" flipV="0">
            <a:off x="5802700" y="3445879"/>
            <a:ext cx="60766" cy="15904"/>
          </a:xfrm>
          <a:prstGeom xmlns:a="http://schemas.openxmlformats.org/drawingml/2006/main" prst="straightConnector1">
            <a:avLst/>
          </a:prstGeom>
          <a:ln xmlns:a="http://schemas.openxmlformats.org/drawingml/2006/main" w="6191">
            <a:solidFill>
              <a:srgbClr val="A9B8C2"/>
            </a:solidFill>
            <a:prstDash val="solid"/>
          </a:ln>
        </p:spPr>
      </p:cxnSp>
      <p:cxnSp>
        <p:nvCxnSpPr>
          <p:cNvPr id="949" name="">
            <a:extLst xmlns:a="http://schemas.openxmlformats.org/drawingml/2006/main">
              <a:ext uri="{FF2B5EF4-FFF2-40B4-BE49-F238E27FC236}">
                <a16:creationId xmlns:a16="http://schemas.microsoft.com/office/drawing/2014/main" id="{BE24B85E-B73B-4A7E-A025-577182799BC0}"/>
              </a:ext>
            </a:extLst>
          </p:cNvPr>
          <p:cNvCxnSpPr/>
          <p:nvPr/>
        </p:nvCxnSpPr>
        <p:spPr>
          <a:xfrm xmlns:a="http://schemas.openxmlformats.org/drawingml/2006/main" flipH="0" flipV="0">
            <a:off x="5863466" y="3461783"/>
            <a:ext cx="60755" cy="15904"/>
          </a:xfrm>
          <a:prstGeom xmlns:a="http://schemas.openxmlformats.org/drawingml/2006/main" prst="straightConnector1">
            <a:avLst/>
          </a:prstGeom>
          <a:ln xmlns:a="http://schemas.openxmlformats.org/drawingml/2006/main" w="6191">
            <a:solidFill>
              <a:srgbClr val="A9B8C2"/>
            </a:solidFill>
            <a:prstDash val="solid"/>
          </a:ln>
        </p:spPr>
      </p:cxnSp>
      <p:cxnSp>
        <p:nvCxnSpPr>
          <p:cNvPr id="950" name="">
            <a:extLst xmlns:a="http://schemas.openxmlformats.org/drawingml/2006/main">
              <a:ext uri="{FF2B5EF4-FFF2-40B4-BE49-F238E27FC236}">
                <a16:creationId xmlns:a16="http://schemas.microsoft.com/office/drawing/2014/main" id="{863A62E3-0BD7-4D6E-A625-2FA5104CEDA7}"/>
              </a:ext>
            </a:extLst>
          </p:cNvPr>
          <p:cNvCxnSpPr/>
          <p:nvPr/>
        </p:nvCxnSpPr>
        <p:spPr>
          <a:xfrm xmlns:a="http://schemas.openxmlformats.org/drawingml/2006/main" flipH="1" flipV="0">
            <a:off x="5981052" y="3158411"/>
            <a:ext cx="5278" cy="63806"/>
          </a:xfrm>
          <a:prstGeom xmlns:a="http://schemas.openxmlformats.org/drawingml/2006/main" prst="straightConnector1">
            <a:avLst/>
          </a:prstGeom>
          <a:ln xmlns:a="http://schemas.openxmlformats.org/drawingml/2006/main" w="6191">
            <a:solidFill>
              <a:srgbClr val="A9B8C2"/>
            </a:solidFill>
            <a:prstDash val="solid"/>
          </a:ln>
        </p:spPr>
      </p:cxnSp>
      <p:cxnSp>
        <p:nvCxnSpPr>
          <p:cNvPr id="951" name="">
            <a:extLst xmlns:a="http://schemas.openxmlformats.org/drawingml/2006/main">
              <a:ext uri="{FF2B5EF4-FFF2-40B4-BE49-F238E27FC236}">
                <a16:creationId xmlns:a16="http://schemas.microsoft.com/office/drawing/2014/main" id="{00031123-872C-4D45-9223-2DA61A73DB9D}"/>
              </a:ext>
            </a:extLst>
          </p:cNvPr>
          <p:cNvCxnSpPr/>
          <p:nvPr/>
        </p:nvCxnSpPr>
        <p:spPr>
          <a:xfrm xmlns:a="http://schemas.openxmlformats.org/drawingml/2006/main" flipH="1" flipV="0">
            <a:off x="5975774" y="3222217"/>
            <a:ext cx="5278" cy="63794"/>
          </a:xfrm>
          <a:prstGeom xmlns:a="http://schemas.openxmlformats.org/drawingml/2006/main" prst="straightConnector1">
            <a:avLst/>
          </a:prstGeom>
          <a:ln xmlns:a="http://schemas.openxmlformats.org/drawingml/2006/main" w="6191">
            <a:solidFill>
              <a:srgbClr val="A9B8C2"/>
            </a:solidFill>
            <a:prstDash val="solid"/>
          </a:ln>
        </p:spPr>
      </p:cxnSp>
      <p:cxnSp>
        <p:nvCxnSpPr>
          <p:cNvPr id="952" name="">
            <a:extLst xmlns:a="http://schemas.openxmlformats.org/drawingml/2006/main">
              <a:ext uri="{FF2B5EF4-FFF2-40B4-BE49-F238E27FC236}">
                <a16:creationId xmlns:a16="http://schemas.microsoft.com/office/drawing/2014/main" id="{8C809837-7800-4B03-8680-BE29A8CE4613}"/>
              </a:ext>
            </a:extLst>
          </p:cNvPr>
          <p:cNvCxnSpPr/>
          <p:nvPr/>
        </p:nvCxnSpPr>
        <p:spPr>
          <a:xfrm xmlns:a="http://schemas.openxmlformats.org/drawingml/2006/main" flipH="0" flipV="0">
            <a:off x="5986330" y="3158411"/>
            <a:ext cx="50482" cy="42800"/>
          </a:xfrm>
          <a:prstGeom xmlns:a="http://schemas.openxmlformats.org/drawingml/2006/main" prst="straightConnector1">
            <a:avLst/>
          </a:prstGeom>
          <a:ln xmlns:a="http://schemas.openxmlformats.org/drawingml/2006/main" w="6191">
            <a:solidFill>
              <a:srgbClr val="A9B8C2"/>
            </a:solidFill>
            <a:prstDash val="solid"/>
          </a:ln>
        </p:spPr>
      </p:cxnSp>
      <p:cxnSp>
        <p:nvCxnSpPr>
          <p:cNvPr id="953" name="">
            <a:extLst xmlns:a="http://schemas.openxmlformats.org/drawingml/2006/main">
              <a:ext uri="{FF2B5EF4-FFF2-40B4-BE49-F238E27FC236}">
                <a16:creationId xmlns:a16="http://schemas.microsoft.com/office/drawing/2014/main" id="{83FD8EA9-84FF-41E6-AD17-7D483EA62FB0}"/>
              </a:ext>
            </a:extLst>
          </p:cNvPr>
          <p:cNvCxnSpPr/>
          <p:nvPr/>
        </p:nvCxnSpPr>
        <p:spPr>
          <a:xfrm xmlns:a="http://schemas.openxmlformats.org/drawingml/2006/main" flipH="0" flipV="0">
            <a:off x="6036812" y="3201211"/>
            <a:ext cx="50505" cy="42800"/>
          </a:xfrm>
          <a:prstGeom xmlns:a="http://schemas.openxmlformats.org/drawingml/2006/main" prst="straightConnector1">
            <a:avLst/>
          </a:prstGeom>
          <a:ln xmlns:a="http://schemas.openxmlformats.org/drawingml/2006/main" w="6191">
            <a:solidFill>
              <a:srgbClr val="A9B8C2"/>
            </a:solidFill>
            <a:prstDash val="solid"/>
          </a:ln>
        </p:spPr>
      </p:cxnSp>
      <p:cxnSp>
        <p:nvCxnSpPr>
          <p:cNvPr id="954" name="">
            <a:extLst xmlns:a="http://schemas.openxmlformats.org/drawingml/2006/main">
              <a:ext uri="{FF2B5EF4-FFF2-40B4-BE49-F238E27FC236}">
                <a16:creationId xmlns:a16="http://schemas.microsoft.com/office/drawing/2014/main" id="{5B1DBFA5-BE4C-4366-B535-B307CF179859}"/>
              </a:ext>
            </a:extLst>
          </p:cNvPr>
          <p:cNvCxnSpPr/>
          <p:nvPr/>
        </p:nvCxnSpPr>
        <p:spPr>
          <a:xfrm xmlns:a="http://schemas.openxmlformats.org/drawingml/2006/main" flipH="0" flipV="0">
            <a:off x="6087317" y="3244012"/>
            <a:ext cx="50482" cy="42812"/>
          </a:xfrm>
          <a:prstGeom xmlns:a="http://schemas.openxmlformats.org/drawingml/2006/main" prst="straightConnector1">
            <a:avLst/>
          </a:prstGeom>
          <a:ln xmlns:a="http://schemas.openxmlformats.org/drawingml/2006/main" w="6191">
            <a:solidFill>
              <a:srgbClr val="A9B8C2"/>
            </a:solidFill>
            <a:prstDash val="solid"/>
          </a:ln>
        </p:spPr>
      </p:cxnSp>
      <p:cxnSp>
        <p:nvCxnSpPr>
          <p:cNvPr id="955" name="">
            <a:extLst xmlns:a="http://schemas.openxmlformats.org/drawingml/2006/main">
              <a:ext uri="{FF2B5EF4-FFF2-40B4-BE49-F238E27FC236}">
                <a16:creationId xmlns:a16="http://schemas.microsoft.com/office/drawing/2014/main" id="{3D766315-6DCB-438F-9E87-DDB8CBB2F734}"/>
              </a:ext>
            </a:extLst>
          </p:cNvPr>
          <p:cNvCxnSpPr/>
          <p:nvPr/>
        </p:nvCxnSpPr>
        <p:spPr>
          <a:xfrm xmlns:a="http://schemas.openxmlformats.org/drawingml/2006/main" flipH="0" flipV="0">
            <a:off x="5738128" y="3598443"/>
            <a:ext cx="59895" cy="1449"/>
          </a:xfrm>
          <a:prstGeom xmlns:a="http://schemas.openxmlformats.org/drawingml/2006/main" prst="straightConnector1">
            <a:avLst/>
          </a:prstGeom>
          <a:ln xmlns:a="http://schemas.openxmlformats.org/drawingml/2006/main" w="6191">
            <a:solidFill>
              <a:srgbClr val="A9B8C2"/>
            </a:solidFill>
            <a:prstDash val="solid"/>
          </a:ln>
        </p:spPr>
      </p:cxnSp>
      <p:cxnSp>
        <p:nvCxnSpPr>
          <p:cNvPr id="956" name="">
            <a:extLst xmlns:a="http://schemas.openxmlformats.org/drawingml/2006/main">
              <a:ext uri="{FF2B5EF4-FFF2-40B4-BE49-F238E27FC236}">
                <a16:creationId xmlns:a16="http://schemas.microsoft.com/office/drawing/2014/main" id="{F11AAFF5-FEEC-4D9F-ADA0-26F124D45D75}"/>
              </a:ext>
            </a:extLst>
          </p:cNvPr>
          <p:cNvCxnSpPr/>
          <p:nvPr/>
        </p:nvCxnSpPr>
        <p:spPr>
          <a:xfrm xmlns:a="http://schemas.openxmlformats.org/drawingml/2006/main" flipH="0" flipV="0">
            <a:off x="5798023" y="3599892"/>
            <a:ext cx="59906" cy="1425"/>
          </a:xfrm>
          <a:prstGeom xmlns:a="http://schemas.openxmlformats.org/drawingml/2006/main" prst="straightConnector1">
            <a:avLst/>
          </a:prstGeom>
          <a:ln xmlns:a="http://schemas.openxmlformats.org/drawingml/2006/main" w="6191">
            <a:solidFill>
              <a:srgbClr val="A9B8C2"/>
            </a:solidFill>
            <a:prstDash val="solid"/>
          </a:ln>
        </p:spPr>
      </p:cxnSp>
      <p:cxnSp>
        <p:nvCxnSpPr>
          <p:cNvPr id="957" name="">
            <a:extLst xmlns:a="http://schemas.openxmlformats.org/drawingml/2006/main">
              <a:ext uri="{FF2B5EF4-FFF2-40B4-BE49-F238E27FC236}">
                <a16:creationId xmlns:a16="http://schemas.microsoft.com/office/drawing/2014/main" id="{CFD0ED45-9CC9-427F-8A83-79DF14637431}"/>
              </a:ext>
            </a:extLst>
          </p:cNvPr>
          <p:cNvCxnSpPr/>
          <p:nvPr/>
        </p:nvCxnSpPr>
        <p:spPr>
          <a:xfrm xmlns:a="http://schemas.openxmlformats.org/drawingml/2006/main" flipH="0" flipV="0">
            <a:off x="5857929" y="3601317"/>
            <a:ext cx="59906" cy="1449"/>
          </a:xfrm>
          <a:prstGeom xmlns:a="http://schemas.openxmlformats.org/drawingml/2006/main" prst="straightConnector1">
            <a:avLst/>
          </a:prstGeom>
          <a:ln xmlns:a="http://schemas.openxmlformats.org/drawingml/2006/main" w="6191">
            <a:solidFill>
              <a:srgbClr val="A9B8C2"/>
            </a:solidFill>
            <a:prstDash val="solid"/>
          </a:ln>
        </p:spPr>
      </p:cxnSp>
      <p:cxnSp>
        <p:nvCxnSpPr>
          <p:cNvPr id="958" name="">
            <a:extLst xmlns:a="http://schemas.openxmlformats.org/drawingml/2006/main">
              <a:ext uri="{FF2B5EF4-FFF2-40B4-BE49-F238E27FC236}">
                <a16:creationId xmlns:a16="http://schemas.microsoft.com/office/drawing/2014/main" id="{B6AAC481-075A-4B07-A777-4E225083E51D}"/>
              </a:ext>
            </a:extLst>
          </p:cNvPr>
          <p:cNvCxnSpPr/>
          <p:nvPr/>
        </p:nvCxnSpPr>
        <p:spPr>
          <a:xfrm xmlns:a="http://schemas.openxmlformats.org/drawingml/2006/main" flipH="0" flipV="0">
            <a:off x="5787962" y="3527262"/>
            <a:ext cx="66563" cy="6503"/>
          </a:xfrm>
          <a:prstGeom xmlns:a="http://schemas.openxmlformats.org/drawingml/2006/main" prst="straightConnector1">
            <a:avLst/>
          </a:prstGeom>
          <a:ln xmlns:a="http://schemas.openxmlformats.org/drawingml/2006/main" w="6191">
            <a:solidFill>
              <a:srgbClr val="A9B8C2"/>
            </a:solidFill>
            <a:prstDash val="solid"/>
          </a:ln>
        </p:spPr>
      </p:cxnSp>
      <p:cxnSp>
        <p:nvCxnSpPr>
          <p:cNvPr id="959" name="">
            <a:extLst xmlns:a="http://schemas.openxmlformats.org/drawingml/2006/main">
              <a:ext uri="{FF2B5EF4-FFF2-40B4-BE49-F238E27FC236}">
                <a16:creationId xmlns:a16="http://schemas.microsoft.com/office/drawing/2014/main" id="{84EE43DF-CA14-4C1E-9C01-E79F978D5047}"/>
              </a:ext>
            </a:extLst>
          </p:cNvPr>
          <p:cNvCxnSpPr/>
          <p:nvPr/>
        </p:nvCxnSpPr>
        <p:spPr>
          <a:xfrm xmlns:a="http://schemas.openxmlformats.org/drawingml/2006/main" flipH="0" flipV="0">
            <a:off x="5854525" y="3533765"/>
            <a:ext cx="66563" cy="6503"/>
          </a:xfrm>
          <a:prstGeom xmlns:a="http://schemas.openxmlformats.org/drawingml/2006/main" prst="straightConnector1">
            <a:avLst/>
          </a:prstGeom>
          <a:ln xmlns:a="http://schemas.openxmlformats.org/drawingml/2006/main" w="6191">
            <a:solidFill>
              <a:srgbClr val="A9B8C2"/>
            </a:solidFill>
            <a:prstDash val="solid"/>
          </a:ln>
        </p:spPr>
      </p:cxnSp>
      <p:cxnSp>
        <p:nvCxnSpPr>
          <p:cNvPr id="960" name="">
            <a:extLst xmlns:a="http://schemas.openxmlformats.org/drawingml/2006/main">
              <a:ext uri="{FF2B5EF4-FFF2-40B4-BE49-F238E27FC236}">
                <a16:creationId xmlns:a16="http://schemas.microsoft.com/office/drawing/2014/main" id="{CBB25620-0041-4B6F-B48B-DA2432CCBBCF}"/>
              </a:ext>
            </a:extLst>
          </p:cNvPr>
          <p:cNvCxnSpPr/>
          <p:nvPr/>
        </p:nvCxnSpPr>
        <p:spPr>
          <a:xfrm xmlns:a="http://schemas.openxmlformats.org/drawingml/2006/main" flipH="0" flipV="0">
            <a:off x="5690074" y="3721848"/>
            <a:ext cx="7410" cy="66657"/>
          </a:xfrm>
          <a:prstGeom xmlns:a="http://schemas.openxmlformats.org/drawingml/2006/main" prst="straightConnector1">
            <a:avLst/>
          </a:prstGeom>
          <a:ln xmlns:a="http://schemas.openxmlformats.org/drawingml/2006/main" w="6191">
            <a:solidFill>
              <a:srgbClr val="A9B8C2"/>
            </a:solidFill>
            <a:prstDash val="solid"/>
          </a:ln>
        </p:spPr>
      </p:cxnSp>
      <p:cxnSp>
        <p:nvCxnSpPr>
          <p:cNvPr id="961" name="">
            <a:extLst xmlns:a="http://schemas.openxmlformats.org/drawingml/2006/main">
              <a:ext uri="{FF2B5EF4-FFF2-40B4-BE49-F238E27FC236}">
                <a16:creationId xmlns:a16="http://schemas.microsoft.com/office/drawing/2014/main" id="{504E7174-5B91-4153-92C1-AD2200CCD149}"/>
              </a:ext>
            </a:extLst>
          </p:cNvPr>
          <p:cNvCxnSpPr/>
          <p:nvPr/>
        </p:nvCxnSpPr>
        <p:spPr>
          <a:xfrm xmlns:a="http://schemas.openxmlformats.org/drawingml/2006/main" flipH="0" flipV="0">
            <a:off x="5697484" y="3788505"/>
            <a:ext cx="7387" cy="66669"/>
          </a:xfrm>
          <a:prstGeom xmlns:a="http://schemas.openxmlformats.org/drawingml/2006/main" prst="straightConnector1">
            <a:avLst/>
          </a:prstGeom>
          <a:ln xmlns:a="http://schemas.openxmlformats.org/drawingml/2006/main" w="6191">
            <a:solidFill>
              <a:srgbClr val="A9B8C2"/>
            </a:solidFill>
            <a:prstDash val="solid"/>
          </a:ln>
        </p:spPr>
      </p:cxnSp>
      <p:cxnSp>
        <p:nvCxnSpPr>
          <p:cNvPr id="962" name="">
            <a:extLst xmlns:a="http://schemas.openxmlformats.org/drawingml/2006/main">
              <a:ext uri="{FF2B5EF4-FFF2-40B4-BE49-F238E27FC236}">
                <a16:creationId xmlns:a16="http://schemas.microsoft.com/office/drawing/2014/main" id="{3624AE56-1082-446F-8352-FA388B34F1CC}"/>
              </a:ext>
            </a:extLst>
          </p:cNvPr>
          <p:cNvCxnSpPr/>
          <p:nvPr/>
        </p:nvCxnSpPr>
        <p:spPr>
          <a:xfrm xmlns:a="http://schemas.openxmlformats.org/drawingml/2006/main" flipH="0" flipV="0">
            <a:off x="5975774" y="3286011"/>
            <a:ext cx="54016" cy="283"/>
          </a:xfrm>
          <a:prstGeom xmlns:a="http://schemas.openxmlformats.org/drawingml/2006/main" prst="straightConnector1">
            <a:avLst/>
          </a:prstGeom>
          <a:ln xmlns:a="http://schemas.openxmlformats.org/drawingml/2006/main" w="6191">
            <a:solidFill>
              <a:srgbClr val="A9B8C2"/>
            </a:solidFill>
            <a:prstDash val="solid"/>
          </a:ln>
        </p:spPr>
      </p:cxnSp>
      <p:cxnSp>
        <p:nvCxnSpPr>
          <p:cNvPr id="963" name="">
            <a:extLst xmlns:a="http://schemas.openxmlformats.org/drawingml/2006/main">
              <a:ext uri="{FF2B5EF4-FFF2-40B4-BE49-F238E27FC236}">
                <a16:creationId xmlns:a16="http://schemas.microsoft.com/office/drawing/2014/main" id="{31F539A8-D3FD-4812-9AB2-CE960E626D6B}"/>
              </a:ext>
            </a:extLst>
          </p:cNvPr>
          <p:cNvCxnSpPr/>
          <p:nvPr/>
        </p:nvCxnSpPr>
        <p:spPr>
          <a:xfrm xmlns:a="http://schemas.openxmlformats.org/drawingml/2006/main" flipH="0" flipV="0">
            <a:off x="6029790" y="3286294"/>
            <a:ext cx="54004" cy="259"/>
          </a:xfrm>
          <a:prstGeom xmlns:a="http://schemas.openxmlformats.org/drawingml/2006/main" prst="straightConnector1">
            <a:avLst/>
          </a:prstGeom>
          <a:ln xmlns:a="http://schemas.openxmlformats.org/drawingml/2006/main" w="6191">
            <a:solidFill>
              <a:srgbClr val="A9B8C2"/>
            </a:solidFill>
            <a:prstDash val="solid"/>
          </a:ln>
        </p:spPr>
      </p:cxnSp>
      <p:cxnSp>
        <p:nvCxnSpPr>
          <p:cNvPr id="964" name="">
            <a:extLst xmlns:a="http://schemas.openxmlformats.org/drawingml/2006/main">
              <a:ext uri="{FF2B5EF4-FFF2-40B4-BE49-F238E27FC236}">
                <a16:creationId xmlns:a16="http://schemas.microsoft.com/office/drawing/2014/main" id="{C0C5B419-6341-4F2D-9D89-19D45143987D}"/>
              </a:ext>
            </a:extLst>
          </p:cNvPr>
          <p:cNvCxnSpPr/>
          <p:nvPr/>
        </p:nvCxnSpPr>
        <p:spPr>
          <a:xfrm xmlns:a="http://schemas.openxmlformats.org/drawingml/2006/main" flipH="0" flipV="0">
            <a:off x="6083794" y="3286553"/>
            <a:ext cx="54004" cy="271"/>
          </a:xfrm>
          <a:prstGeom xmlns:a="http://schemas.openxmlformats.org/drawingml/2006/main" prst="straightConnector1">
            <a:avLst/>
          </a:prstGeom>
          <a:ln xmlns:a="http://schemas.openxmlformats.org/drawingml/2006/main" w="6191">
            <a:solidFill>
              <a:srgbClr val="A9B8C2"/>
            </a:solidFill>
            <a:prstDash val="solid"/>
          </a:ln>
        </p:spPr>
      </p:cxnSp>
      <p:cxnSp>
        <p:nvCxnSpPr>
          <p:cNvPr id="965" name="">
            <a:extLst xmlns:a="http://schemas.openxmlformats.org/drawingml/2006/main">
              <a:ext uri="{FF2B5EF4-FFF2-40B4-BE49-F238E27FC236}">
                <a16:creationId xmlns:a16="http://schemas.microsoft.com/office/drawing/2014/main" id="{78450421-0388-478B-AE4A-F8C58C5E3A8E}"/>
              </a:ext>
            </a:extLst>
          </p:cNvPr>
          <p:cNvCxnSpPr/>
          <p:nvPr/>
        </p:nvCxnSpPr>
        <p:spPr>
          <a:xfrm xmlns:a="http://schemas.openxmlformats.org/drawingml/2006/main" flipH="0" flipV="0">
            <a:off x="5924221" y="3477687"/>
            <a:ext cx="51082" cy="14290"/>
          </a:xfrm>
          <a:prstGeom xmlns:a="http://schemas.openxmlformats.org/drawingml/2006/main" prst="straightConnector1">
            <a:avLst/>
          </a:prstGeom>
          <a:ln xmlns:a="http://schemas.openxmlformats.org/drawingml/2006/main" w="6191">
            <a:solidFill>
              <a:srgbClr val="A9B8C2"/>
            </a:solidFill>
            <a:prstDash val="solid"/>
          </a:ln>
        </p:spPr>
      </p:cxnSp>
      <p:cxnSp>
        <p:nvCxnSpPr>
          <p:cNvPr id="966" name="">
            <a:extLst xmlns:a="http://schemas.openxmlformats.org/drawingml/2006/main">
              <a:ext uri="{FF2B5EF4-FFF2-40B4-BE49-F238E27FC236}">
                <a16:creationId xmlns:a16="http://schemas.microsoft.com/office/drawing/2014/main" id="{C0CCBDDC-24E7-4FC4-A267-9B4CDBB19866}"/>
              </a:ext>
            </a:extLst>
          </p:cNvPr>
          <p:cNvCxnSpPr/>
          <p:nvPr/>
        </p:nvCxnSpPr>
        <p:spPr>
          <a:xfrm xmlns:a="http://schemas.openxmlformats.org/drawingml/2006/main" flipH="0" flipV="0">
            <a:off x="5975303" y="3491978"/>
            <a:ext cx="51094" cy="14314"/>
          </a:xfrm>
          <a:prstGeom xmlns:a="http://schemas.openxmlformats.org/drawingml/2006/main" prst="straightConnector1">
            <a:avLst/>
          </a:prstGeom>
          <a:ln xmlns:a="http://schemas.openxmlformats.org/drawingml/2006/main" w="6191">
            <a:solidFill>
              <a:srgbClr val="A9B8C2"/>
            </a:solidFill>
            <a:prstDash val="solid"/>
          </a:ln>
        </p:spPr>
      </p:cxnSp>
      <p:cxnSp>
        <p:nvCxnSpPr>
          <p:cNvPr id="967" name="">
            <a:extLst xmlns:a="http://schemas.openxmlformats.org/drawingml/2006/main">
              <a:ext uri="{FF2B5EF4-FFF2-40B4-BE49-F238E27FC236}">
                <a16:creationId xmlns:a16="http://schemas.microsoft.com/office/drawing/2014/main" id="{20675D6F-C326-4869-9510-F9E8AA04AC51}"/>
              </a:ext>
            </a:extLst>
          </p:cNvPr>
          <p:cNvCxnSpPr/>
          <p:nvPr/>
        </p:nvCxnSpPr>
        <p:spPr>
          <a:xfrm xmlns:a="http://schemas.openxmlformats.org/drawingml/2006/main" flipH="0" flipV="0">
            <a:off x="6026397" y="3506292"/>
            <a:ext cx="51082" cy="14290"/>
          </a:xfrm>
          <a:prstGeom xmlns:a="http://schemas.openxmlformats.org/drawingml/2006/main" prst="straightConnector1">
            <a:avLst/>
          </a:prstGeom>
          <a:ln xmlns:a="http://schemas.openxmlformats.org/drawingml/2006/main" w="6191">
            <a:solidFill>
              <a:srgbClr val="A9B8C2"/>
            </a:solidFill>
            <a:prstDash val="solid"/>
          </a:ln>
        </p:spPr>
      </p:cxnSp>
      <p:cxnSp>
        <p:nvCxnSpPr>
          <p:cNvPr id="968" name="">
            <a:extLst xmlns:a="http://schemas.openxmlformats.org/drawingml/2006/main">
              <a:ext uri="{FF2B5EF4-FFF2-40B4-BE49-F238E27FC236}">
                <a16:creationId xmlns:a16="http://schemas.microsoft.com/office/drawing/2014/main" id="{5966F4BC-F6D6-4544-BACC-2405A3E5D3EA}"/>
              </a:ext>
            </a:extLst>
          </p:cNvPr>
          <p:cNvCxnSpPr/>
          <p:nvPr/>
        </p:nvCxnSpPr>
        <p:spPr>
          <a:xfrm xmlns:a="http://schemas.openxmlformats.org/drawingml/2006/main" flipH="0" flipV="0">
            <a:off x="5966833" y="3424343"/>
            <a:ext cx="59341" cy="259"/>
          </a:xfrm>
          <a:prstGeom xmlns:a="http://schemas.openxmlformats.org/drawingml/2006/main" prst="straightConnector1">
            <a:avLst/>
          </a:prstGeom>
          <a:ln xmlns:a="http://schemas.openxmlformats.org/drawingml/2006/main" w="6191">
            <a:solidFill>
              <a:srgbClr val="A9B8C2"/>
            </a:solidFill>
            <a:prstDash val="solid"/>
          </a:ln>
        </p:spPr>
      </p:cxnSp>
      <p:cxnSp>
        <p:nvCxnSpPr>
          <p:cNvPr id="969" name="">
            <a:extLst xmlns:a="http://schemas.openxmlformats.org/drawingml/2006/main">
              <a:ext uri="{FF2B5EF4-FFF2-40B4-BE49-F238E27FC236}">
                <a16:creationId xmlns:a16="http://schemas.microsoft.com/office/drawing/2014/main" id="{E14DD198-AB5B-4164-9D26-33A3A48802E3}"/>
              </a:ext>
            </a:extLst>
          </p:cNvPr>
          <p:cNvCxnSpPr/>
          <p:nvPr/>
        </p:nvCxnSpPr>
        <p:spPr>
          <a:xfrm xmlns:a="http://schemas.openxmlformats.org/drawingml/2006/main" flipH="0" flipV="0">
            <a:off x="6026174" y="3424602"/>
            <a:ext cx="59341" cy="283"/>
          </a:xfrm>
          <a:prstGeom xmlns:a="http://schemas.openxmlformats.org/drawingml/2006/main" prst="straightConnector1">
            <a:avLst/>
          </a:prstGeom>
          <a:ln xmlns:a="http://schemas.openxmlformats.org/drawingml/2006/main" w="6191">
            <a:solidFill>
              <a:srgbClr val="A9B8C2"/>
            </a:solidFill>
            <a:prstDash val="solid"/>
          </a:ln>
        </p:spPr>
      </p:cxnSp>
      <p:cxnSp>
        <p:nvCxnSpPr>
          <p:cNvPr id="970" name="">
            <a:extLst xmlns:a="http://schemas.openxmlformats.org/drawingml/2006/main">
              <a:ext uri="{FF2B5EF4-FFF2-40B4-BE49-F238E27FC236}">
                <a16:creationId xmlns:a16="http://schemas.microsoft.com/office/drawing/2014/main" id="{00DD64D2-834F-4189-8461-7A496B0351CF}"/>
              </a:ext>
            </a:extLst>
          </p:cNvPr>
          <p:cNvCxnSpPr/>
          <p:nvPr/>
        </p:nvCxnSpPr>
        <p:spPr>
          <a:xfrm xmlns:a="http://schemas.openxmlformats.org/drawingml/2006/main" flipH="0" flipV="0">
            <a:off x="6085514" y="3424885"/>
            <a:ext cx="59353" cy="271"/>
          </a:xfrm>
          <a:prstGeom xmlns:a="http://schemas.openxmlformats.org/drawingml/2006/main" prst="straightConnector1">
            <a:avLst/>
          </a:prstGeom>
          <a:ln xmlns:a="http://schemas.openxmlformats.org/drawingml/2006/main" w="6191">
            <a:solidFill>
              <a:srgbClr val="A9B8C2"/>
            </a:solidFill>
            <a:prstDash val="solid"/>
          </a:ln>
        </p:spPr>
      </p:cxnSp>
      <p:cxnSp>
        <p:nvCxnSpPr>
          <p:cNvPr id="971" name="">
            <a:extLst xmlns:a="http://schemas.openxmlformats.org/drawingml/2006/main">
              <a:ext uri="{FF2B5EF4-FFF2-40B4-BE49-F238E27FC236}">
                <a16:creationId xmlns:a16="http://schemas.microsoft.com/office/drawing/2014/main" id="{AEEF02C8-BF1B-4289-B072-DC8F6232ADD5}"/>
              </a:ext>
            </a:extLst>
          </p:cNvPr>
          <p:cNvCxnSpPr/>
          <p:nvPr/>
        </p:nvCxnSpPr>
        <p:spPr>
          <a:xfrm xmlns:a="http://schemas.openxmlformats.org/drawingml/2006/main" flipH="0" flipV="0">
            <a:off x="6144867" y="3425156"/>
            <a:ext cx="59329" cy="259"/>
          </a:xfrm>
          <a:prstGeom xmlns:a="http://schemas.openxmlformats.org/drawingml/2006/main" prst="straightConnector1">
            <a:avLst/>
          </a:prstGeom>
          <a:ln xmlns:a="http://schemas.openxmlformats.org/drawingml/2006/main" w="6191">
            <a:solidFill>
              <a:srgbClr val="A9B8C2"/>
            </a:solidFill>
            <a:prstDash val="solid"/>
          </a:ln>
        </p:spPr>
      </p:cxnSp>
      <p:cxnSp>
        <p:nvCxnSpPr>
          <p:cNvPr id="972" name="">
            <a:extLst xmlns:a="http://schemas.openxmlformats.org/drawingml/2006/main">
              <a:ext uri="{FF2B5EF4-FFF2-40B4-BE49-F238E27FC236}">
                <a16:creationId xmlns:a16="http://schemas.microsoft.com/office/drawing/2014/main" id="{4CFFC92F-9784-4F27-B7A2-E8BE912894E6}"/>
              </a:ext>
            </a:extLst>
          </p:cNvPr>
          <p:cNvCxnSpPr/>
          <p:nvPr/>
        </p:nvCxnSpPr>
        <p:spPr>
          <a:xfrm xmlns:a="http://schemas.openxmlformats.org/drawingml/2006/main" flipH="0" flipV="0">
            <a:off x="6204196" y="3425415"/>
            <a:ext cx="59341" cy="283"/>
          </a:xfrm>
          <a:prstGeom xmlns:a="http://schemas.openxmlformats.org/drawingml/2006/main" prst="straightConnector1">
            <a:avLst/>
          </a:prstGeom>
          <a:ln xmlns:a="http://schemas.openxmlformats.org/drawingml/2006/main" w="6191">
            <a:solidFill>
              <a:srgbClr val="A9B8C2"/>
            </a:solidFill>
            <a:prstDash val="solid"/>
          </a:ln>
        </p:spPr>
      </p:cxnSp>
      <p:cxnSp>
        <p:nvCxnSpPr>
          <p:cNvPr id="973" name="">
            <a:extLst xmlns:a="http://schemas.openxmlformats.org/drawingml/2006/main">
              <a:ext uri="{FF2B5EF4-FFF2-40B4-BE49-F238E27FC236}">
                <a16:creationId xmlns:a16="http://schemas.microsoft.com/office/drawing/2014/main" id="{1DDD4BFD-E815-4337-ABB1-27D0C22A499C}"/>
              </a:ext>
            </a:extLst>
          </p:cNvPr>
          <p:cNvCxnSpPr/>
          <p:nvPr/>
        </p:nvCxnSpPr>
        <p:spPr>
          <a:xfrm xmlns:a="http://schemas.openxmlformats.org/drawingml/2006/main" flipH="0" flipV="0">
            <a:off x="6263537" y="3425698"/>
            <a:ext cx="59353" cy="271"/>
          </a:xfrm>
          <a:prstGeom xmlns:a="http://schemas.openxmlformats.org/drawingml/2006/main" prst="straightConnector1">
            <a:avLst/>
          </a:prstGeom>
          <a:ln xmlns:a="http://schemas.openxmlformats.org/drawingml/2006/main" w="6191">
            <a:solidFill>
              <a:srgbClr val="A9B8C2"/>
            </a:solidFill>
            <a:prstDash val="solid"/>
          </a:ln>
        </p:spPr>
      </p:cxnSp>
      <p:cxnSp>
        <p:nvCxnSpPr>
          <p:cNvPr id="974" name="">
            <a:extLst xmlns:a="http://schemas.openxmlformats.org/drawingml/2006/main">
              <a:ext uri="{FF2B5EF4-FFF2-40B4-BE49-F238E27FC236}">
                <a16:creationId xmlns:a16="http://schemas.microsoft.com/office/drawing/2014/main" id="{021D7DD9-DA19-480B-A7E1-068946C90F38}"/>
              </a:ext>
            </a:extLst>
          </p:cNvPr>
          <p:cNvCxnSpPr/>
          <p:nvPr/>
        </p:nvCxnSpPr>
        <p:spPr>
          <a:xfrm xmlns:a="http://schemas.openxmlformats.org/drawingml/2006/main" flipH="0" flipV="0">
            <a:off x="5921865" y="3523374"/>
            <a:ext cx="52308" cy="7328"/>
          </a:xfrm>
          <a:prstGeom xmlns:a="http://schemas.openxmlformats.org/drawingml/2006/main" prst="straightConnector1">
            <a:avLst/>
          </a:prstGeom>
          <a:ln xmlns:a="http://schemas.openxmlformats.org/drawingml/2006/main" w="6191">
            <a:solidFill>
              <a:srgbClr val="A9B8C2"/>
            </a:solidFill>
            <a:prstDash val="solid"/>
          </a:ln>
        </p:spPr>
      </p:cxnSp>
      <p:cxnSp>
        <p:nvCxnSpPr>
          <p:cNvPr id="975" name="">
            <a:extLst xmlns:a="http://schemas.openxmlformats.org/drawingml/2006/main">
              <a:ext uri="{FF2B5EF4-FFF2-40B4-BE49-F238E27FC236}">
                <a16:creationId xmlns:a16="http://schemas.microsoft.com/office/drawing/2014/main" id="{984218A1-E480-41BB-80C9-584BA90012C8}"/>
              </a:ext>
            </a:extLst>
          </p:cNvPr>
          <p:cNvCxnSpPr/>
          <p:nvPr/>
        </p:nvCxnSpPr>
        <p:spPr>
          <a:xfrm xmlns:a="http://schemas.openxmlformats.org/drawingml/2006/main" flipH="0" flipV="0">
            <a:off x="5974172" y="3530702"/>
            <a:ext cx="52296" cy="7316"/>
          </a:xfrm>
          <a:prstGeom xmlns:a="http://schemas.openxmlformats.org/drawingml/2006/main" prst="straightConnector1">
            <a:avLst/>
          </a:prstGeom>
          <a:ln xmlns:a="http://schemas.openxmlformats.org/drawingml/2006/main" w="6191">
            <a:solidFill>
              <a:srgbClr val="A9B8C2"/>
            </a:solidFill>
            <a:prstDash val="solid"/>
          </a:ln>
        </p:spPr>
      </p:cxnSp>
      <p:cxnSp>
        <p:nvCxnSpPr>
          <p:cNvPr id="976" name="">
            <a:extLst xmlns:a="http://schemas.openxmlformats.org/drawingml/2006/main">
              <a:ext uri="{FF2B5EF4-FFF2-40B4-BE49-F238E27FC236}">
                <a16:creationId xmlns:a16="http://schemas.microsoft.com/office/drawing/2014/main" id="{7E98D937-381D-4F8B-9535-3651D48B52A3}"/>
              </a:ext>
            </a:extLst>
          </p:cNvPr>
          <p:cNvCxnSpPr/>
          <p:nvPr/>
        </p:nvCxnSpPr>
        <p:spPr>
          <a:xfrm xmlns:a="http://schemas.openxmlformats.org/drawingml/2006/main" flipH="0" flipV="0">
            <a:off x="6026468" y="3538018"/>
            <a:ext cx="52308" cy="7328"/>
          </a:xfrm>
          <a:prstGeom xmlns:a="http://schemas.openxmlformats.org/drawingml/2006/main" prst="straightConnector1">
            <a:avLst/>
          </a:prstGeom>
          <a:ln xmlns:a="http://schemas.openxmlformats.org/drawingml/2006/main" w="6191">
            <a:solidFill>
              <a:srgbClr val="A9B8C2"/>
            </a:solidFill>
            <a:prstDash val="solid"/>
          </a:ln>
        </p:spPr>
      </p:cxnSp>
      <p:cxnSp>
        <p:nvCxnSpPr>
          <p:cNvPr id="977" name="">
            <a:extLst xmlns:a="http://schemas.openxmlformats.org/drawingml/2006/main">
              <a:ext uri="{FF2B5EF4-FFF2-40B4-BE49-F238E27FC236}">
                <a16:creationId xmlns:a16="http://schemas.microsoft.com/office/drawing/2014/main" id="{B185365B-2177-4A06-9867-03B606828227}"/>
              </a:ext>
            </a:extLst>
          </p:cNvPr>
          <p:cNvCxnSpPr/>
          <p:nvPr/>
        </p:nvCxnSpPr>
        <p:spPr>
          <a:xfrm xmlns:a="http://schemas.openxmlformats.org/drawingml/2006/main" flipH="0" flipV="0">
            <a:off x="5966303" y="3460888"/>
            <a:ext cx="55724" cy="10909"/>
          </a:xfrm>
          <a:prstGeom xmlns:a="http://schemas.openxmlformats.org/drawingml/2006/main" prst="straightConnector1">
            <a:avLst/>
          </a:prstGeom>
          <a:ln xmlns:a="http://schemas.openxmlformats.org/drawingml/2006/main" w="6191">
            <a:solidFill>
              <a:srgbClr val="A9B8C2"/>
            </a:solidFill>
            <a:prstDash val="solid"/>
          </a:ln>
        </p:spPr>
      </p:cxnSp>
      <p:cxnSp>
        <p:nvCxnSpPr>
          <p:cNvPr id="978" name="">
            <a:extLst xmlns:a="http://schemas.openxmlformats.org/drawingml/2006/main">
              <a:ext uri="{FF2B5EF4-FFF2-40B4-BE49-F238E27FC236}">
                <a16:creationId xmlns:a16="http://schemas.microsoft.com/office/drawing/2014/main" id="{39961B33-D52A-4519-A9D2-1580D203AA29}"/>
              </a:ext>
            </a:extLst>
          </p:cNvPr>
          <p:cNvCxnSpPr/>
          <p:nvPr/>
        </p:nvCxnSpPr>
        <p:spPr>
          <a:xfrm xmlns:a="http://schemas.openxmlformats.org/drawingml/2006/main" flipH="0" flipV="0">
            <a:off x="6022027" y="3471797"/>
            <a:ext cx="54534" cy="15304"/>
          </a:xfrm>
          <a:prstGeom xmlns:a="http://schemas.openxmlformats.org/drawingml/2006/main" prst="straightConnector1">
            <a:avLst/>
          </a:prstGeom>
          <a:ln xmlns:a="http://schemas.openxmlformats.org/drawingml/2006/main" w="6191">
            <a:solidFill>
              <a:srgbClr val="A9B8C2"/>
            </a:solidFill>
            <a:prstDash val="solid"/>
          </a:ln>
        </p:spPr>
      </p:cxnSp>
      <p:cxnSp>
        <p:nvCxnSpPr>
          <p:cNvPr id="979" name="">
            <a:extLst xmlns:a="http://schemas.openxmlformats.org/drawingml/2006/main">
              <a:ext uri="{FF2B5EF4-FFF2-40B4-BE49-F238E27FC236}">
                <a16:creationId xmlns:a16="http://schemas.microsoft.com/office/drawing/2014/main" id="{38196C67-2E42-4821-804F-25531E1A490E}"/>
              </a:ext>
            </a:extLst>
          </p:cNvPr>
          <p:cNvCxnSpPr/>
          <p:nvPr/>
        </p:nvCxnSpPr>
        <p:spPr>
          <a:xfrm xmlns:a="http://schemas.openxmlformats.org/drawingml/2006/main" flipH="0" flipV="0">
            <a:off x="6076561" y="3487100"/>
            <a:ext cx="59329" cy="14031"/>
          </a:xfrm>
          <a:prstGeom xmlns:a="http://schemas.openxmlformats.org/drawingml/2006/main" prst="straightConnector1">
            <a:avLst/>
          </a:prstGeom>
          <a:ln xmlns:a="http://schemas.openxmlformats.org/drawingml/2006/main" w="6191">
            <a:solidFill>
              <a:srgbClr val="A9B8C2"/>
            </a:solidFill>
            <a:prstDash val="solid"/>
          </a:ln>
        </p:spPr>
      </p:cxnSp>
      <p:cxnSp>
        <p:nvCxnSpPr>
          <p:cNvPr id="980" name="">
            <a:extLst xmlns:a="http://schemas.openxmlformats.org/drawingml/2006/main">
              <a:ext uri="{FF2B5EF4-FFF2-40B4-BE49-F238E27FC236}">
                <a16:creationId xmlns:a16="http://schemas.microsoft.com/office/drawing/2014/main" id="{7146E542-60D6-4289-B9D2-4B157D2E5F3E}"/>
              </a:ext>
            </a:extLst>
          </p:cNvPr>
          <p:cNvCxnSpPr/>
          <p:nvPr/>
        </p:nvCxnSpPr>
        <p:spPr>
          <a:xfrm xmlns:a="http://schemas.openxmlformats.org/drawingml/2006/main" flipH="0" flipV="1">
            <a:off x="6135890" y="3493981"/>
            <a:ext cx="55359" cy="7151"/>
          </a:xfrm>
          <a:prstGeom xmlns:a="http://schemas.openxmlformats.org/drawingml/2006/main" prst="straightConnector1">
            <a:avLst/>
          </a:prstGeom>
          <a:ln xmlns:a="http://schemas.openxmlformats.org/drawingml/2006/main" w="6191">
            <a:solidFill>
              <a:srgbClr val="A9B8C2"/>
            </a:solidFill>
            <a:prstDash val="solid"/>
          </a:ln>
        </p:spPr>
      </p:cxnSp>
      <p:cxnSp>
        <p:nvCxnSpPr>
          <p:cNvPr id="981" name="">
            <a:extLst xmlns:a="http://schemas.openxmlformats.org/drawingml/2006/main">
              <a:ext uri="{FF2B5EF4-FFF2-40B4-BE49-F238E27FC236}">
                <a16:creationId xmlns:a16="http://schemas.microsoft.com/office/drawing/2014/main" id="{5DD8AFEF-0DE8-41A5-828D-A9EE5709E09A}"/>
              </a:ext>
            </a:extLst>
          </p:cNvPr>
          <p:cNvCxnSpPr/>
          <p:nvPr/>
        </p:nvCxnSpPr>
        <p:spPr>
          <a:xfrm xmlns:a="http://schemas.openxmlformats.org/drawingml/2006/main" flipH="0" flipV="1">
            <a:off x="6191249" y="3491047"/>
            <a:ext cx="55630" cy="2933"/>
          </a:xfrm>
          <a:prstGeom xmlns:a="http://schemas.openxmlformats.org/drawingml/2006/main" prst="straightConnector1">
            <a:avLst/>
          </a:prstGeom>
          <a:ln xmlns:a="http://schemas.openxmlformats.org/drawingml/2006/main" w="6191">
            <a:solidFill>
              <a:srgbClr val="A9B8C2"/>
            </a:solidFill>
            <a:prstDash val="solid"/>
          </a:ln>
        </p:spPr>
      </p:cxnSp>
      <p:cxnSp>
        <p:nvCxnSpPr>
          <p:cNvPr id="982" name="">
            <a:extLst xmlns:a="http://schemas.openxmlformats.org/drawingml/2006/main">
              <a:ext uri="{FF2B5EF4-FFF2-40B4-BE49-F238E27FC236}">
                <a16:creationId xmlns:a16="http://schemas.microsoft.com/office/drawing/2014/main" id="{F955F928-E0E6-4A35-9B41-F656C5516FA6}"/>
              </a:ext>
            </a:extLst>
          </p:cNvPr>
          <p:cNvCxnSpPr/>
          <p:nvPr/>
        </p:nvCxnSpPr>
        <p:spPr>
          <a:xfrm xmlns:a="http://schemas.openxmlformats.org/drawingml/2006/main" flipH="0" flipV="0">
            <a:off x="6246879" y="3491047"/>
            <a:ext cx="56926" cy="1850"/>
          </a:xfrm>
          <a:prstGeom xmlns:a="http://schemas.openxmlformats.org/drawingml/2006/main" prst="straightConnector1">
            <a:avLst/>
          </a:prstGeom>
          <a:ln xmlns:a="http://schemas.openxmlformats.org/drawingml/2006/main" w="6191">
            <a:solidFill>
              <a:srgbClr val="A9B8C2"/>
            </a:solidFill>
            <a:prstDash val="solid"/>
          </a:ln>
        </p:spPr>
      </p:cxnSp>
      <p:cxnSp>
        <p:nvCxnSpPr>
          <p:cNvPr id="983" name="">
            <a:extLst xmlns:a="http://schemas.openxmlformats.org/drawingml/2006/main">
              <a:ext uri="{FF2B5EF4-FFF2-40B4-BE49-F238E27FC236}">
                <a16:creationId xmlns:a16="http://schemas.microsoft.com/office/drawing/2014/main" id="{BD4F27A9-7973-4CAF-9D0E-86B978BC325A}"/>
              </a:ext>
            </a:extLst>
          </p:cNvPr>
          <p:cNvCxnSpPr/>
          <p:nvPr/>
        </p:nvCxnSpPr>
        <p:spPr>
          <a:xfrm xmlns:a="http://schemas.openxmlformats.org/drawingml/2006/main" flipH="0" flipV="0">
            <a:off x="6303804" y="3492897"/>
            <a:ext cx="56136" cy="1237"/>
          </a:xfrm>
          <a:prstGeom xmlns:a="http://schemas.openxmlformats.org/drawingml/2006/main" prst="straightConnector1">
            <a:avLst/>
          </a:prstGeom>
          <a:ln xmlns:a="http://schemas.openxmlformats.org/drawingml/2006/main" w="6191">
            <a:solidFill>
              <a:srgbClr val="A9B8C2"/>
            </a:solidFill>
            <a:prstDash val="solid"/>
          </a:ln>
        </p:spPr>
      </p:cxnSp>
      <p:cxnSp>
        <p:nvCxnSpPr>
          <p:cNvPr id="984" name="">
            <a:extLst xmlns:a="http://schemas.openxmlformats.org/drawingml/2006/main">
              <a:ext uri="{FF2B5EF4-FFF2-40B4-BE49-F238E27FC236}">
                <a16:creationId xmlns:a16="http://schemas.microsoft.com/office/drawing/2014/main" id="{FAD02FB4-C8D0-4C97-8182-CE98D64A57B5}"/>
              </a:ext>
            </a:extLst>
          </p:cNvPr>
          <p:cNvCxnSpPr/>
          <p:nvPr/>
        </p:nvCxnSpPr>
        <p:spPr>
          <a:xfrm xmlns:a="http://schemas.openxmlformats.org/drawingml/2006/main" flipH="0" flipV="0">
            <a:off x="6359941" y="3494134"/>
            <a:ext cx="56219" cy="4760"/>
          </a:xfrm>
          <a:prstGeom xmlns:a="http://schemas.openxmlformats.org/drawingml/2006/main" prst="straightConnector1">
            <a:avLst/>
          </a:prstGeom>
          <a:ln xmlns:a="http://schemas.openxmlformats.org/drawingml/2006/main" w="6191">
            <a:solidFill>
              <a:srgbClr val="A9B8C2"/>
            </a:solidFill>
            <a:prstDash val="solid"/>
          </a:ln>
        </p:spPr>
      </p:cxnSp>
      <p:cxnSp>
        <p:nvCxnSpPr>
          <p:cNvPr id="985" name="">
            <a:extLst xmlns:a="http://schemas.openxmlformats.org/drawingml/2006/main">
              <a:ext uri="{FF2B5EF4-FFF2-40B4-BE49-F238E27FC236}">
                <a16:creationId xmlns:a16="http://schemas.microsoft.com/office/drawing/2014/main" id="{406ECA8E-C9A2-4A11-BC1A-F4C97C1EFB1D}"/>
              </a:ext>
            </a:extLst>
          </p:cNvPr>
          <p:cNvCxnSpPr/>
          <p:nvPr/>
        </p:nvCxnSpPr>
        <p:spPr>
          <a:xfrm xmlns:a="http://schemas.openxmlformats.org/drawingml/2006/main" flipH="0" flipV="0">
            <a:off x="6137798" y="3286824"/>
            <a:ext cx="40845" cy="32315"/>
          </a:xfrm>
          <a:prstGeom xmlns:a="http://schemas.openxmlformats.org/drawingml/2006/main" prst="straightConnector1">
            <a:avLst/>
          </a:prstGeom>
          <a:ln xmlns:a="http://schemas.openxmlformats.org/drawingml/2006/main" w="6191">
            <a:solidFill>
              <a:srgbClr val="A9B8C2"/>
            </a:solidFill>
            <a:prstDash val="solid"/>
          </a:ln>
        </p:spPr>
      </p:cxnSp>
      <p:cxnSp>
        <p:nvCxnSpPr>
          <p:cNvPr id="986" name="">
            <a:extLst xmlns:a="http://schemas.openxmlformats.org/drawingml/2006/main">
              <a:ext uri="{FF2B5EF4-FFF2-40B4-BE49-F238E27FC236}">
                <a16:creationId xmlns:a16="http://schemas.microsoft.com/office/drawing/2014/main" id="{F2D647A8-53A1-48B2-AA96-E6133B96BAF9}"/>
              </a:ext>
            </a:extLst>
          </p:cNvPr>
          <p:cNvCxnSpPr/>
          <p:nvPr/>
        </p:nvCxnSpPr>
        <p:spPr>
          <a:xfrm xmlns:a="http://schemas.openxmlformats.org/drawingml/2006/main" flipH="0" flipV="0">
            <a:off x="6178643" y="3319139"/>
            <a:ext cx="40845" cy="32327"/>
          </a:xfrm>
          <a:prstGeom xmlns:a="http://schemas.openxmlformats.org/drawingml/2006/main" prst="straightConnector1">
            <a:avLst/>
          </a:prstGeom>
          <a:ln xmlns:a="http://schemas.openxmlformats.org/drawingml/2006/main" w="6191">
            <a:solidFill>
              <a:srgbClr val="A9B8C2"/>
            </a:solidFill>
            <a:prstDash val="solid"/>
          </a:ln>
        </p:spPr>
      </p:cxnSp>
      <p:cxnSp>
        <p:nvCxnSpPr>
          <p:cNvPr id="987" name="">
            <a:extLst xmlns:a="http://schemas.openxmlformats.org/drawingml/2006/main">
              <a:ext uri="{FF2B5EF4-FFF2-40B4-BE49-F238E27FC236}">
                <a16:creationId xmlns:a16="http://schemas.microsoft.com/office/drawing/2014/main" id="{2ADBE840-E16B-44FA-BF70-222C37AD15C4}"/>
              </a:ext>
            </a:extLst>
          </p:cNvPr>
          <p:cNvCxnSpPr/>
          <p:nvPr/>
        </p:nvCxnSpPr>
        <p:spPr>
          <a:xfrm xmlns:a="http://schemas.openxmlformats.org/drawingml/2006/main" flipH="1" flipV="1">
            <a:off x="5860262" y="3691241"/>
            <a:ext cx="4170" cy="74091"/>
          </a:xfrm>
          <a:prstGeom xmlns:a="http://schemas.openxmlformats.org/drawingml/2006/main" prst="straightConnector1">
            <a:avLst/>
          </a:prstGeom>
          <a:ln xmlns:a="http://schemas.openxmlformats.org/drawingml/2006/main" w="6191">
            <a:solidFill>
              <a:srgbClr val="A9B8C2"/>
            </a:solidFill>
            <a:prstDash val="solid"/>
          </a:ln>
        </p:spPr>
      </p:cxnSp>
      <p:cxnSp>
        <p:nvCxnSpPr>
          <p:cNvPr id="988" name="">
            <a:extLst xmlns:a="http://schemas.openxmlformats.org/drawingml/2006/main">
              <a:ext uri="{FF2B5EF4-FFF2-40B4-BE49-F238E27FC236}">
                <a16:creationId xmlns:a16="http://schemas.microsoft.com/office/drawing/2014/main" id="{C38ECDB1-3535-4565-BA81-32182A45AA16}"/>
              </a:ext>
            </a:extLst>
          </p:cNvPr>
          <p:cNvCxnSpPr/>
          <p:nvPr/>
        </p:nvCxnSpPr>
        <p:spPr>
          <a:xfrm xmlns:a="http://schemas.openxmlformats.org/drawingml/2006/main" flipH="0" flipV="1">
            <a:off x="5860262" y="3688709"/>
            <a:ext cx="53839" cy="2533"/>
          </a:xfrm>
          <a:prstGeom xmlns:a="http://schemas.openxmlformats.org/drawingml/2006/main" prst="straightConnector1">
            <a:avLst/>
          </a:prstGeom>
          <a:ln xmlns:a="http://schemas.openxmlformats.org/drawingml/2006/main" w="6191">
            <a:solidFill>
              <a:srgbClr val="A9B8C2"/>
            </a:solidFill>
            <a:prstDash val="solid"/>
          </a:ln>
        </p:spPr>
      </p:cxnSp>
      <p:cxnSp>
        <p:nvCxnSpPr>
          <p:cNvPr id="989" name="">
            <a:extLst xmlns:a="http://schemas.openxmlformats.org/drawingml/2006/main">
              <a:ext uri="{FF2B5EF4-FFF2-40B4-BE49-F238E27FC236}">
                <a16:creationId xmlns:a16="http://schemas.microsoft.com/office/drawing/2014/main" id="{2AEBE77C-A737-498F-8158-1FEB1989E77E}"/>
              </a:ext>
            </a:extLst>
          </p:cNvPr>
          <p:cNvCxnSpPr/>
          <p:nvPr/>
        </p:nvCxnSpPr>
        <p:spPr>
          <a:xfrm xmlns:a="http://schemas.openxmlformats.org/drawingml/2006/main" flipH="0" flipV="0">
            <a:off x="6077480" y="3520582"/>
            <a:ext cx="58398" cy="16988"/>
          </a:xfrm>
          <a:prstGeom xmlns:a="http://schemas.openxmlformats.org/drawingml/2006/main" prst="straightConnector1">
            <a:avLst/>
          </a:prstGeom>
          <a:ln xmlns:a="http://schemas.openxmlformats.org/drawingml/2006/main" w="6191">
            <a:solidFill>
              <a:srgbClr val="A9B8C2"/>
            </a:solidFill>
            <a:prstDash val="solid"/>
          </a:ln>
        </p:spPr>
      </p:cxnSp>
      <p:cxnSp>
        <p:nvCxnSpPr>
          <p:cNvPr id="990" name="">
            <a:extLst xmlns:a="http://schemas.openxmlformats.org/drawingml/2006/main">
              <a:ext uri="{FF2B5EF4-FFF2-40B4-BE49-F238E27FC236}">
                <a16:creationId xmlns:a16="http://schemas.microsoft.com/office/drawing/2014/main" id="{53CFD746-7169-4B0A-A7AE-DB973FD913B1}"/>
              </a:ext>
            </a:extLst>
          </p:cNvPr>
          <p:cNvCxnSpPr/>
          <p:nvPr/>
        </p:nvCxnSpPr>
        <p:spPr>
          <a:xfrm xmlns:a="http://schemas.openxmlformats.org/drawingml/2006/main" flipH="0" flipV="0">
            <a:off x="6135878" y="3537570"/>
            <a:ext cx="58375" cy="16965"/>
          </a:xfrm>
          <a:prstGeom xmlns:a="http://schemas.openxmlformats.org/drawingml/2006/main" prst="straightConnector1">
            <a:avLst/>
          </a:prstGeom>
          <a:ln xmlns:a="http://schemas.openxmlformats.org/drawingml/2006/main" w="6191">
            <a:solidFill>
              <a:srgbClr val="A9B8C2"/>
            </a:solidFill>
            <a:prstDash val="solid"/>
          </a:ln>
        </p:spPr>
      </p:cxnSp>
      <p:cxnSp>
        <p:nvCxnSpPr>
          <p:cNvPr id="991" name="">
            <a:extLst xmlns:a="http://schemas.openxmlformats.org/drawingml/2006/main">
              <a:ext uri="{FF2B5EF4-FFF2-40B4-BE49-F238E27FC236}">
                <a16:creationId xmlns:a16="http://schemas.microsoft.com/office/drawing/2014/main" id="{1A97226B-999E-4C55-88A5-426EBD4FF30F}"/>
              </a:ext>
            </a:extLst>
          </p:cNvPr>
          <p:cNvCxnSpPr/>
          <p:nvPr/>
        </p:nvCxnSpPr>
        <p:spPr>
          <a:xfrm xmlns:a="http://schemas.openxmlformats.org/drawingml/2006/main" flipH="0" flipV="0">
            <a:off x="6080225" y="3572996"/>
            <a:ext cx="52732" cy="5078"/>
          </a:xfrm>
          <a:prstGeom xmlns:a="http://schemas.openxmlformats.org/drawingml/2006/main" prst="straightConnector1">
            <a:avLst/>
          </a:prstGeom>
          <a:ln xmlns:a="http://schemas.openxmlformats.org/drawingml/2006/main" w="6191">
            <a:solidFill>
              <a:srgbClr val="A9B8C2"/>
            </a:solidFill>
            <a:prstDash val="solid"/>
          </a:ln>
        </p:spPr>
      </p:cxnSp>
      <p:cxnSp>
        <p:nvCxnSpPr>
          <p:cNvPr id="992" name="">
            <a:extLst xmlns:a="http://schemas.openxmlformats.org/drawingml/2006/main">
              <a:ext uri="{FF2B5EF4-FFF2-40B4-BE49-F238E27FC236}">
                <a16:creationId xmlns:a16="http://schemas.microsoft.com/office/drawing/2014/main" id="{2E67553F-85E0-4B2D-A7B4-1D11CB575733}"/>
              </a:ext>
            </a:extLst>
          </p:cNvPr>
          <p:cNvCxnSpPr/>
          <p:nvPr/>
        </p:nvCxnSpPr>
        <p:spPr>
          <a:xfrm xmlns:a="http://schemas.openxmlformats.org/drawingml/2006/main" flipH="0" flipV="0">
            <a:off x="6132956" y="3578073"/>
            <a:ext cx="52743" cy="5066"/>
          </a:xfrm>
          <a:prstGeom xmlns:a="http://schemas.openxmlformats.org/drawingml/2006/main" prst="straightConnector1">
            <a:avLst/>
          </a:prstGeom>
          <a:ln xmlns:a="http://schemas.openxmlformats.org/drawingml/2006/main" w="6191">
            <a:solidFill>
              <a:srgbClr val="A9B8C2"/>
            </a:solidFill>
            <a:prstDash val="solid"/>
          </a:ln>
        </p:spPr>
      </p:cxnSp>
      <p:cxnSp>
        <p:nvCxnSpPr>
          <p:cNvPr id="993" name="">
            <a:extLst xmlns:a="http://schemas.openxmlformats.org/drawingml/2006/main">
              <a:ext uri="{FF2B5EF4-FFF2-40B4-BE49-F238E27FC236}">
                <a16:creationId xmlns:a16="http://schemas.microsoft.com/office/drawing/2014/main" id="{2D09844B-5A64-4B76-B4EE-50F95C04CD4B}"/>
              </a:ext>
            </a:extLst>
          </p:cNvPr>
          <p:cNvCxnSpPr/>
          <p:nvPr/>
        </p:nvCxnSpPr>
        <p:spPr>
          <a:xfrm xmlns:a="http://schemas.openxmlformats.org/drawingml/2006/main" flipH="0" flipV="0">
            <a:off x="6219488" y="3351466"/>
            <a:ext cx="51707" cy="37251"/>
          </a:xfrm>
          <a:prstGeom xmlns:a="http://schemas.openxmlformats.org/drawingml/2006/main" prst="straightConnector1">
            <a:avLst/>
          </a:prstGeom>
          <a:ln xmlns:a="http://schemas.openxmlformats.org/drawingml/2006/main" w="6191">
            <a:solidFill>
              <a:srgbClr val="A9B8C2"/>
            </a:solidFill>
            <a:prstDash val="solid"/>
          </a:ln>
        </p:spPr>
      </p:cxnSp>
      <p:cxnSp>
        <p:nvCxnSpPr>
          <p:cNvPr id="994" name="">
            <a:extLst xmlns:a="http://schemas.openxmlformats.org/drawingml/2006/main">
              <a:ext uri="{FF2B5EF4-FFF2-40B4-BE49-F238E27FC236}">
                <a16:creationId xmlns:a16="http://schemas.microsoft.com/office/drawing/2014/main" id="{C25FFC20-8762-4493-B246-37C4B4C1A4AF}"/>
              </a:ext>
            </a:extLst>
          </p:cNvPr>
          <p:cNvCxnSpPr/>
          <p:nvPr/>
        </p:nvCxnSpPr>
        <p:spPr>
          <a:xfrm xmlns:a="http://schemas.openxmlformats.org/drawingml/2006/main" flipH="0" flipV="0">
            <a:off x="6271195" y="3388717"/>
            <a:ext cx="51695" cy="37251"/>
          </a:xfrm>
          <a:prstGeom xmlns:a="http://schemas.openxmlformats.org/drawingml/2006/main" prst="straightConnector1">
            <a:avLst/>
          </a:prstGeom>
          <a:ln xmlns:a="http://schemas.openxmlformats.org/drawingml/2006/main" w="6191">
            <a:solidFill>
              <a:srgbClr val="A9B8C2"/>
            </a:solidFill>
            <a:prstDash val="solid"/>
          </a:ln>
        </p:spPr>
      </p:cxnSp>
      <p:cxnSp>
        <p:nvCxnSpPr>
          <p:cNvPr id="995" name="">
            <a:extLst xmlns:a="http://schemas.openxmlformats.org/drawingml/2006/main">
              <a:ext uri="{FF2B5EF4-FFF2-40B4-BE49-F238E27FC236}">
                <a16:creationId xmlns:a16="http://schemas.microsoft.com/office/drawing/2014/main" id="{27A9AA40-EF9F-4CD3-ACEF-A67A83E6E35A}"/>
              </a:ext>
            </a:extLst>
          </p:cNvPr>
          <p:cNvCxnSpPr/>
          <p:nvPr/>
        </p:nvCxnSpPr>
        <p:spPr>
          <a:xfrm xmlns:a="http://schemas.openxmlformats.org/drawingml/2006/main" flipH="0" flipV="1">
            <a:off x="6085550" y="3648335"/>
            <a:ext cx="48314" cy="4441"/>
          </a:xfrm>
          <a:prstGeom xmlns:a="http://schemas.openxmlformats.org/drawingml/2006/main" prst="straightConnector1">
            <a:avLst/>
          </a:prstGeom>
          <a:ln xmlns:a="http://schemas.openxmlformats.org/drawingml/2006/main" w="6191">
            <a:solidFill>
              <a:srgbClr val="A9B8C2"/>
            </a:solidFill>
            <a:prstDash val="solid"/>
          </a:ln>
        </p:spPr>
      </p:cxnSp>
      <p:cxnSp>
        <p:nvCxnSpPr>
          <p:cNvPr id="996" name="">
            <a:extLst xmlns:a="http://schemas.openxmlformats.org/drawingml/2006/main">
              <a:ext uri="{FF2B5EF4-FFF2-40B4-BE49-F238E27FC236}">
                <a16:creationId xmlns:a16="http://schemas.microsoft.com/office/drawing/2014/main" id="{6C425E85-0985-4BDA-A2A9-C8B498B74738}"/>
              </a:ext>
            </a:extLst>
          </p:cNvPr>
          <p:cNvCxnSpPr/>
          <p:nvPr/>
        </p:nvCxnSpPr>
        <p:spPr>
          <a:xfrm xmlns:a="http://schemas.openxmlformats.org/drawingml/2006/main" flipH="0" flipV="1">
            <a:off x="6133864" y="3643894"/>
            <a:ext cx="48314" cy="4441"/>
          </a:xfrm>
          <a:prstGeom xmlns:a="http://schemas.openxmlformats.org/drawingml/2006/main" prst="straightConnector1">
            <a:avLst/>
          </a:prstGeom>
          <a:ln xmlns:a="http://schemas.openxmlformats.org/drawingml/2006/main" w="6191">
            <a:solidFill>
              <a:srgbClr val="A9B8C2"/>
            </a:solidFill>
            <a:prstDash val="solid"/>
          </a:ln>
        </p:spPr>
      </p:cxnSp>
      <p:cxnSp>
        <p:nvCxnSpPr>
          <p:cNvPr id="997" name="">
            <a:extLst xmlns:a="http://schemas.openxmlformats.org/drawingml/2006/main">
              <a:ext uri="{FF2B5EF4-FFF2-40B4-BE49-F238E27FC236}">
                <a16:creationId xmlns:a16="http://schemas.microsoft.com/office/drawing/2014/main" id="{0C91C57A-2335-45EE-8232-F00F15655EA3}"/>
              </a:ext>
            </a:extLst>
          </p:cNvPr>
          <p:cNvCxnSpPr/>
          <p:nvPr/>
        </p:nvCxnSpPr>
        <p:spPr>
          <a:xfrm xmlns:a="http://schemas.openxmlformats.org/drawingml/2006/main" flipH="0" flipV="0">
            <a:off x="6194253" y="3554535"/>
            <a:ext cx="51542" cy="11675"/>
          </a:xfrm>
          <a:prstGeom xmlns:a="http://schemas.openxmlformats.org/drawingml/2006/main" prst="straightConnector1">
            <a:avLst/>
          </a:prstGeom>
          <a:ln xmlns:a="http://schemas.openxmlformats.org/drawingml/2006/main" w="6191">
            <a:solidFill>
              <a:srgbClr val="A9B8C2"/>
            </a:solidFill>
            <a:prstDash val="solid"/>
          </a:ln>
        </p:spPr>
      </p:cxnSp>
      <p:cxnSp>
        <p:nvCxnSpPr>
          <p:cNvPr id="998" name="">
            <a:extLst xmlns:a="http://schemas.openxmlformats.org/drawingml/2006/main">
              <a:ext uri="{FF2B5EF4-FFF2-40B4-BE49-F238E27FC236}">
                <a16:creationId xmlns:a16="http://schemas.microsoft.com/office/drawing/2014/main" id="{2D341B48-FE43-43AD-BFE7-E66060FECC8E}"/>
              </a:ext>
            </a:extLst>
          </p:cNvPr>
          <p:cNvCxnSpPr/>
          <p:nvPr/>
        </p:nvCxnSpPr>
        <p:spPr>
          <a:xfrm xmlns:a="http://schemas.openxmlformats.org/drawingml/2006/main" flipH="0" flipV="0">
            <a:off x="6245795" y="3566210"/>
            <a:ext cx="51518" cy="11675"/>
          </a:xfrm>
          <a:prstGeom xmlns:a="http://schemas.openxmlformats.org/drawingml/2006/main" prst="straightConnector1">
            <a:avLst/>
          </a:prstGeom>
          <a:ln xmlns:a="http://schemas.openxmlformats.org/drawingml/2006/main" w="6191">
            <a:solidFill>
              <a:srgbClr val="A9B8C2"/>
            </a:solidFill>
            <a:prstDash val="solid"/>
          </a:ln>
        </p:spPr>
      </p:cxnSp>
      <p:cxnSp>
        <p:nvCxnSpPr>
          <p:cNvPr id="999" name="">
            <a:extLst xmlns:a="http://schemas.openxmlformats.org/drawingml/2006/main">
              <a:ext uri="{FF2B5EF4-FFF2-40B4-BE49-F238E27FC236}">
                <a16:creationId xmlns:a16="http://schemas.microsoft.com/office/drawing/2014/main" id="{AA494B72-8239-4BDB-96B9-5E3B4ABE08A0}"/>
              </a:ext>
            </a:extLst>
          </p:cNvPr>
          <p:cNvCxnSpPr/>
          <p:nvPr/>
        </p:nvCxnSpPr>
        <p:spPr>
          <a:xfrm xmlns:a="http://schemas.openxmlformats.org/drawingml/2006/main" flipH="0" flipV="0">
            <a:off x="6297313" y="3577885"/>
            <a:ext cx="63629" cy="27968"/>
          </a:xfrm>
          <a:prstGeom xmlns:a="http://schemas.openxmlformats.org/drawingml/2006/main" prst="straightConnector1">
            <a:avLst/>
          </a:prstGeom>
          <a:ln xmlns:a="http://schemas.openxmlformats.org/drawingml/2006/main" w="6191">
            <a:solidFill>
              <a:srgbClr val="A9B8C2"/>
            </a:solidFill>
            <a:prstDash val="solid"/>
          </a:ln>
        </p:spPr>
      </p:cxnSp>
      <p:cxnSp>
        <p:nvCxnSpPr>
          <p:cNvPr id="1000" name="">
            <a:extLst xmlns:a="http://schemas.openxmlformats.org/drawingml/2006/main">
              <a:ext uri="{FF2B5EF4-FFF2-40B4-BE49-F238E27FC236}">
                <a16:creationId xmlns:a16="http://schemas.microsoft.com/office/drawing/2014/main" id="{A2D12D11-473B-4AB1-B056-A3793D63D06F}"/>
              </a:ext>
            </a:extLst>
          </p:cNvPr>
          <p:cNvCxnSpPr/>
          <p:nvPr/>
        </p:nvCxnSpPr>
        <p:spPr>
          <a:xfrm xmlns:a="http://schemas.openxmlformats.org/drawingml/2006/main" flipH="0" flipV="1">
            <a:off x="6360942" y="3601235"/>
            <a:ext cx="39443" cy="4618"/>
          </a:xfrm>
          <a:prstGeom xmlns:a="http://schemas.openxmlformats.org/drawingml/2006/main" prst="straightConnector1">
            <a:avLst/>
          </a:prstGeom>
          <a:ln xmlns:a="http://schemas.openxmlformats.org/drawingml/2006/main" w="6191">
            <a:solidFill>
              <a:srgbClr val="A9B8C2"/>
            </a:solidFill>
            <a:prstDash val="solid"/>
          </a:ln>
        </p:spPr>
      </p:cxnSp>
      <p:cxnSp>
        <p:nvCxnSpPr>
          <p:cNvPr id="1001" name="">
            <a:extLst xmlns:a="http://schemas.openxmlformats.org/drawingml/2006/main">
              <a:ext uri="{FF2B5EF4-FFF2-40B4-BE49-F238E27FC236}">
                <a16:creationId xmlns:a16="http://schemas.microsoft.com/office/drawing/2014/main" id="{4809620B-7970-4D1B-AD7D-E7C10D057441}"/>
              </a:ext>
            </a:extLst>
          </p:cNvPr>
          <p:cNvCxnSpPr/>
          <p:nvPr/>
        </p:nvCxnSpPr>
        <p:spPr>
          <a:xfrm xmlns:a="http://schemas.openxmlformats.org/drawingml/2006/main" flipH="0" flipV="1">
            <a:off x="6090733" y="3720470"/>
            <a:ext cx="56054" cy="14703"/>
          </a:xfrm>
          <a:prstGeom xmlns:a="http://schemas.openxmlformats.org/drawingml/2006/main" prst="straightConnector1">
            <a:avLst/>
          </a:prstGeom>
          <a:ln xmlns:a="http://schemas.openxmlformats.org/drawingml/2006/main" w="6191">
            <a:solidFill>
              <a:srgbClr val="A9B8C2"/>
            </a:solidFill>
            <a:prstDash val="solid"/>
          </a:ln>
        </p:spPr>
      </p:cxnSp>
      <p:cxnSp>
        <p:nvCxnSpPr>
          <p:cNvPr id="1002" name="">
            <a:extLst xmlns:a="http://schemas.openxmlformats.org/drawingml/2006/main">
              <a:ext uri="{FF2B5EF4-FFF2-40B4-BE49-F238E27FC236}">
                <a16:creationId xmlns:a16="http://schemas.microsoft.com/office/drawing/2014/main" id="{EA0DCE66-095C-4F6B-9D7F-18DCFB1473B6}"/>
              </a:ext>
            </a:extLst>
          </p:cNvPr>
          <p:cNvCxnSpPr/>
          <p:nvPr/>
        </p:nvCxnSpPr>
        <p:spPr>
          <a:xfrm xmlns:a="http://schemas.openxmlformats.org/drawingml/2006/main" flipH="0" flipV="1">
            <a:off x="6146787" y="3712011"/>
            <a:ext cx="50741" cy="8459"/>
          </a:xfrm>
          <a:prstGeom xmlns:a="http://schemas.openxmlformats.org/drawingml/2006/main" prst="straightConnector1">
            <a:avLst/>
          </a:prstGeom>
          <a:ln xmlns:a="http://schemas.openxmlformats.org/drawingml/2006/main" w="6191">
            <a:solidFill>
              <a:srgbClr val="A9B8C2"/>
            </a:solidFill>
            <a:prstDash val="solid"/>
          </a:ln>
        </p:spPr>
      </p:cxnSp>
      <p:cxnSp>
        <p:nvCxnSpPr>
          <p:cNvPr id="1003" name="">
            <a:extLst xmlns:a="http://schemas.openxmlformats.org/drawingml/2006/main">
              <a:ext uri="{FF2B5EF4-FFF2-40B4-BE49-F238E27FC236}">
                <a16:creationId xmlns:a16="http://schemas.microsoft.com/office/drawing/2014/main" id="{8E40471A-85D2-44B3-97F7-6B385EC69E78}"/>
              </a:ext>
            </a:extLst>
          </p:cNvPr>
          <p:cNvCxnSpPr/>
          <p:nvPr/>
        </p:nvCxnSpPr>
        <p:spPr>
          <a:xfrm xmlns:a="http://schemas.openxmlformats.org/drawingml/2006/main" flipH="1" flipV="0">
            <a:off x="6194288" y="3712011"/>
            <a:ext cx="3240" cy="50493"/>
          </a:xfrm>
          <a:prstGeom xmlns:a="http://schemas.openxmlformats.org/drawingml/2006/main" prst="straightConnector1">
            <a:avLst/>
          </a:prstGeom>
          <a:ln xmlns:a="http://schemas.openxmlformats.org/drawingml/2006/main" w="6191">
            <a:solidFill>
              <a:srgbClr val="A9B8C2"/>
            </a:solidFill>
            <a:prstDash val="solid"/>
          </a:ln>
        </p:spPr>
      </p:cxnSp>
      <p:cxnSp>
        <p:nvCxnSpPr>
          <p:cNvPr id="1004" name="">
            <a:extLst xmlns:a="http://schemas.openxmlformats.org/drawingml/2006/main">
              <a:ext uri="{FF2B5EF4-FFF2-40B4-BE49-F238E27FC236}">
                <a16:creationId xmlns:a16="http://schemas.microsoft.com/office/drawing/2014/main" id="{5A3BCA4F-A58D-45F3-A88D-8E4E94BD7C64}"/>
              </a:ext>
            </a:extLst>
          </p:cNvPr>
          <p:cNvCxnSpPr/>
          <p:nvPr/>
        </p:nvCxnSpPr>
        <p:spPr>
          <a:xfrm xmlns:a="http://schemas.openxmlformats.org/drawingml/2006/main" flipH="0" flipV="1">
            <a:off x="6094020" y="3776807"/>
            <a:ext cx="50140" cy="14302"/>
          </a:xfrm>
          <a:prstGeom xmlns:a="http://schemas.openxmlformats.org/drawingml/2006/main" prst="straightConnector1">
            <a:avLst/>
          </a:prstGeom>
          <a:ln xmlns:a="http://schemas.openxmlformats.org/drawingml/2006/main" w="6191">
            <a:solidFill>
              <a:srgbClr val="A9B8C2"/>
            </a:solidFill>
            <a:prstDash val="solid"/>
          </a:ln>
        </p:spPr>
      </p:cxnSp>
      <p:cxnSp>
        <p:nvCxnSpPr>
          <p:cNvPr id="1005" name="">
            <a:extLst xmlns:a="http://schemas.openxmlformats.org/drawingml/2006/main">
              <a:ext uri="{FF2B5EF4-FFF2-40B4-BE49-F238E27FC236}">
                <a16:creationId xmlns:a16="http://schemas.microsoft.com/office/drawing/2014/main" id="{3B874DE5-7FF0-4E09-8DC1-458ED2D42534}"/>
              </a:ext>
            </a:extLst>
          </p:cNvPr>
          <p:cNvCxnSpPr/>
          <p:nvPr/>
        </p:nvCxnSpPr>
        <p:spPr>
          <a:xfrm xmlns:a="http://schemas.openxmlformats.org/drawingml/2006/main" flipH="0" flipV="1">
            <a:off x="6144160" y="3762505"/>
            <a:ext cx="50128" cy="14302"/>
          </a:xfrm>
          <a:prstGeom xmlns:a="http://schemas.openxmlformats.org/drawingml/2006/main" prst="straightConnector1">
            <a:avLst/>
          </a:prstGeom>
          <a:ln xmlns:a="http://schemas.openxmlformats.org/drawingml/2006/main" w="6191">
            <a:solidFill>
              <a:srgbClr val="A9B8C2"/>
            </a:solidFill>
            <a:prstDash val="solid"/>
          </a:ln>
        </p:spPr>
      </p:cxnSp>
      <p:cxnSp>
        <p:nvCxnSpPr>
          <p:cNvPr id="1006" name="">
            <a:extLst xmlns:a="http://schemas.openxmlformats.org/drawingml/2006/main">
              <a:ext uri="{FF2B5EF4-FFF2-40B4-BE49-F238E27FC236}">
                <a16:creationId xmlns:a16="http://schemas.microsoft.com/office/drawing/2014/main" id="{C88E8E57-49FD-4F23-99C0-4ADB5EAFB85F}"/>
              </a:ext>
            </a:extLst>
          </p:cNvPr>
          <p:cNvCxnSpPr/>
          <p:nvPr/>
        </p:nvCxnSpPr>
        <p:spPr>
          <a:xfrm xmlns:a="http://schemas.openxmlformats.org/drawingml/2006/main" flipH="0" flipV="0">
            <a:off x="6182177" y="3643894"/>
            <a:ext cx="62522" cy="14432"/>
          </a:xfrm>
          <a:prstGeom xmlns:a="http://schemas.openxmlformats.org/drawingml/2006/main" prst="straightConnector1">
            <a:avLst/>
          </a:prstGeom>
          <a:ln xmlns:a="http://schemas.openxmlformats.org/drawingml/2006/main" w="6191">
            <a:solidFill>
              <a:srgbClr val="A9B8C2"/>
            </a:solidFill>
            <a:prstDash val="solid"/>
          </a:ln>
        </p:spPr>
      </p:cxnSp>
      <p:cxnSp>
        <p:nvCxnSpPr>
          <p:cNvPr id="1007" name="">
            <a:extLst xmlns:a="http://schemas.openxmlformats.org/drawingml/2006/main">
              <a:ext uri="{FF2B5EF4-FFF2-40B4-BE49-F238E27FC236}">
                <a16:creationId xmlns:a16="http://schemas.microsoft.com/office/drawing/2014/main" id="{01F56D7E-61D2-48AB-BBA4-98EB32635077}"/>
              </a:ext>
            </a:extLst>
          </p:cNvPr>
          <p:cNvCxnSpPr/>
          <p:nvPr/>
        </p:nvCxnSpPr>
        <p:spPr>
          <a:xfrm xmlns:a="http://schemas.openxmlformats.org/drawingml/2006/main" flipH="0" flipV="0">
            <a:off x="6244699" y="3658325"/>
            <a:ext cx="53674" cy="12134"/>
          </a:xfrm>
          <a:prstGeom xmlns:a="http://schemas.openxmlformats.org/drawingml/2006/main" prst="straightConnector1">
            <a:avLst/>
          </a:prstGeom>
          <a:ln xmlns:a="http://schemas.openxmlformats.org/drawingml/2006/main" w="6191">
            <a:solidFill>
              <a:srgbClr val="A9B8C2"/>
            </a:solidFill>
            <a:prstDash val="solid"/>
          </a:ln>
        </p:spPr>
      </p:cxnSp>
      <p:cxnSp>
        <p:nvCxnSpPr>
          <p:cNvPr id="1008" name="">
            <a:extLst xmlns:a="http://schemas.openxmlformats.org/drawingml/2006/main">
              <a:ext uri="{FF2B5EF4-FFF2-40B4-BE49-F238E27FC236}">
                <a16:creationId xmlns:a16="http://schemas.microsoft.com/office/drawing/2014/main" id="{5EABCBE6-582E-4271-8C69-1B255F4965A1}"/>
              </a:ext>
            </a:extLst>
          </p:cNvPr>
          <p:cNvCxnSpPr/>
          <p:nvPr/>
        </p:nvCxnSpPr>
        <p:spPr>
          <a:xfrm xmlns:a="http://schemas.openxmlformats.org/drawingml/2006/main" flipH="0" flipV="0">
            <a:off x="6298373" y="3670460"/>
            <a:ext cx="57315" cy="12853"/>
          </a:xfrm>
          <a:prstGeom xmlns:a="http://schemas.openxmlformats.org/drawingml/2006/main" prst="straightConnector1">
            <a:avLst/>
          </a:prstGeom>
          <a:ln xmlns:a="http://schemas.openxmlformats.org/drawingml/2006/main" w="6191">
            <a:solidFill>
              <a:srgbClr val="A9B8C2"/>
            </a:solidFill>
            <a:prstDash val="solid"/>
          </a:ln>
        </p:spPr>
      </p:cxnSp>
      <p:cxnSp>
        <p:nvCxnSpPr>
          <p:cNvPr id="1009" name="">
            <a:extLst xmlns:a="http://schemas.openxmlformats.org/drawingml/2006/main">
              <a:ext uri="{FF2B5EF4-FFF2-40B4-BE49-F238E27FC236}">
                <a16:creationId xmlns:a16="http://schemas.microsoft.com/office/drawing/2014/main" id="{2713494D-F43E-41FB-AFAC-C5A567990BD3}"/>
              </a:ext>
            </a:extLst>
          </p:cNvPr>
          <p:cNvCxnSpPr/>
          <p:nvPr/>
        </p:nvCxnSpPr>
        <p:spPr>
          <a:xfrm xmlns:a="http://schemas.openxmlformats.org/drawingml/2006/main" flipH="0" flipV="0">
            <a:off x="6355688" y="3683313"/>
            <a:ext cx="7764" cy="54829"/>
          </a:xfrm>
          <a:prstGeom xmlns:a="http://schemas.openxmlformats.org/drawingml/2006/main" prst="straightConnector1">
            <a:avLst/>
          </a:prstGeom>
          <a:ln xmlns:a="http://schemas.openxmlformats.org/drawingml/2006/main" w="6191">
            <a:solidFill>
              <a:srgbClr val="A9B8C2"/>
            </a:solidFill>
            <a:prstDash val="solid"/>
          </a:ln>
        </p:spPr>
      </p:cxnSp>
      <p:cxnSp>
        <p:nvCxnSpPr>
          <p:cNvPr id="1010" name="">
            <a:extLst xmlns:a="http://schemas.openxmlformats.org/drawingml/2006/main">
              <a:ext uri="{FF2B5EF4-FFF2-40B4-BE49-F238E27FC236}">
                <a16:creationId xmlns:a16="http://schemas.microsoft.com/office/drawing/2014/main" id="{140AE7C0-CAA8-475B-BBC7-E5C65A9D8213}"/>
              </a:ext>
            </a:extLst>
          </p:cNvPr>
          <p:cNvCxnSpPr/>
          <p:nvPr/>
        </p:nvCxnSpPr>
        <p:spPr>
          <a:xfrm xmlns:a="http://schemas.openxmlformats.org/drawingml/2006/main" flipH="0" flipV="0">
            <a:off x="6322890" y="3425969"/>
            <a:ext cx="46641" cy="36462"/>
          </a:xfrm>
          <a:prstGeom xmlns:a="http://schemas.openxmlformats.org/drawingml/2006/main" prst="straightConnector1">
            <a:avLst/>
          </a:prstGeom>
          <a:ln xmlns:a="http://schemas.openxmlformats.org/drawingml/2006/main" w="6191">
            <a:solidFill>
              <a:srgbClr val="A9B8C2"/>
            </a:solidFill>
            <a:prstDash val="solid"/>
          </a:ln>
        </p:spPr>
      </p:cxnSp>
      <p:cxnSp>
        <p:nvCxnSpPr>
          <p:cNvPr id="1011" name="">
            <a:extLst xmlns:a="http://schemas.openxmlformats.org/drawingml/2006/main">
              <a:ext uri="{FF2B5EF4-FFF2-40B4-BE49-F238E27FC236}">
                <a16:creationId xmlns:a16="http://schemas.microsoft.com/office/drawing/2014/main" id="{23541306-F4B5-48AE-B19A-DEA1C7F6F447}"/>
              </a:ext>
            </a:extLst>
          </p:cNvPr>
          <p:cNvCxnSpPr/>
          <p:nvPr/>
        </p:nvCxnSpPr>
        <p:spPr>
          <a:xfrm xmlns:a="http://schemas.openxmlformats.org/drawingml/2006/main" flipH="0" flipV="0">
            <a:off x="6369530" y="3462431"/>
            <a:ext cx="46629" cy="36462"/>
          </a:xfrm>
          <a:prstGeom xmlns:a="http://schemas.openxmlformats.org/drawingml/2006/main" prst="straightConnector1">
            <a:avLst/>
          </a:prstGeom>
          <a:ln xmlns:a="http://schemas.openxmlformats.org/drawingml/2006/main" w="6191">
            <a:solidFill>
              <a:srgbClr val="A9B8C2"/>
            </a:solidFill>
            <a:prstDash val="solid"/>
          </a:ln>
        </p:spPr>
      </p:cxnSp>
      <p:cxnSp>
        <p:nvCxnSpPr>
          <p:cNvPr id="1012" name="">
            <a:extLst xmlns:a="http://schemas.openxmlformats.org/drawingml/2006/main">
              <a:ext uri="{FF2B5EF4-FFF2-40B4-BE49-F238E27FC236}">
                <a16:creationId xmlns:a16="http://schemas.microsoft.com/office/drawing/2014/main" id="{A8D0F59D-9069-494D-9034-6353A5FBB041}"/>
              </a:ext>
            </a:extLst>
          </p:cNvPr>
          <p:cNvCxnSpPr/>
          <p:nvPr/>
        </p:nvCxnSpPr>
        <p:spPr>
          <a:xfrm xmlns:a="http://schemas.openxmlformats.org/drawingml/2006/main" flipH="0" flipV="0">
            <a:off x="6298326" y="3548809"/>
            <a:ext cx="57962" cy="3393"/>
          </a:xfrm>
          <a:prstGeom xmlns:a="http://schemas.openxmlformats.org/drawingml/2006/main" prst="straightConnector1">
            <a:avLst/>
          </a:prstGeom>
          <a:ln xmlns:a="http://schemas.openxmlformats.org/drawingml/2006/main" w="6191">
            <a:solidFill>
              <a:srgbClr val="A9B8C2"/>
            </a:solidFill>
            <a:prstDash val="solid"/>
          </a:ln>
        </p:spPr>
      </p:cxnSp>
      <p:cxnSp>
        <p:nvCxnSpPr>
          <p:cNvPr id="1013" name="">
            <a:extLst xmlns:a="http://schemas.openxmlformats.org/drawingml/2006/main">
              <a:ext uri="{FF2B5EF4-FFF2-40B4-BE49-F238E27FC236}">
                <a16:creationId xmlns:a16="http://schemas.microsoft.com/office/drawing/2014/main" id="{6FF2D8AA-C178-4F59-ABA4-052BDCA6312E}"/>
              </a:ext>
            </a:extLst>
          </p:cNvPr>
          <p:cNvCxnSpPr/>
          <p:nvPr/>
        </p:nvCxnSpPr>
        <p:spPr>
          <a:xfrm xmlns:a="http://schemas.openxmlformats.org/drawingml/2006/main" flipH="0" flipV="0">
            <a:off x="6356289" y="3552202"/>
            <a:ext cx="57962" cy="3381"/>
          </a:xfrm>
          <a:prstGeom xmlns:a="http://schemas.openxmlformats.org/drawingml/2006/main" prst="straightConnector1">
            <a:avLst/>
          </a:prstGeom>
          <a:ln xmlns:a="http://schemas.openxmlformats.org/drawingml/2006/main" w="6191">
            <a:solidFill>
              <a:srgbClr val="A9B8C2"/>
            </a:solidFill>
            <a:prstDash val="solid"/>
          </a:ln>
        </p:spPr>
      </p:cxnSp>
      <p:cxnSp>
        <p:nvCxnSpPr>
          <p:cNvPr id="1014" name="">
            <a:extLst xmlns:a="http://schemas.openxmlformats.org/drawingml/2006/main">
              <a:ext uri="{FF2B5EF4-FFF2-40B4-BE49-F238E27FC236}">
                <a16:creationId xmlns:a16="http://schemas.microsoft.com/office/drawing/2014/main" id="{5AA0F304-6000-4223-8E62-2F03C57BBEB0}"/>
              </a:ext>
            </a:extLst>
          </p:cNvPr>
          <p:cNvCxnSpPr/>
          <p:nvPr/>
        </p:nvCxnSpPr>
        <p:spPr>
          <a:xfrm xmlns:a="http://schemas.openxmlformats.org/drawingml/2006/main" flipH="0" flipV="0">
            <a:off x="6414251" y="3555583"/>
            <a:ext cx="57974" cy="3393"/>
          </a:xfrm>
          <a:prstGeom xmlns:a="http://schemas.openxmlformats.org/drawingml/2006/main" prst="straightConnector1">
            <a:avLst/>
          </a:prstGeom>
          <a:ln xmlns:a="http://schemas.openxmlformats.org/drawingml/2006/main" w="6191">
            <a:solidFill>
              <a:srgbClr val="A9B8C2"/>
            </a:solidFill>
            <a:prstDash val="solid"/>
          </a:ln>
        </p:spPr>
      </p:cxnSp>
      <p:cxnSp>
        <p:nvCxnSpPr>
          <p:cNvPr id="1015" name="">
            <a:extLst xmlns:a="http://schemas.openxmlformats.org/drawingml/2006/main">
              <a:ext uri="{FF2B5EF4-FFF2-40B4-BE49-F238E27FC236}">
                <a16:creationId xmlns:a16="http://schemas.microsoft.com/office/drawing/2014/main" id="{2AF1D4F5-C998-4FD6-8080-1AA737306EFD}"/>
              </a:ext>
            </a:extLst>
          </p:cNvPr>
          <p:cNvCxnSpPr/>
          <p:nvPr/>
        </p:nvCxnSpPr>
        <p:spPr>
          <a:xfrm xmlns:a="http://schemas.openxmlformats.org/drawingml/2006/main" flipH="0" flipV="1">
            <a:off x="6194288" y="3743632"/>
            <a:ext cx="55594" cy="18873"/>
          </a:xfrm>
          <a:prstGeom xmlns:a="http://schemas.openxmlformats.org/drawingml/2006/main" prst="straightConnector1">
            <a:avLst/>
          </a:prstGeom>
          <a:ln xmlns:a="http://schemas.openxmlformats.org/drawingml/2006/main" w="6191">
            <a:solidFill>
              <a:srgbClr val="A9B8C2"/>
            </a:solidFill>
            <a:prstDash val="solid"/>
          </a:ln>
        </p:spPr>
      </p:cxnSp>
      <p:cxnSp>
        <p:nvCxnSpPr>
          <p:cNvPr id="1016" name="">
            <a:extLst xmlns:a="http://schemas.openxmlformats.org/drawingml/2006/main">
              <a:ext uri="{FF2B5EF4-FFF2-40B4-BE49-F238E27FC236}">
                <a16:creationId xmlns:a16="http://schemas.microsoft.com/office/drawing/2014/main" id="{07687E5F-A63B-4ACA-B047-588A3AA6C33C}"/>
              </a:ext>
            </a:extLst>
          </p:cNvPr>
          <p:cNvCxnSpPr/>
          <p:nvPr/>
        </p:nvCxnSpPr>
        <p:spPr>
          <a:xfrm xmlns:a="http://schemas.openxmlformats.org/drawingml/2006/main" flipH="0" flipV="0">
            <a:off x="6249883" y="3743632"/>
            <a:ext cx="57185" cy="2639"/>
          </a:xfrm>
          <a:prstGeom xmlns:a="http://schemas.openxmlformats.org/drawingml/2006/main" prst="straightConnector1">
            <a:avLst/>
          </a:prstGeom>
          <a:ln xmlns:a="http://schemas.openxmlformats.org/drawingml/2006/main" w="6191">
            <a:solidFill>
              <a:srgbClr val="A9B8C2"/>
            </a:solidFill>
            <a:prstDash val="solid"/>
          </a:ln>
        </p:spPr>
      </p:cxnSp>
      <p:cxnSp>
        <p:nvCxnSpPr>
          <p:cNvPr id="1017" name="">
            <a:extLst xmlns:a="http://schemas.openxmlformats.org/drawingml/2006/main">
              <a:ext uri="{FF2B5EF4-FFF2-40B4-BE49-F238E27FC236}">
                <a16:creationId xmlns:a16="http://schemas.microsoft.com/office/drawing/2014/main" id="{C606C8C2-70E2-440D-BB28-CFE5801B9563}"/>
              </a:ext>
            </a:extLst>
          </p:cNvPr>
          <p:cNvCxnSpPr/>
          <p:nvPr/>
        </p:nvCxnSpPr>
        <p:spPr>
          <a:xfrm xmlns:a="http://schemas.openxmlformats.org/drawingml/2006/main" flipH="0" flipV="1">
            <a:off x="6307068" y="3738142"/>
            <a:ext cx="56384" cy="8129"/>
          </a:xfrm>
          <a:prstGeom xmlns:a="http://schemas.openxmlformats.org/drawingml/2006/main" prst="straightConnector1">
            <a:avLst/>
          </a:prstGeom>
          <a:ln xmlns:a="http://schemas.openxmlformats.org/drawingml/2006/main" w="6191">
            <a:solidFill>
              <a:srgbClr val="A9B8C2"/>
            </a:solidFill>
            <a:prstDash val="solid"/>
          </a:ln>
        </p:spPr>
      </p:cxnSp>
      <p:cxnSp>
        <p:nvCxnSpPr>
          <p:cNvPr id="1018" name="">
            <a:extLst xmlns:a="http://schemas.openxmlformats.org/drawingml/2006/main">
              <a:ext uri="{FF2B5EF4-FFF2-40B4-BE49-F238E27FC236}">
                <a16:creationId xmlns:a16="http://schemas.microsoft.com/office/drawing/2014/main" id="{B53BB60F-9074-4D09-B2B6-D964C335A514}"/>
              </a:ext>
            </a:extLst>
          </p:cNvPr>
          <p:cNvCxnSpPr/>
          <p:nvPr/>
        </p:nvCxnSpPr>
        <p:spPr>
          <a:xfrm xmlns:a="http://schemas.openxmlformats.org/drawingml/2006/main" flipH="0" flipV="0">
            <a:off x="6400385" y="3601235"/>
            <a:ext cx="38547" cy="43719"/>
          </a:xfrm>
          <a:prstGeom xmlns:a="http://schemas.openxmlformats.org/drawingml/2006/main" prst="straightConnector1">
            <a:avLst/>
          </a:prstGeom>
          <a:ln xmlns:a="http://schemas.openxmlformats.org/drawingml/2006/main" w="6191">
            <a:solidFill>
              <a:srgbClr val="A9B8C2"/>
            </a:solidFill>
            <a:prstDash val="solid"/>
          </a:ln>
        </p:spPr>
      </p:cxnSp>
      <p:cxnSp>
        <p:nvCxnSpPr>
          <p:cNvPr id="1019" name="">
            <a:extLst xmlns:a="http://schemas.openxmlformats.org/drawingml/2006/main">
              <a:ext uri="{FF2B5EF4-FFF2-40B4-BE49-F238E27FC236}">
                <a16:creationId xmlns:a16="http://schemas.microsoft.com/office/drawing/2014/main" id="{B62C1BF1-A3F2-4F43-BFAA-07B2826F0DC1}"/>
              </a:ext>
            </a:extLst>
          </p:cNvPr>
          <p:cNvCxnSpPr/>
          <p:nvPr/>
        </p:nvCxnSpPr>
        <p:spPr>
          <a:xfrm xmlns:a="http://schemas.openxmlformats.org/drawingml/2006/main" flipH="0" flipV="0">
            <a:off x="6438932" y="3644954"/>
            <a:ext cx="38571" cy="43719"/>
          </a:xfrm>
          <a:prstGeom xmlns:a="http://schemas.openxmlformats.org/drawingml/2006/main" prst="straightConnector1">
            <a:avLst/>
          </a:prstGeom>
          <a:ln xmlns:a="http://schemas.openxmlformats.org/drawingml/2006/main" w="6191">
            <a:solidFill>
              <a:srgbClr val="A9B8C2"/>
            </a:solidFill>
            <a:prstDash val="solid"/>
          </a:ln>
        </p:spPr>
      </p:cxnSp>
      <p:cxnSp>
        <p:nvCxnSpPr>
          <p:cNvPr id="1020" name="">
            <a:extLst xmlns:a="http://schemas.openxmlformats.org/drawingml/2006/main">
              <a:ext uri="{FF2B5EF4-FFF2-40B4-BE49-F238E27FC236}">
                <a16:creationId xmlns:a16="http://schemas.microsoft.com/office/drawing/2014/main" id="{74E5EFD2-CD58-4D37-A54A-461A36766C3B}"/>
              </a:ext>
            </a:extLst>
          </p:cNvPr>
          <p:cNvCxnSpPr/>
          <p:nvPr/>
        </p:nvCxnSpPr>
        <p:spPr>
          <a:xfrm xmlns:a="http://schemas.openxmlformats.org/drawingml/2006/main" flipH="0" flipV="0">
            <a:off x="6477503" y="3688673"/>
            <a:ext cx="38559" cy="43731"/>
          </a:xfrm>
          <a:prstGeom xmlns:a="http://schemas.openxmlformats.org/drawingml/2006/main" prst="straightConnector1">
            <a:avLst/>
          </a:prstGeom>
          <a:ln xmlns:a="http://schemas.openxmlformats.org/drawingml/2006/main" w="6191">
            <a:solidFill>
              <a:srgbClr val="A9B8C2"/>
            </a:solidFill>
            <a:prstDash val="solid"/>
          </a:ln>
        </p:spPr>
      </p:cxnSp>
      <p:cxnSp>
        <p:nvCxnSpPr>
          <p:cNvPr id="1021" name="">
            <a:extLst xmlns:a="http://schemas.openxmlformats.org/drawingml/2006/main">
              <a:ext uri="{FF2B5EF4-FFF2-40B4-BE49-F238E27FC236}">
                <a16:creationId xmlns:a16="http://schemas.microsoft.com/office/drawing/2014/main" id="{D9AF0A19-6900-45FA-A9F1-C85291A1CE82}"/>
              </a:ext>
            </a:extLst>
          </p:cNvPr>
          <p:cNvCxnSpPr/>
          <p:nvPr/>
        </p:nvCxnSpPr>
        <p:spPr>
          <a:xfrm xmlns:a="http://schemas.openxmlformats.org/drawingml/2006/main" flipH="0" flipV="0">
            <a:off x="6516062" y="3732404"/>
            <a:ext cx="38571" cy="43719"/>
          </a:xfrm>
          <a:prstGeom xmlns:a="http://schemas.openxmlformats.org/drawingml/2006/main" prst="straightConnector1">
            <a:avLst/>
          </a:prstGeom>
          <a:ln xmlns:a="http://schemas.openxmlformats.org/drawingml/2006/main" w="6191">
            <a:solidFill>
              <a:srgbClr val="A9B8C2"/>
            </a:solidFill>
            <a:prstDash val="solid"/>
          </a:ln>
        </p:spPr>
      </p:cxnSp>
      <p:cxnSp>
        <p:nvCxnSpPr>
          <p:cNvPr id="1022" name="">
            <a:extLst xmlns:a="http://schemas.openxmlformats.org/drawingml/2006/main">
              <a:ext uri="{FF2B5EF4-FFF2-40B4-BE49-F238E27FC236}">
                <a16:creationId xmlns:a16="http://schemas.microsoft.com/office/drawing/2014/main" id="{1C888FFD-0800-4BFC-9901-37DA7EF4F9DC}"/>
              </a:ext>
            </a:extLst>
          </p:cNvPr>
          <p:cNvCxnSpPr/>
          <p:nvPr/>
        </p:nvCxnSpPr>
        <p:spPr>
          <a:xfrm xmlns:a="http://schemas.openxmlformats.org/drawingml/2006/main" flipH="0" flipV="0">
            <a:off x="6554633" y="3776123"/>
            <a:ext cx="38559" cy="43731"/>
          </a:xfrm>
          <a:prstGeom xmlns:a="http://schemas.openxmlformats.org/drawingml/2006/main" prst="straightConnector1">
            <a:avLst/>
          </a:prstGeom>
          <a:ln xmlns:a="http://schemas.openxmlformats.org/drawingml/2006/main" w="6191">
            <a:solidFill>
              <a:srgbClr val="A9B8C2"/>
            </a:solidFill>
            <a:prstDash val="solid"/>
          </a:ln>
        </p:spPr>
      </p:cxnSp>
      <p:cxnSp>
        <p:nvCxnSpPr>
          <p:cNvPr id="1023" name="">
            <a:extLst xmlns:a="http://schemas.openxmlformats.org/drawingml/2006/main">
              <a:ext uri="{FF2B5EF4-FFF2-40B4-BE49-F238E27FC236}">
                <a16:creationId xmlns:a16="http://schemas.microsoft.com/office/drawing/2014/main" id="{07A212DD-09E3-4599-9770-A9F2B0E63EE8}"/>
              </a:ext>
            </a:extLst>
          </p:cNvPr>
          <p:cNvCxnSpPr/>
          <p:nvPr/>
        </p:nvCxnSpPr>
        <p:spPr>
          <a:xfrm xmlns:a="http://schemas.openxmlformats.org/drawingml/2006/main" flipH="1" flipV="0">
            <a:off x="6326318" y="3738142"/>
            <a:ext cx="37134" cy="33399"/>
          </a:xfrm>
          <a:prstGeom xmlns:a="http://schemas.openxmlformats.org/drawingml/2006/main" prst="straightConnector1">
            <a:avLst/>
          </a:prstGeom>
          <a:ln xmlns:a="http://schemas.openxmlformats.org/drawingml/2006/main" w="6191">
            <a:solidFill>
              <a:srgbClr val="A9B8C2"/>
            </a:solidFill>
            <a:prstDash val="solid"/>
          </a:ln>
        </p:spPr>
      </p:cxnSp>
      <p:cxnSp>
        <p:nvCxnSpPr>
          <p:cNvPr id="1024" name="">
            <a:extLst xmlns:a="http://schemas.openxmlformats.org/drawingml/2006/main">
              <a:ext uri="{FF2B5EF4-FFF2-40B4-BE49-F238E27FC236}">
                <a16:creationId xmlns:a16="http://schemas.microsoft.com/office/drawing/2014/main" id="{4D3501D6-C824-42FA-9911-2A5E6E0993F0}"/>
              </a:ext>
            </a:extLst>
          </p:cNvPr>
          <p:cNvCxnSpPr/>
          <p:nvPr/>
        </p:nvCxnSpPr>
        <p:spPr>
          <a:xfrm xmlns:a="http://schemas.openxmlformats.org/drawingml/2006/main" flipH="1" flipV="0">
            <a:off x="6278958" y="3771541"/>
            <a:ext cx="47360" cy="30642"/>
          </a:xfrm>
          <a:prstGeom xmlns:a="http://schemas.openxmlformats.org/drawingml/2006/main" prst="straightConnector1">
            <a:avLst/>
          </a:prstGeom>
          <a:ln xmlns:a="http://schemas.openxmlformats.org/drawingml/2006/main" w="6191">
            <a:solidFill>
              <a:srgbClr val="A9B8C2"/>
            </a:solidFill>
            <a:prstDash val="solid"/>
          </a:ln>
        </p:spPr>
      </p:cxnSp>
      <p:cxnSp>
        <p:nvCxnSpPr>
          <p:cNvPr id="1025" name="">
            <a:extLst xmlns:a="http://schemas.openxmlformats.org/drawingml/2006/main">
              <a:ext uri="{FF2B5EF4-FFF2-40B4-BE49-F238E27FC236}">
                <a16:creationId xmlns:a16="http://schemas.microsoft.com/office/drawing/2014/main" id="{CFB8C287-4930-47FF-AE30-AD140BC3E6C1}"/>
              </a:ext>
            </a:extLst>
          </p:cNvPr>
          <p:cNvCxnSpPr/>
          <p:nvPr/>
        </p:nvCxnSpPr>
        <p:spPr>
          <a:xfrm xmlns:a="http://schemas.openxmlformats.org/drawingml/2006/main" flipH="1" flipV="0">
            <a:off x="6254171" y="3802183"/>
            <a:ext cx="24787" cy="38276"/>
          </a:xfrm>
          <a:prstGeom xmlns:a="http://schemas.openxmlformats.org/drawingml/2006/main" prst="straightConnector1">
            <a:avLst/>
          </a:prstGeom>
          <a:ln xmlns:a="http://schemas.openxmlformats.org/drawingml/2006/main" w="6191">
            <a:solidFill>
              <a:srgbClr val="A9B8C2"/>
            </a:solidFill>
            <a:prstDash val="solid"/>
          </a:ln>
        </p:spPr>
      </p:cxnSp>
      <p:cxnSp>
        <p:nvCxnSpPr>
          <p:cNvPr id="1026" name="">
            <a:extLst xmlns:a="http://schemas.openxmlformats.org/drawingml/2006/main">
              <a:ext uri="{FF2B5EF4-FFF2-40B4-BE49-F238E27FC236}">
                <a16:creationId xmlns:a16="http://schemas.microsoft.com/office/drawing/2014/main" id="{07D4468D-0A63-4C94-8011-F70253388A93}"/>
              </a:ext>
            </a:extLst>
          </p:cNvPr>
          <p:cNvCxnSpPr/>
          <p:nvPr/>
        </p:nvCxnSpPr>
        <p:spPr>
          <a:xfrm xmlns:a="http://schemas.openxmlformats.org/drawingml/2006/main" flipH="1" flipV="0">
            <a:off x="6240599" y="3840459"/>
            <a:ext cx="13572" cy="64053"/>
          </a:xfrm>
          <a:prstGeom xmlns:a="http://schemas.openxmlformats.org/drawingml/2006/main" prst="straightConnector1">
            <a:avLst/>
          </a:prstGeom>
          <a:ln xmlns:a="http://schemas.openxmlformats.org/drawingml/2006/main" w="6191">
            <a:solidFill>
              <a:srgbClr val="A9B8C2"/>
            </a:solidFill>
            <a:prstDash val="solid"/>
          </a:ln>
        </p:spPr>
      </p:cxnSp>
      <p:cxnSp>
        <p:nvCxnSpPr>
          <p:cNvPr id="1027" name="">
            <a:extLst xmlns:a="http://schemas.openxmlformats.org/drawingml/2006/main">
              <a:ext uri="{FF2B5EF4-FFF2-40B4-BE49-F238E27FC236}">
                <a16:creationId xmlns:a16="http://schemas.microsoft.com/office/drawing/2014/main" id="{865758DF-77D1-46AE-A267-A9C4E7593A54}"/>
              </a:ext>
            </a:extLst>
          </p:cNvPr>
          <p:cNvCxnSpPr/>
          <p:nvPr/>
        </p:nvCxnSpPr>
        <p:spPr>
          <a:xfrm xmlns:a="http://schemas.openxmlformats.org/drawingml/2006/main" flipH="0" flipV="0">
            <a:off x="6472225" y="3558976"/>
            <a:ext cx="48809" cy="31762"/>
          </a:xfrm>
          <a:prstGeom xmlns:a="http://schemas.openxmlformats.org/drawingml/2006/main" prst="straightConnector1">
            <a:avLst/>
          </a:prstGeom>
          <a:ln xmlns:a="http://schemas.openxmlformats.org/drawingml/2006/main" w="6191">
            <a:solidFill>
              <a:srgbClr val="A9B8C2"/>
            </a:solidFill>
            <a:prstDash val="solid"/>
          </a:ln>
        </p:spPr>
      </p:cxnSp>
      <p:cxnSp>
        <p:nvCxnSpPr>
          <p:cNvPr id="1028" name="">
            <a:extLst xmlns:a="http://schemas.openxmlformats.org/drawingml/2006/main">
              <a:ext uri="{FF2B5EF4-FFF2-40B4-BE49-F238E27FC236}">
                <a16:creationId xmlns:a16="http://schemas.microsoft.com/office/drawing/2014/main" id="{2FC14BD2-802F-40E8-8E9E-0567AD3415FD}"/>
              </a:ext>
            </a:extLst>
          </p:cNvPr>
          <p:cNvCxnSpPr/>
          <p:nvPr/>
        </p:nvCxnSpPr>
        <p:spPr>
          <a:xfrm xmlns:a="http://schemas.openxmlformats.org/drawingml/2006/main" flipH="0" flipV="0">
            <a:off x="6521034" y="3590738"/>
            <a:ext cx="48820" cy="31750"/>
          </a:xfrm>
          <a:prstGeom xmlns:a="http://schemas.openxmlformats.org/drawingml/2006/main" prst="straightConnector1">
            <a:avLst/>
          </a:prstGeom>
          <a:ln xmlns:a="http://schemas.openxmlformats.org/drawingml/2006/main" w="6191">
            <a:solidFill>
              <a:srgbClr val="A9B8C2"/>
            </a:solidFill>
            <a:prstDash val="solid"/>
          </a:ln>
        </p:spPr>
      </p:cxnSp>
      <p:cxnSp>
        <p:nvCxnSpPr>
          <p:cNvPr id="1029" name="">
            <a:extLst xmlns:a="http://schemas.openxmlformats.org/drawingml/2006/main">
              <a:ext uri="{FF2B5EF4-FFF2-40B4-BE49-F238E27FC236}">
                <a16:creationId xmlns:a16="http://schemas.microsoft.com/office/drawing/2014/main" id="{A5D66B15-6EAD-44FB-BFF2-47D21B4D4083}"/>
              </a:ext>
            </a:extLst>
          </p:cNvPr>
          <p:cNvCxnSpPr/>
          <p:nvPr/>
        </p:nvCxnSpPr>
        <p:spPr>
          <a:xfrm xmlns:a="http://schemas.openxmlformats.org/drawingml/2006/main" flipH="0" flipV="0">
            <a:off x="6569854" y="3622488"/>
            <a:ext cx="48820" cy="31762"/>
          </a:xfrm>
          <a:prstGeom xmlns:a="http://schemas.openxmlformats.org/drawingml/2006/main" prst="straightConnector1">
            <a:avLst/>
          </a:prstGeom>
          <a:ln xmlns:a="http://schemas.openxmlformats.org/drawingml/2006/main" w="6191">
            <a:solidFill>
              <a:srgbClr val="A9B8C2"/>
            </a:solidFill>
            <a:prstDash val="solid"/>
          </a:ln>
        </p:spPr>
      </p:cxnSp>
      <p:cxnSp>
        <p:nvCxnSpPr>
          <p:cNvPr id="1030" name="">
            <a:extLst xmlns:a="http://schemas.openxmlformats.org/drawingml/2006/main">
              <a:ext uri="{FF2B5EF4-FFF2-40B4-BE49-F238E27FC236}">
                <a16:creationId xmlns:a16="http://schemas.microsoft.com/office/drawing/2014/main" id="{A42197C8-0219-473E-8868-84DF7A54C8F8}"/>
              </a:ext>
            </a:extLst>
          </p:cNvPr>
          <p:cNvCxnSpPr/>
          <p:nvPr/>
        </p:nvCxnSpPr>
        <p:spPr>
          <a:xfrm xmlns:a="http://schemas.openxmlformats.org/drawingml/2006/main" flipH="1" flipV="0">
            <a:off x="6545538" y="3819855"/>
            <a:ext cx="47654" cy="26071"/>
          </a:xfrm>
          <a:prstGeom xmlns:a="http://schemas.openxmlformats.org/drawingml/2006/main" prst="straightConnector1">
            <a:avLst/>
          </a:prstGeom>
          <a:ln xmlns:a="http://schemas.openxmlformats.org/drawingml/2006/main" w="6191">
            <a:solidFill>
              <a:srgbClr val="A9B8C2"/>
            </a:solidFill>
            <a:prstDash val="solid"/>
          </a:ln>
        </p:spPr>
      </p:cxnSp>
      <p:cxnSp>
        <p:nvCxnSpPr>
          <p:cNvPr id="1031" name="">
            <a:extLst xmlns:a="http://schemas.openxmlformats.org/drawingml/2006/main">
              <a:ext uri="{FF2B5EF4-FFF2-40B4-BE49-F238E27FC236}">
                <a16:creationId xmlns:a16="http://schemas.microsoft.com/office/drawing/2014/main" id="{60D9212F-4512-41D3-B281-09AB72336287}"/>
              </a:ext>
            </a:extLst>
          </p:cNvPr>
          <p:cNvCxnSpPr/>
          <p:nvPr/>
        </p:nvCxnSpPr>
        <p:spPr>
          <a:xfrm xmlns:a="http://schemas.openxmlformats.org/drawingml/2006/main" flipH="1" flipV="0">
            <a:off x="6497884" y="3845926"/>
            <a:ext cx="47654" cy="26083"/>
          </a:xfrm>
          <a:prstGeom xmlns:a="http://schemas.openxmlformats.org/drawingml/2006/main" prst="straightConnector1">
            <a:avLst/>
          </a:prstGeom>
          <a:ln xmlns:a="http://schemas.openxmlformats.org/drawingml/2006/main" w="6191">
            <a:solidFill>
              <a:srgbClr val="A9B8C2"/>
            </a:solidFill>
            <a:prstDash val="solid"/>
          </a:ln>
        </p:spPr>
      </p:cxnSp>
      <p:cxnSp>
        <p:nvCxnSpPr>
          <p:cNvPr id="1032" name="">
            <a:extLst xmlns:a="http://schemas.openxmlformats.org/drawingml/2006/main">
              <a:ext uri="{FF2B5EF4-FFF2-40B4-BE49-F238E27FC236}">
                <a16:creationId xmlns:a16="http://schemas.microsoft.com/office/drawing/2014/main" id="{05789C2A-AB98-4AD3-8C81-2B6339BB0669}"/>
              </a:ext>
            </a:extLst>
          </p:cNvPr>
          <p:cNvCxnSpPr/>
          <p:nvPr/>
        </p:nvCxnSpPr>
        <p:spPr>
          <a:xfrm xmlns:a="http://schemas.openxmlformats.org/drawingml/2006/main" flipH="1" flipV="0">
            <a:off x="6450230" y="3872009"/>
            <a:ext cx="47654" cy="26071"/>
          </a:xfrm>
          <a:prstGeom xmlns:a="http://schemas.openxmlformats.org/drawingml/2006/main" prst="straightConnector1">
            <a:avLst/>
          </a:prstGeom>
          <a:ln xmlns:a="http://schemas.openxmlformats.org/drawingml/2006/main" w="6191">
            <a:solidFill>
              <a:srgbClr val="A9B8C2"/>
            </a:solidFill>
            <a:prstDash val="solid"/>
          </a:ln>
        </p:spPr>
      </p:cxnSp>
      <p:cxnSp>
        <p:nvCxnSpPr>
          <p:cNvPr id="1033" name="">
            <a:extLst xmlns:a="http://schemas.openxmlformats.org/drawingml/2006/main">
              <a:ext uri="{FF2B5EF4-FFF2-40B4-BE49-F238E27FC236}">
                <a16:creationId xmlns:a16="http://schemas.microsoft.com/office/drawing/2014/main" id="{907AA58A-86EF-46E9-B933-FE453FB4F7CE}"/>
              </a:ext>
            </a:extLst>
          </p:cNvPr>
          <p:cNvCxnSpPr/>
          <p:nvPr/>
        </p:nvCxnSpPr>
        <p:spPr>
          <a:xfrm xmlns:a="http://schemas.openxmlformats.org/drawingml/2006/main" flipH="1" flipV="0">
            <a:off x="6402576" y="3898080"/>
            <a:ext cx="47654" cy="26083"/>
          </a:xfrm>
          <a:prstGeom xmlns:a="http://schemas.openxmlformats.org/drawingml/2006/main" prst="straightConnector1">
            <a:avLst/>
          </a:prstGeom>
          <a:ln xmlns:a="http://schemas.openxmlformats.org/drawingml/2006/main" w="6191">
            <a:solidFill>
              <a:srgbClr val="A9B8C2"/>
            </a:solidFill>
            <a:prstDash val="solid"/>
          </a:ln>
        </p:spPr>
      </p:cxnSp>
      <p:cxnSp>
        <p:nvCxnSpPr>
          <p:cNvPr id="1034" name="">
            <a:extLst xmlns:a="http://schemas.openxmlformats.org/drawingml/2006/main">
              <a:ext uri="{FF2B5EF4-FFF2-40B4-BE49-F238E27FC236}">
                <a16:creationId xmlns:a16="http://schemas.microsoft.com/office/drawing/2014/main" id="{4D66EBF2-BCE4-48C1-BF2E-0DDC39A1BFA0}"/>
              </a:ext>
            </a:extLst>
          </p:cNvPr>
          <p:cNvCxnSpPr/>
          <p:nvPr/>
        </p:nvCxnSpPr>
        <p:spPr>
          <a:xfrm xmlns:a="http://schemas.openxmlformats.org/drawingml/2006/main" flipH="0" flipV="1">
            <a:off x="6593193" y="3802136"/>
            <a:ext cx="49068" cy="17719"/>
          </a:xfrm>
          <a:prstGeom xmlns:a="http://schemas.openxmlformats.org/drawingml/2006/main" prst="straightConnector1">
            <a:avLst/>
          </a:prstGeom>
          <a:ln xmlns:a="http://schemas.openxmlformats.org/drawingml/2006/main" w="6191">
            <a:solidFill>
              <a:srgbClr val="A9B8C2"/>
            </a:solidFill>
            <a:prstDash val="solid"/>
          </a:ln>
        </p:spPr>
      </p:cxnSp>
      <p:cxnSp>
        <p:nvCxnSpPr>
          <p:cNvPr id="1035" name="">
            <a:extLst xmlns:a="http://schemas.openxmlformats.org/drawingml/2006/main">
              <a:ext uri="{FF2B5EF4-FFF2-40B4-BE49-F238E27FC236}">
                <a16:creationId xmlns:a16="http://schemas.microsoft.com/office/drawing/2014/main" id="{494AA082-20E0-451B-970D-5D61FE341C81}"/>
              </a:ext>
            </a:extLst>
          </p:cNvPr>
          <p:cNvCxnSpPr/>
          <p:nvPr/>
        </p:nvCxnSpPr>
        <p:spPr>
          <a:xfrm xmlns:a="http://schemas.openxmlformats.org/drawingml/2006/main" flipH="0" flipV="1">
            <a:off x="6642260" y="3784441"/>
            <a:ext cx="49080" cy="17695"/>
          </a:xfrm>
          <a:prstGeom xmlns:a="http://schemas.openxmlformats.org/drawingml/2006/main" prst="straightConnector1">
            <a:avLst/>
          </a:prstGeom>
          <a:ln xmlns:a="http://schemas.openxmlformats.org/drawingml/2006/main" w="6191">
            <a:solidFill>
              <a:srgbClr val="A9B8C2"/>
            </a:solidFill>
            <a:prstDash val="solid"/>
          </a:ln>
        </p:spPr>
      </p:cxnSp>
      <p:cxnSp>
        <p:nvCxnSpPr>
          <p:cNvPr id="1036" name="">
            <a:extLst xmlns:a="http://schemas.openxmlformats.org/drawingml/2006/main">
              <a:ext uri="{FF2B5EF4-FFF2-40B4-BE49-F238E27FC236}">
                <a16:creationId xmlns:a16="http://schemas.microsoft.com/office/drawing/2014/main" id="{86C69028-3B73-40E8-8DF1-3649503BF757}"/>
              </a:ext>
            </a:extLst>
          </p:cNvPr>
          <p:cNvCxnSpPr/>
          <p:nvPr/>
        </p:nvCxnSpPr>
        <p:spPr>
          <a:xfrm xmlns:a="http://schemas.openxmlformats.org/drawingml/2006/main" flipH="0" flipV="1">
            <a:off x="6691340" y="3766722"/>
            <a:ext cx="49080" cy="17719"/>
          </a:xfrm>
          <a:prstGeom xmlns:a="http://schemas.openxmlformats.org/drawingml/2006/main" prst="straightConnector1">
            <a:avLst/>
          </a:prstGeom>
          <a:ln xmlns:a="http://schemas.openxmlformats.org/drawingml/2006/main" w="6191">
            <a:solidFill>
              <a:srgbClr val="A9B8C2"/>
            </a:solidFill>
            <a:prstDash val="solid"/>
          </a:ln>
        </p:spPr>
      </p:cxnSp>
      <p:cxnSp>
        <p:nvCxnSpPr>
          <p:cNvPr id="1037" name="">
            <a:extLst xmlns:a="http://schemas.openxmlformats.org/drawingml/2006/main">
              <a:ext uri="{FF2B5EF4-FFF2-40B4-BE49-F238E27FC236}">
                <a16:creationId xmlns:a16="http://schemas.microsoft.com/office/drawing/2014/main" id="{EC0ABDBF-7C1B-48CC-9629-5A7FD123C38C}"/>
              </a:ext>
            </a:extLst>
          </p:cNvPr>
          <p:cNvCxnSpPr/>
          <p:nvPr/>
        </p:nvCxnSpPr>
        <p:spPr>
          <a:xfrm xmlns:a="http://schemas.openxmlformats.org/drawingml/2006/main" flipH="0" flipV="0">
            <a:off x="5400674" y="3870854"/>
            <a:ext cx="789" cy="72123"/>
          </a:xfrm>
          <a:prstGeom xmlns:a="http://schemas.openxmlformats.org/drawingml/2006/main" prst="straightConnector1">
            <a:avLst/>
          </a:prstGeom>
          <a:ln xmlns:a="http://schemas.openxmlformats.org/drawingml/2006/main" w="6191">
            <a:solidFill>
              <a:srgbClr val="A9B8C2"/>
            </a:solidFill>
            <a:prstDash val="solid"/>
          </a:ln>
        </p:spPr>
      </p:cxnSp>
      <p:cxnSp>
        <p:nvCxnSpPr>
          <p:cNvPr id="1038" name="">
            <a:extLst xmlns:a="http://schemas.openxmlformats.org/drawingml/2006/main">
              <a:ext uri="{FF2B5EF4-FFF2-40B4-BE49-F238E27FC236}">
                <a16:creationId xmlns:a16="http://schemas.microsoft.com/office/drawing/2014/main" id="{A6E30081-6EB5-4C5C-8EC9-FDA96AC7730E}"/>
              </a:ext>
            </a:extLst>
          </p:cNvPr>
          <p:cNvCxnSpPr/>
          <p:nvPr/>
        </p:nvCxnSpPr>
        <p:spPr>
          <a:xfrm xmlns:a="http://schemas.openxmlformats.org/drawingml/2006/main" flipH="0" flipV="0">
            <a:off x="5401463" y="3942978"/>
            <a:ext cx="778" cy="72123"/>
          </a:xfrm>
          <a:prstGeom xmlns:a="http://schemas.openxmlformats.org/drawingml/2006/main" prst="straightConnector1">
            <a:avLst/>
          </a:prstGeom>
          <a:ln xmlns:a="http://schemas.openxmlformats.org/drawingml/2006/main" w="6191">
            <a:solidFill>
              <a:srgbClr val="A9B8C2"/>
            </a:solidFill>
            <a:prstDash val="solid"/>
          </a:ln>
        </p:spPr>
      </p:cxnSp>
      <p:cxnSp>
        <p:nvCxnSpPr>
          <p:cNvPr id="1039" name="">
            <a:extLst xmlns:a="http://schemas.openxmlformats.org/drawingml/2006/main">
              <a:ext uri="{FF2B5EF4-FFF2-40B4-BE49-F238E27FC236}">
                <a16:creationId xmlns:a16="http://schemas.microsoft.com/office/drawing/2014/main" id="{F3289E24-F0E6-4149-8A56-36FCC6B4C3E5}"/>
              </a:ext>
            </a:extLst>
          </p:cNvPr>
          <p:cNvCxnSpPr/>
          <p:nvPr/>
        </p:nvCxnSpPr>
        <p:spPr>
          <a:xfrm xmlns:a="http://schemas.openxmlformats.org/drawingml/2006/main" flipH="1" flipV="1">
            <a:off x="5333016" y="3854738"/>
            <a:ext cx="67658" cy="16116"/>
          </a:xfrm>
          <a:prstGeom xmlns:a="http://schemas.openxmlformats.org/drawingml/2006/main" prst="straightConnector1">
            <a:avLst/>
          </a:prstGeom>
          <a:ln xmlns:a="http://schemas.openxmlformats.org/drawingml/2006/main" w="6191">
            <a:solidFill>
              <a:srgbClr val="A9B8C2"/>
            </a:solidFill>
            <a:prstDash val="solid"/>
          </a:ln>
        </p:spPr>
      </p:cxnSp>
      <p:cxnSp>
        <p:nvCxnSpPr>
          <p:cNvPr id="1040" name="">
            <a:extLst xmlns:a="http://schemas.openxmlformats.org/drawingml/2006/main">
              <a:ext uri="{FF2B5EF4-FFF2-40B4-BE49-F238E27FC236}">
                <a16:creationId xmlns:a16="http://schemas.microsoft.com/office/drawing/2014/main" id="{8EF6533A-BC4F-43B6-BA02-D8A746749E24}"/>
              </a:ext>
            </a:extLst>
          </p:cNvPr>
          <p:cNvCxnSpPr/>
          <p:nvPr/>
        </p:nvCxnSpPr>
        <p:spPr>
          <a:xfrm xmlns:a="http://schemas.openxmlformats.org/drawingml/2006/main" flipH="0" flipV="0">
            <a:off x="5333016" y="3854738"/>
            <a:ext cx="1767" cy="57668"/>
          </a:xfrm>
          <a:prstGeom xmlns:a="http://schemas.openxmlformats.org/drawingml/2006/main" prst="straightConnector1">
            <a:avLst/>
          </a:prstGeom>
          <a:ln xmlns:a="http://schemas.openxmlformats.org/drawingml/2006/main" w="6191">
            <a:solidFill>
              <a:srgbClr val="A9B8C2"/>
            </a:solidFill>
            <a:prstDash val="solid"/>
          </a:ln>
        </p:spPr>
      </p:cxnSp>
      <p:cxnSp>
        <p:nvCxnSpPr>
          <p:cNvPr id="1041" name="">
            <a:extLst xmlns:a="http://schemas.openxmlformats.org/drawingml/2006/main">
              <a:ext uri="{FF2B5EF4-FFF2-40B4-BE49-F238E27FC236}">
                <a16:creationId xmlns:a16="http://schemas.microsoft.com/office/drawing/2014/main" id="{537F2F41-1D21-40B0-8CD9-DA06AC8CCFBA}"/>
              </a:ext>
            </a:extLst>
          </p:cNvPr>
          <p:cNvCxnSpPr/>
          <p:nvPr/>
        </p:nvCxnSpPr>
        <p:spPr>
          <a:xfrm xmlns:a="http://schemas.openxmlformats.org/drawingml/2006/main" flipH="1" flipV="0">
            <a:off x="5327926" y="3912406"/>
            <a:ext cx="6857" cy="44579"/>
          </a:xfrm>
          <a:prstGeom xmlns:a="http://schemas.openxmlformats.org/drawingml/2006/main" prst="straightConnector1">
            <a:avLst/>
          </a:prstGeom>
          <a:ln xmlns:a="http://schemas.openxmlformats.org/drawingml/2006/main" w="6191">
            <a:solidFill>
              <a:srgbClr val="A9B8C2"/>
            </a:solidFill>
            <a:prstDash val="solid"/>
          </a:ln>
        </p:spPr>
      </p:cxnSp>
      <p:cxnSp>
        <p:nvCxnSpPr>
          <p:cNvPr id="1042" name="">
            <a:extLst xmlns:a="http://schemas.openxmlformats.org/drawingml/2006/main">
              <a:ext uri="{FF2B5EF4-FFF2-40B4-BE49-F238E27FC236}">
                <a16:creationId xmlns:a16="http://schemas.microsoft.com/office/drawing/2014/main" id="{258EE5B0-3455-455B-A75A-27115514CD59}"/>
              </a:ext>
            </a:extLst>
          </p:cNvPr>
          <p:cNvCxnSpPr/>
          <p:nvPr/>
        </p:nvCxnSpPr>
        <p:spPr>
          <a:xfrm xmlns:a="http://schemas.openxmlformats.org/drawingml/2006/main" flipH="0" flipV="0">
            <a:off x="5327926" y="3956985"/>
            <a:ext cx="8671" cy="53757"/>
          </a:xfrm>
          <a:prstGeom xmlns:a="http://schemas.openxmlformats.org/drawingml/2006/main" prst="straightConnector1">
            <a:avLst/>
          </a:prstGeom>
          <a:ln xmlns:a="http://schemas.openxmlformats.org/drawingml/2006/main" w="6191">
            <a:solidFill>
              <a:srgbClr val="A9B8C2"/>
            </a:solidFill>
            <a:prstDash val="solid"/>
          </a:ln>
        </p:spPr>
      </p:cxnSp>
      <p:cxnSp>
        <p:nvCxnSpPr>
          <p:cNvPr id="1043" name="">
            <a:extLst xmlns:a="http://schemas.openxmlformats.org/drawingml/2006/main">
              <a:ext uri="{FF2B5EF4-FFF2-40B4-BE49-F238E27FC236}">
                <a16:creationId xmlns:a16="http://schemas.microsoft.com/office/drawing/2014/main" id="{F3AB9398-4EB3-4271-A6CA-39DB6410BFD7}"/>
              </a:ext>
            </a:extLst>
          </p:cNvPr>
          <p:cNvCxnSpPr/>
          <p:nvPr/>
        </p:nvCxnSpPr>
        <p:spPr>
          <a:xfrm xmlns:a="http://schemas.openxmlformats.org/drawingml/2006/main" flipH="1" flipV="0">
            <a:off x="5330188" y="4010742"/>
            <a:ext cx="6409" cy="47041"/>
          </a:xfrm>
          <a:prstGeom xmlns:a="http://schemas.openxmlformats.org/drawingml/2006/main" prst="straightConnector1">
            <a:avLst/>
          </a:prstGeom>
          <a:ln xmlns:a="http://schemas.openxmlformats.org/drawingml/2006/main" w="6191">
            <a:solidFill>
              <a:srgbClr val="A9B8C2"/>
            </a:solidFill>
            <a:prstDash val="solid"/>
          </a:ln>
        </p:spPr>
      </p:cxnSp>
      <p:cxnSp>
        <p:nvCxnSpPr>
          <p:cNvPr id="1044" name="">
            <a:extLst xmlns:a="http://schemas.openxmlformats.org/drawingml/2006/main">
              <a:ext uri="{FF2B5EF4-FFF2-40B4-BE49-F238E27FC236}">
                <a16:creationId xmlns:a16="http://schemas.microsoft.com/office/drawing/2014/main" id="{5B2C29B2-824C-4E59-835E-93BFAF16BA41}"/>
              </a:ext>
            </a:extLst>
          </p:cNvPr>
          <p:cNvCxnSpPr/>
          <p:nvPr/>
        </p:nvCxnSpPr>
        <p:spPr>
          <a:xfrm xmlns:a="http://schemas.openxmlformats.org/drawingml/2006/main" flipH="1" flipV="0">
            <a:off x="5323791" y="4057783"/>
            <a:ext cx="6397" cy="47053"/>
          </a:xfrm>
          <a:prstGeom xmlns:a="http://schemas.openxmlformats.org/drawingml/2006/main" prst="straightConnector1">
            <a:avLst/>
          </a:prstGeom>
          <a:ln xmlns:a="http://schemas.openxmlformats.org/drawingml/2006/main" w="6191">
            <a:solidFill>
              <a:srgbClr val="A9B8C2"/>
            </a:solidFill>
            <a:prstDash val="solid"/>
          </a:ln>
        </p:spPr>
      </p:cxnSp>
      <p:cxnSp>
        <p:nvCxnSpPr>
          <p:cNvPr id="1045" name="">
            <a:extLst xmlns:a="http://schemas.openxmlformats.org/drawingml/2006/main">
              <a:ext uri="{FF2B5EF4-FFF2-40B4-BE49-F238E27FC236}">
                <a16:creationId xmlns:a16="http://schemas.microsoft.com/office/drawing/2014/main" id="{49955EC1-50DF-4D58-A4EF-1563DE1FF9D3}"/>
              </a:ext>
            </a:extLst>
          </p:cNvPr>
          <p:cNvCxnSpPr/>
          <p:nvPr/>
        </p:nvCxnSpPr>
        <p:spPr>
          <a:xfrm xmlns:a="http://schemas.openxmlformats.org/drawingml/2006/main" flipH="0" flipV="0">
            <a:off x="5323791" y="4104837"/>
            <a:ext cx="44297" cy="4500"/>
          </a:xfrm>
          <a:prstGeom xmlns:a="http://schemas.openxmlformats.org/drawingml/2006/main" prst="straightConnector1">
            <a:avLst/>
          </a:prstGeom>
          <a:ln xmlns:a="http://schemas.openxmlformats.org/drawingml/2006/main" w="6191">
            <a:solidFill>
              <a:srgbClr val="A9B8C2"/>
            </a:solidFill>
            <a:prstDash val="solid"/>
          </a:ln>
        </p:spPr>
      </p:cxnSp>
      <p:cxnSp>
        <p:nvCxnSpPr>
          <p:cNvPr id="1046" name="">
            <a:extLst xmlns:a="http://schemas.openxmlformats.org/drawingml/2006/main">
              <a:ext uri="{FF2B5EF4-FFF2-40B4-BE49-F238E27FC236}">
                <a16:creationId xmlns:a16="http://schemas.microsoft.com/office/drawing/2014/main" id="{D3FF9C21-1B90-4A10-AEC0-BD4C91C8D445}"/>
              </a:ext>
            </a:extLst>
          </p:cNvPr>
          <p:cNvCxnSpPr/>
          <p:nvPr/>
        </p:nvCxnSpPr>
        <p:spPr>
          <a:xfrm xmlns:a="http://schemas.openxmlformats.org/drawingml/2006/main" flipH="0" flipV="0">
            <a:off x="5368088" y="4109337"/>
            <a:ext cx="44273" cy="4489"/>
          </a:xfrm>
          <a:prstGeom xmlns:a="http://schemas.openxmlformats.org/drawingml/2006/main" prst="straightConnector1">
            <a:avLst/>
          </a:prstGeom>
          <a:ln xmlns:a="http://schemas.openxmlformats.org/drawingml/2006/main" w="6191">
            <a:solidFill>
              <a:srgbClr val="A9B8C2"/>
            </a:solidFill>
            <a:prstDash val="solid"/>
          </a:ln>
        </p:spPr>
      </p:cxnSp>
      <p:cxnSp>
        <p:nvCxnSpPr>
          <p:cNvPr id="1047" name="">
            <a:extLst xmlns:a="http://schemas.openxmlformats.org/drawingml/2006/main">
              <a:ext uri="{FF2B5EF4-FFF2-40B4-BE49-F238E27FC236}">
                <a16:creationId xmlns:a16="http://schemas.microsoft.com/office/drawing/2014/main" id="{11D29CEC-6138-46E9-B5BA-DCF08EF259A9}"/>
              </a:ext>
            </a:extLst>
          </p:cNvPr>
          <p:cNvCxnSpPr/>
          <p:nvPr/>
        </p:nvCxnSpPr>
        <p:spPr>
          <a:xfrm xmlns:a="http://schemas.openxmlformats.org/drawingml/2006/main" flipH="1" flipV="0">
            <a:off x="5459732" y="3874577"/>
            <a:ext cx="872" cy="69343"/>
          </a:xfrm>
          <a:prstGeom xmlns:a="http://schemas.openxmlformats.org/drawingml/2006/main" prst="straightConnector1">
            <a:avLst/>
          </a:prstGeom>
          <a:ln xmlns:a="http://schemas.openxmlformats.org/drawingml/2006/main" w="6191">
            <a:solidFill>
              <a:srgbClr val="A9B8C2"/>
            </a:solidFill>
            <a:prstDash val="solid"/>
          </a:ln>
        </p:spPr>
      </p:cxnSp>
      <p:cxnSp>
        <p:nvCxnSpPr>
          <p:cNvPr id="1048" name="">
            <a:extLst xmlns:a="http://schemas.openxmlformats.org/drawingml/2006/main">
              <a:ext uri="{FF2B5EF4-FFF2-40B4-BE49-F238E27FC236}">
                <a16:creationId xmlns:a16="http://schemas.microsoft.com/office/drawing/2014/main" id="{D156FF1C-5BD2-4FD1-A032-335CD039965B}"/>
              </a:ext>
            </a:extLst>
          </p:cNvPr>
          <p:cNvCxnSpPr/>
          <p:nvPr/>
        </p:nvCxnSpPr>
        <p:spPr>
          <a:xfrm xmlns:a="http://schemas.openxmlformats.org/drawingml/2006/main" flipH="1" flipV="0">
            <a:off x="5458848" y="3943920"/>
            <a:ext cx="884" cy="69343"/>
          </a:xfrm>
          <a:prstGeom xmlns:a="http://schemas.openxmlformats.org/drawingml/2006/main" prst="straightConnector1">
            <a:avLst/>
          </a:prstGeom>
          <a:ln xmlns:a="http://schemas.openxmlformats.org/drawingml/2006/main" w="6191">
            <a:solidFill>
              <a:srgbClr val="A9B8C2"/>
            </a:solidFill>
            <a:prstDash val="solid"/>
          </a:ln>
        </p:spPr>
      </p:cxnSp>
      <p:cxnSp>
        <p:nvCxnSpPr>
          <p:cNvPr id="1049" name="">
            <a:extLst xmlns:a="http://schemas.openxmlformats.org/drawingml/2006/main">
              <a:ext uri="{FF2B5EF4-FFF2-40B4-BE49-F238E27FC236}">
                <a16:creationId xmlns:a16="http://schemas.microsoft.com/office/drawing/2014/main" id="{01E3E7FB-FD37-4FB1-9B08-753E2521E51F}"/>
              </a:ext>
            </a:extLst>
          </p:cNvPr>
          <p:cNvCxnSpPr/>
          <p:nvPr/>
        </p:nvCxnSpPr>
        <p:spPr>
          <a:xfrm xmlns:a="http://schemas.openxmlformats.org/drawingml/2006/main" flipH="0" flipV="0">
            <a:off x="5460604" y="3874577"/>
            <a:ext cx="77236" cy="10768"/>
          </a:xfrm>
          <a:prstGeom xmlns:a="http://schemas.openxmlformats.org/drawingml/2006/main" prst="straightConnector1">
            <a:avLst/>
          </a:prstGeom>
          <a:ln xmlns:a="http://schemas.openxmlformats.org/drawingml/2006/main" w="6191">
            <a:solidFill>
              <a:srgbClr val="A9B8C2"/>
            </a:solidFill>
            <a:prstDash val="solid"/>
          </a:ln>
        </p:spPr>
      </p:cxnSp>
      <p:cxnSp>
        <p:nvCxnSpPr>
          <p:cNvPr id="1050" name="">
            <a:extLst xmlns:a="http://schemas.openxmlformats.org/drawingml/2006/main">
              <a:ext uri="{FF2B5EF4-FFF2-40B4-BE49-F238E27FC236}">
                <a16:creationId xmlns:a16="http://schemas.microsoft.com/office/drawing/2014/main" id="{E732DF83-9B08-46D8-BFE7-DA89E3271781}"/>
              </a:ext>
            </a:extLst>
          </p:cNvPr>
          <p:cNvCxnSpPr/>
          <p:nvPr/>
        </p:nvCxnSpPr>
        <p:spPr>
          <a:xfrm xmlns:a="http://schemas.openxmlformats.org/drawingml/2006/main" flipH="0" flipV="0">
            <a:off x="5537840" y="3885345"/>
            <a:ext cx="10921" cy="53509"/>
          </a:xfrm>
          <a:prstGeom xmlns:a="http://schemas.openxmlformats.org/drawingml/2006/main" prst="straightConnector1">
            <a:avLst/>
          </a:prstGeom>
          <a:ln xmlns:a="http://schemas.openxmlformats.org/drawingml/2006/main" w="6191">
            <a:solidFill>
              <a:srgbClr val="A9B8C2"/>
            </a:solidFill>
            <a:prstDash val="solid"/>
          </a:ln>
        </p:spPr>
      </p:cxnSp>
      <p:cxnSp>
        <p:nvCxnSpPr>
          <p:cNvPr id="1051" name="">
            <a:extLst xmlns:a="http://schemas.openxmlformats.org/drawingml/2006/main">
              <a:ext uri="{FF2B5EF4-FFF2-40B4-BE49-F238E27FC236}">
                <a16:creationId xmlns:a16="http://schemas.microsoft.com/office/drawing/2014/main" id="{FA999698-AF19-417D-A276-615097107B74}"/>
              </a:ext>
            </a:extLst>
          </p:cNvPr>
          <p:cNvCxnSpPr/>
          <p:nvPr/>
        </p:nvCxnSpPr>
        <p:spPr>
          <a:xfrm xmlns:a="http://schemas.openxmlformats.org/drawingml/2006/main" flipH="0" flipV="0">
            <a:off x="5548761" y="3938854"/>
            <a:ext cx="11157" cy="55488"/>
          </a:xfrm>
          <a:prstGeom xmlns:a="http://schemas.openxmlformats.org/drawingml/2006/main" prst="straightConnector1">
            <a:avLst/>
          </a:prstGeom>
          <a:ln xmlns:a="http://schemas.openxmlformats.org/drawingml/2006/main" w="6191">
            <a:solidFill>
              <a:srgbClr val="A9B8C2"/>
            </a:solidFill>
            <a:prstDash val="solid"/>
          </a:ln>
        </p:spPr>
      </p:cxnSp>
      <p:cxnSp>
        <p:nvCxnSpPr>
          <p:cNvPr id="1052" name="">
            <a:extLst xmlns:a="http://schemas.openxmlformats.org/drawingml/2006/main">
              <a:ext uri="{FF2B5EF4-FFF2-40B4-BE49-F238E27FC236}">
                <a16:creationId xmlns:a16="http://schemas.microsoft.com/office/drawing/2014/main" id="{DB6EB4C3-5B54-4386-99E6-B18959E0AFAC}"/>
              </a:ext>
            </a:extLst>
          </p:cNvPr>
          <p:cNvCxnSpPr/>
          <p:nvPr/>
        </p:nvCxnSpPr>
        <p:spPr>
          <a:xfrm xmlns:a="http://schemas.openxmlformats.org/drawingml/2006/main" flipH="0" flipV="0">
            <a:off x="5402241" y="4015101"/>
            <a:ext cx="5066" cy="49362"/>
          </a:xfrm>
          <a:prstGeom xmlns:a="http://schemas.openxmlformats.org/drawingml/2006/main" prst="straightConnector1">
            <a:avLst/>
          </a:prstGeom>
          <a:ln xmlns:a="http://schemas.openxmlformats.org/drawingml/2006/main" w="6191">
            <a:solidFill>
              <a:srgbClr val="A9B8C2"/>
            </a:solidFill>
            <a:prstDash val="solid"/>
          </a:ln>
        </p:spPr>
      </p:cxnSp>
      <p:cxnSp>
        <p:nvCxnSpPr>
          <p:cNvPr id="1053" name="">
            <a:extLst xmlns:a="http://schemas.openxmlformats.org/drawingml/2006/main">
              <a:ext uri="{FF2B5EF4-FFF2-40B4-BE49-F238E27FC236}">
                <a16:creationId xmlns:a16="http://schemas.microsoft.com/office/drawing/2014/main" id="{7D1845F2-4061-4712-8CEC-B0060C8D7907}"/>
              </a:ext>
            </a:extLst>
          </p:cNvPr>
          <p:cNvCxnSpPr/>
          <p:nvPr/>
        </p:nvCxnSpPr>
        <p:spPr>
          <a:xfrm xmlns:a="http://schemas.openxmlformats.org/drawingml/2006/main" flipH="0" flipV="0">
            <a:off x="5407306" y="4064463"/>
            <a:ext cx="5054" cy="49362"/>
          </a:xfrm>
          <a:prstGeom xmlns:a="http://schemas.openxmlformats.org/drawingml/2006/main" prst="straightConnector1">
            <a:avLst/>
          </a:prstGeom>
          <a:ln xmlns:a="http://schemas.openxmlformats.org/drawingml/2006/main" w="6191">
            <a:solidFill>
              <a:srgbClr val="A9B8C2"/>
            </a:solidFill>
            <a:prstDash val="solid"/>
          </a:ln>
        </p:spPr>
      </p:cxnSp>
      <p:cxnSp>
        <p:nvCxnSpPr>
          <p:cNvPr id="1054" name="">
            <a:extLst xmlns:a="http://schemas.openxmlformats.org/drawingml/2006/main">
              <a:ext uri="{FF2B5EF4-FFF2-40B4-BE49-F238E27FC236}">
                <a16:creationId xmlns:a16="http://schemas.microsoft.com/office/drawing/2014/main" id="{EA5DAB88-AAF1-4D03-AABB-B43F5C287E11}"/>
              </a:ext>
            </a:extLst>
          </p:cNvPr>
          <p:cNvCxnSpPr/>
          <p:nvPr/>
        </p:nvCxnSpPr>
        <p:spPr>
          <a:xfrm xmlns:a="http://schemas.openxmlformats.org/drawingml/2006/main" flipH="1" flipV="0">
            <a:off x="5307121" y="4177796"/>
            <a:ext cx="8883" cy="52696"/>
          </a:xfrm>
          <a:prstGeom xmlns:a="http://schemas.openxmlformats.org/drawingml/2006/main" prst="straightConnector1">
            <a:avLst/>
          </a:prstGeom>
          <a:ln xmlns:a="http://schemas.openxmlformats.org/drawingml/2006/main" w="6191">
            <a:solidFill>
              <a:srgbClr val="A9B8C2"/>
            </a:solidFill>
            <a:prstDash val="solid"/>
          </a:ln>
        </p:spPr>
      </p:cxnSp>
      <p:cxnSp>
        <p:nvCxnSpPr>
          <p:cNvPr id="1055" name="">
            <a:extLst xmlns:a="http://schemas.openxmlformats.org/drawingml/2006/main">
              <a:ext uri="{FF2B5EF4-FFF2-40B4-BE49-F238E27FC236}">
                <a16:creationId xmlns:a16="http://schemas.microsoft.com/office/drawing/2014/main" id="{ADCE5536-E87B-4D76-9AA1-1DBB8A71CE4F}"/>
              </a:ext>
            </a:extLst>
          </p:cNvPr>
          <p:cNvCxnSpPr/>
          <p:nvPr/>
        </p:nvCxnSpPr>
        <p:spPr>
          <a:xfrm xmlns:a="http://schemas.openxmlformats.org/drawingml/2006/main" flipH="1" flipV="0">
            <a:off x="5298250" y="4230493"/>
            <a:ext cx="8871" cy="52685"/>
          </a:xfrm>
          <a:prstGeom xmlns:a="http://schemas.openxmlformats.org/drawingml/2006/main" prst="straightConnector1">
            <a:avLst/>
          </a:prstGeom>
          <a:ln xmlns:a="http://schemas.openxmlformats.org/drawingml/2006/main" w="6191">
            <a:solidFill>
              <a:srgbClr val="A9B8C2"/>
            </a:solidFill>
            <a:prstDash val="solid"/>
          </a:ln>
        </p:spPr>
      </p:cxnSp>
      <p:cxnSp>
        <p:nvCxnSpPr>
          <p:cNvPr id="1056" name="">
            <a:extLst xmlns:a="http://schemas.openxmlformats.org/drawingml/2006/main">
              <a:ext uri="{FF2B5EF4-FFF2-40B4-BE49-F238E27FC236}">
                <a16:creationId xmlns:a16="http://schemas.microsoft.com/office/drawing/2014/main" id="{42386E84-5D0F-4424-A626-C85884FD6C29}"/>
              </a:ext>
            </a:extLst>
          </p:cNvPr>
          <p:cNvCxnSpPr/>
          <p:nvPr/>
        </p:nvCxnSpPr>
        <p:spPr>
          <a:xfrm xmlns:a="http://schemas.openxmlformats.org/drawingml/2006/main" flipH="1" flipV="0">
            <a:off x="5289367" y="4283177"/>
            <a:ext cx="8883" cy="52685"/>
          </a:xfrm>
          <a:prstGeom xmlns:a="http://schemas.openxmlformats.org/drawingml/2006/main" prst="straightConnector1">
            <a:avLst/>
          </a:prstGeom>
          <a:ln xmlns:a="http://schemas.openxmlformats.org/drawingml/2006/main" w="6191">
            <a:solidFill>
              <a:srgbClr val="A9B8C2"/>
            </a:solidFill>
            <a:prstDash val="solid"/>
          </a:ln>
        </p:spPr>
      </p:cxnSp>
      <p:cxnSp>
        <p:nvCxnSpPr>
          <p:cNvPr id="1057" name="">
            <a:extLst xmlns:a="http://schemas.openxmlformats.org/drawingml/2006/main">
              <a:ext uri="{FF2B5EF4-FFF2-40B4-BE49-F238E27FC236}">
                <a16:creationId xmlns:a16="http://schemas.microsoft.com/office/drawing/2014/main" id="{31D040F1-DCF7-408E-9685-23D71F8CA5FE}"/>
              </a:ext>
            </a:extLst>
          </p:cNvPr>
          <p:cNvCxnSpPr/>
          <p:nvPr/>
        </p:nvCxnSpPr>
        <p:spPr>
          <a:xfrm xmlns:a="http://schemas.openxmlformats.org/drawingml/2006/main" flipH="1" flipV="0">
            <a:off x="5280496" y="4335862"/>
            <a:ext cx="8871" cy="52696"/>
          </a:xfrm>
          <a:prstGeom xmlns:a="http://schemas.openxmlformats.org/drawingml/2006/main" prst="straightConnector1">
            <a:avLst/>
          </a:prstGeom>
          <a:ln xmlns:a="http://schemas.openxmlformats.org/drawingml/2006/main" w="6191">
            <a:solidFill>
              <a:srgbClr val="A9B8C2"/>
            </a:solidFill>
            <a:prstDash val="solid"/>
          </a:ln>
        </p:spPr>
      </p:cxnSp>
      <p:cxnSp>
        <p:nvCxnSpPr>
          <p:cNvPr id="1058" name="">
            <a:extLst xmlns:a="http://schemas.openxmlformats.org/drawingml/2006/main">
              <a:ext uri="{FF2B5EF4-FFF2-40B4-BE49-F238E27FC236}">
                <a16:creationId xmlns:a16="http://schemas.microsoft.com/office/drawing/2014/main" id="{0F27BE1B-B942-4A21-BD34-91894BC66F6B}"/>
              </a:ext>
            </a:extLst>
          </p:cNvPr>
          <p:cNvCxnSpPr/>
          <p:nvPr/>
        </p:nvCxnSpPr>
        <p:spPr>
          <a:xfrm xmlns:a="http://schemas.openxmlformats.org/drawingml/2006/main" flipH="1" flipV="0">
            <a:off x="5271625" y="4388558"/>
            <a:ext cx="8871" cy="52685"/>
          </a:xfrm>
          <a:prstGeom xmlns:a="http://schemas.openxmlformats.org/drawingml/2006/main" prst="straightConnector1">
            <a:avLst/>
          </a:prstGeom>
          <a:ln xmlns:a="http://schemas.openxmlformats.org/drawingml/2006/main" w="6191">
            <a:solidFill>
              <a:srgbClr val="A9B8C2"/>
            </a:solidFill>
            <a:prstDash val="solid"/>
          </a:ln>
        </p:spPr>
      </p:cxnSp>
      <p:cxnSp>
        <p:nvCxnSpPr>
          <p:cNvPr id="1059" name="">
            <a:extLst xmlns:a="http://schemas.openxmlformats.org/drawingml/2006/main">
              <a:ext uri="{FF2B5EF4-FFF2-40B4-BE49-F238E27FC236}">
                <a16:creationId xmlns:a16="http://schemas.microsoft.com/office/drawing/2014/main" id="{1FD6BFF5-4268-48D9-B650-2784DCF819A4}"/>
              </a:ext>
            </a:extLst>
          </p:cNvPr>
          <p:cNvCxnSpPr/>
          <p:nvPr/>
        </p:nvCxnSpPr>
        <p:spPr>
          <a:xfrm xmlns:a="http://schemas.openxmlformats.org/drawingml/2006/main" flipH="0" flipV="0">
            <a:off x="5458848" y="4013263"/>
            <a:ext cx="51530" cy="2439"/>
          </a:xfrm>
          <a:prstGeom xmlns:a="http://schemas.openxmlformats.org/drawingml/2006/main" prst="straightConnector1">
            <a:avLst/>
          </a:prstGeom>
          <a:ln xmlns:a="http://schemas.openxmlformats.org/drawingml/2006/main" w="6191">
            <a:solidFill>
              <a:srgbClr val="A9B8C2"/>
            </a:solidFill>
            <a:prstDash val="solid"/>
          </a:ln>
        </p:spPr>
      </p:cxnSp>
      <p:cxnSp>
        <p:nvCxnSpPr>
          <p:cNvPr id="1060" name="">
            <a:extLst xmlns:a="http://schemas.openxmlformats.org/drawingml/2006/main">
              <a:ext uri="{FF2B5EF4-FFF2-40B4-BE49-F238E27FC236}">
                <a16:creationId xmlns:a16="http://schemas.microsoft.com/office/drawing/2014/main" id="{1A7F77EF-9AC1-4A19-84DD-8727557B9F15}"/>
              </a:ext>
            </a:extLst>
          </p:cNvPr>
          <p:cNvCxnSpPr/>
          <p:nvPr/>
        </p:nvCxnSpPr>
        <p:spPr>
          <a:xfrm xmlns:a="http://schemas.openxmlformats.org/drawingml/2006/main" flipH="0" flipV="0">
            <a:off x="5510378" y="4015702"/>
            <a:ext cx="51518" cy="2439"/>
          </a:xfrm>
          <a:prstGeom xmlns:a="http://schemas.openxmlformats.org/drawingml/2006/main" prst="straightConnector1">
            <a:avLst/>
          </a:prstGeom>
          <a:ln xmlns:a="http://schemas.openxmlformats.org/drawingml/2006/main" w="6191">
            <a:solidFill>
              <a:srgbClr val="A9B8C2"/>
            </a:solidFill>
            <a:prstDash val="solid"/>
          </a:ln>
        </p:spPr>
      </p:cxnSp>
      <p:cxnSp>
        <p:nvCxnSpPr>
          <p:cNvPr id="1061" name="">
            <a:extLst xmlns:a="http://schemas.openxmlformats.org/drawingml/2006/main">
              <a:ext uri="{FF2B5EF4-FFF2-40B4-BE49-F238E27FC236}">
                <a16:creationId xmlns:a16="http://schemas.microsoft.com/office/drawing/2014/main" id="{8F9AF185-9672-440A-B8CA-73EB4824227F}"/>
              </a:ext>
            </a:extLst>
          </p:cNvPr>
          <p:cNvCxnSpPr/>
          <p:nvPr/>
        </p:nvCxnSpPr>
        <p:spPr>
          <a:xfrm xmlns:a="http://schemas.openxmlformats.org/drawingml/2006/main" flipH="0" flipV="0">
            <a:off x="5458848" y="4013263"/>
            <a:ext cx="1602" cy="51542"/>
          </a:xfrm>
          <a:prstGeom xmlns:a="http://schemas.openxmlformats.org/drawingml/2006/main" prst="straightConnector1">
            <a:avLst/>
          </a:prstGeom>
          <a:ln xmlns:a="http://schemas.openxmlformats.org/drawingml/2006/main" w="6191">
            <a:solidFill>
              <a:srgbClr val="A9B8C2"/>
            </a:solidFill>
            <a:prstDash val="solid"/>
          </a:ln>
        </p:spPr>
      </p:cxnSp>
      <p:cxnSp>
        <p:nvCxnSpPr>
          <p:cNvPr id="1062" name="">
            <a:extLst xmlns:a="http://schemas.openxmlformats.org/drawingml/2006/main">
              <a:ext uri="{FF2B5EF4-FFF2-40B4-BE49-F238E27FC236}">
                <a16:creationId xmlns:a16="http://schemas.microsoft.com/office/drawing/2014/main" id="{C22B791F-BBFB-4DA1-B08B-E90CA13DC555}"/>
              </a:ext>
            </a:extLst>
          </p:cNvPr>
          <p:cNvCxnSpPr/>
          <p:nvPr/>
        </p:nvCxnSpPr>
        <p:spPr>
          <a:xfrm xmlns:a="http://schemas.openxmlformats.org/drawingml/2006/main" flipH="0" flipV="0">
            <a:off x="5460450" y="4064805"/>
            <a:ext cx="1590" cy="51554"/>
          </a:xfrm>
          <a:prstGeom xmlns:a="http://schemas.openxmlformats.org/drawingml/2006/main" prst="straightConnector1">
            <a:avLst/>
          </a:prstGeom>
          <a:ln xmlns:a="http://schemas.openxmlformats.org/drawingml/2006/main" w="6191">
            <a:solidFill>
              <a:srgbClr val="A9B8C2"/>
            </a:solidFill>
            <a:prstDash val="solid"/>
          </a:ln>
        </p:spPr>
      </p:cxnSp>
      <p:cxnSp>
        <p:nvCxnSpPr>
          <p:cNvPr id="1063" name="">
            <a:extLst xmlns:a="http://schemas.openxmlformats.org/drawingml/2006/main">
              <a:ext uri="{FF2B5EF4-FFF2-40B4-BE49-F238E27FC236}">
                <a16:creationId xmlns:a16="http://schemas.microsoft.com/office/drawing/2014/main" id="{5287746E-AD6F-4A03-95A0-FEED88526900}"/>
              </a:ext>
            </a:extLst>
          </p:cNvPr>
          <p:cNvCxnSpPr/>
          <p:nvPr/>
        </p:nvCxnSpPr>
        <p:spPr>
          <a:xfrm xmlns:a="http://schemas.openxmlformats.org/drawingml/2006/main" flipH="1" flipV="0">
            <a:off x="5377854" y="4249507"/>
            <a:ext cx="15633" cy="43755"/>
          </a:xfrm>
          <a:prstGeom xmlns:a="http://schemas.openxmlformats.org/drawingml/2006/main" prst="straightConnector1">
            <a:avLst/>
          </a:prstGeom>
          <a:ln xmlns:a="http://schemas.openxmlformats.org/drawingml/2006/main" w="6191">
            <a:solidFill>
              <a:srgbClr val="A9B8C2"/>
            </a:solidFill>
            <a:prstDash val="solid"/>
          </a:ln>
        </p:spPr>
      </p:cxnSp>
      <p:cxnSp>
        <p:nvCxnSpPr>
          <p:cNvPr id="1064" name="">
            <a:extLst xmlns:a="http://schemas.openxmlformats.org/drawingml/2006/main">
              <a:ext uri="{FF2B5EF4-FFF2-40B4-BE49-F238E27FC236}">
                <a16:creationId xmlns:a16="http://schemas.microsoft.com/office/drawing/2014/main" id="{01517A23-C080-482A-854F-348E02CA309D}"/>
              </a:ext>
            </a:extLst>
          </p:cNvPr>
          <p:cNvCxnSpPr/>
          <p:nvPr/>
        </p:nvCxnSpPr>
        <p:spPr>
          <a:xfrm xmlns:a="http://schemas.openxmlformats.org/drawingml/2006/main" flipH="1" flipV="0">
            <a:off x="5371799" y="4293262"/>
            <a:ext cx="6055" cy="57173"/>
          </a:xfrm>
          <a:prstGeom xmlns:a="http://schemas.openxmlformats.org/drawingml/2006/main" prst="straightConnector1">
            <a:avLst/>
          </a:prstGeom>
          <a:ln xmlns:a="http://schemas.openxmlformats.org/drawingml/2006/main" w="6191">
            <a:solidFill>
              <a:srgbClr val="A9B8C2"/>
            </a:solidFill>
            <a:prstDash val="solid"/>
          </a:ln>
        </p:spPr>
      </p:cxnSp>
      <p:cxnSp>
        <p:nvCxnSpPr>
          <p:cNvPr id="1065" name="">
            <a:extLst xmlns:a="http://schemas.openxmlformats.org/drawingml/2006/main">
              <a:ext uri="{FF2B5EF4-FFF2-40B4-BE49-F238E27FC236}">
                <a16:creationId xmlns:a16="http://schemas.microsoft.com/office/drawing/2014/main" id="{511D2D8F-C7C8-471F-9405-7A4837A606FC}"/>
              </a:ext>
            </a:extLst>
          </p:cNvPr>
          <p:cNvCxnSpPr/>
          <p:nvPr/>
        </p:nvCxnSpPr>
        <p:spPr>
          <a:xfrm xmlns:a="http://schemas.openxmlformats.org/drawingml/2006/main" flipH="0" flipV="0">
            <a:off x="5371799" y="4350435"/>
            <a:ext cx="518" cy="79616"/>
          </a:xfrm>
          <a:prstGeom xmlns:a="http://schemas.openxmlformats.org/drawingml/2006/main" prst="straightConnector1">
            <a:avLst/>
          </a:prstGeom>
          <a:ln xmlns:a="http://schemas.openxmlformats.org/drawingml/2006/main" w="6191">
            <a:solidFill>
              <a:srgbClr val="A9B8C2"/>
            </a:solidFill>
            <a:prstDash val="solid"/>
          </a:ln>
        </p:spPr>
      </p:cxnSp>
      <p:cxnSp>
        <p:nvCxnSpPr>
          <p:cNvPr id="1066" name="">
            <a:extLst xmlns:a="http://schemas.openxmlformats.org/drawingml/2006/main">
              <a:ext uri="{FF2B5EF4-FFF2-40B4-BE49-F238E27FC236}">
                <a16:creationId xmlns:a16="http://schemas.microsoft.com/office/drawing/2014/main" id="{83CE4A6C-3132-4571-B802-7BE5D714AF81}"/>
              </a:ext>
            </a:extLst>
          </p:cNvPr>
          <p:cNvCxnSpPr/>
          <p:nvPr/>
        </p:nvCxnSpPr>
        <p:spPr>
          <a:xfrm xmlns:a="http://schemas.openxmlformats.org/drawingml/2006/main" flipH="0" flipV="0">
            <a:off x="5263355" y="4487695"/>
            <a:ext cx="10815" cy="54475"/>
          </a:xfrm>
          <a:prstGeom xmlns:a="http://schemas.openxmlformats.org/drawingml/2006/main" prst="straightConnector1">
            <a:avLst/>
          </a:prstGeom>
          <a:ln xmlns:a="http://schemas.openxmlformats.org/drawingml/2006/main" w="6191">
            <a:solidFill>
              <a:srgbClr val="A9B8C2"/>
            </a:solidFill>
            <a:prstDash val="solid"/>
          </a:ln>
        </p:spPr>
      </p:cxnSp>
      <p:cxnSp>
        <p:nvCxnSpPr>
          <p:cNvPr id="1067" name="">
            <a:extLst xmlns:a="http://schemas.openxmlformats.org/drawingml/2006/main">
              <a:ext uri="{FF2B5EF4-FFF2-40B4-BE49-F238E27FC236}">
                <a16:creationId xmlns:a16="http://schemas.microsoft.com/office/drawing/2014/main" id="{402AD7C2-67C7-4BB4-B57C-5A0B2FFEF256}"/>
              </a:ext>
            </a:extLst>
          </p:cNvPr>
          <p:cNvCxnSpPr/>
          <p:nvPr/>
        </p:nvCxnSpPr>
        <p:spPr>
          <a:xfrm xmlns:a="http://schemas.openxmlformats.org/drawingml/2006/main" flipH="0" flipV="0">
            <a:off x="5274169" y="4542171"/>
            <a:ext cx="10803" cy="54487"/>
          </a:xfrm>
          <a:prstGeom xmlns:a="http://schemas.openxmlformats.org/drawingml/2006/main" prst="straightConnector1">
            <a:avLst/>
          </a:prstGeom>
          <a:ln xmlns:a="http://schemas.openxmlformats.org/drawingml/2006/main" w="6191">
            <a:solidFill>
              <a:srgbClr val="A9B8C2"/>
            </a:solidFill>
            <a:prstDash val="solid"/>
          </a:ln>
        </p:spPr>
      </p:cxnSp>
      <p:cxnSp>
        <p:nvCxnSpPr>
          <p:cNvPr id="1068" name="">
            <a:extLst xmlns:a="http://schemas.openxmlformats.org/drawingml/2006/main">
              <a:ext uri="{FF2B5EF4-FFF2-40B4-BE49-F238E27FC236}">
                <a16:creationId xmlns:a16="http://schemas.microsoft.com/office/drawing/2014/main" id="{2AB31795-61EB-4069-9F15-623D29CC3974}"/>
              </a:ext>
            </a:extLst>
          </p:cNvPr>
          <p:cNvCxnSpPr/>
          <p:nvPr/>
        </p:nvCxnSpPr>
        <p:spPr>
          <a:xfrm xmlns:a="http://schemas.openxmlformats.org/drawingml/2006/main" flipH="0" flipV="1">
            <a:off x="5263355" y="4478329"/>
            <a:ext cx="48396" cy="9366"/>
          </a:xfrm>
          <a:prstGeom xmlns:a="http://schemas.openxmlformats.org/drawingml/2006/main" prst="straightConnector1">
            <a:avLst/>
          </a:prstGeom>
          <a:ln xmlns:a="http://schemas.openxmlformats.org/drawingml/2006/main" w="6191">
            <a:solidFill>
              <a:srgbClr val="A9B8C2"/>
            </a:solidFill>
            <a:prstDash val="solid"/>
          </a:ln>
        </p:spPr>
      </p:cxnSp>
      <p:cxnSp>
        <p:nvCxnSpPr>
          <p:cNvPr id="1069" name="">
            <a:extLst xmlns:a="http://schemas.openxmlformats.org/drawingml/2006/main">
              <a:ext uri="{FF2B5EF4-FFF2-40B4-BE49-F238E27FC236}">
                <a16:creationId xmlns:a16="http://schemas.microsoft.com/office/drawing/2014/main" id="{64A32AA5-590A-4C7B-AFF3-A62C6DD34EC6}"/>
              </a:ext>
            </a:extLst>
          </p:cNvPr>
          <p:cNvCxnSpPr/>
          <p:nvPr/>
        </p:nvCxnSpPr>
        <p:spPr>
          <a:xfrm xmlns:a="http://schemas.openxmlformats.org/drawingml/2006/main" flipH="0" flipV="1">
            <a:off x="5311751" y="4468975"/>
            <a:ext cx="48396" cy="9354"/>
          </a:xfrm>
          <a:prstGeom xmlns:a="http://schemas.openxmlformats.org/drawingml/2006/main" prst="straightConnector1">
            <a:avLst/>
          </a:prstGeom>
          <a:ln xmlns:a="http://schemas.openxmlformats.org/drawingml/2006/main" w="6191">
            <a:solidFill>
              <a:srgbClr val="A9B8C2"/>
            </a:solidFill>
            <a:prstDash val="solid"/>
          </a:ln>
        </p:spPr>
      </p:cxnSp>
      <p:cxnSp>
        <p:nvCxnSpPr>
          <p:cNvPr id="1070" name="">
            <a:extLst xmlns:a="http://schemas.openxmlformats.org/drawingml/2006/main">
              <a:ext uri="{FF2B5EF4-FFF2-40B4-BE49-F238E27FC236}">
                <a16:creationId xmlns:a16="http://schemas.microsoft.com/office/drawing/2014/main" id="{B3083782-7E89-4765-B296-81A7980C92EB}"/>
              </a:ext>
            </a:extLst>
          </p:cNvPr>
          <p:cNvCxnSpPr/>
          <p:nvPr/>
        </p:nvCxnSpPr>
        <p:spPr>
          <a:xfrm xmlns:a="http://schemas.openxmlformats.org/drawingml/2006/main" flipH="0" flipV="0">
            <a:off x="5440694" y="4183428"/>
            <a:ext cx="2733" cy="61167"/>
          </a:xfrm>
          <a:prstGeom xmlns:a="http://schemas.openxmlformats.org/drawingml/2006/main" prst="straightConnector1">
            <a:avLst/>
          </a:prstGeom>
          <a:ln xmlns:a="http://schemas.openxmlformats.org/drawingml/2006/main" w="6191">
            <a:solidFill>
              <a:srgbClr val="A9B8C2"/>
            </a:solidFill>
            <a:prstDash val="solid"/>
          </a:ln>
        </p:spPr>
      </p:cxnSp>
      <p:cxnSp>
        <p:nvCxnSpPr>
          <p:cNvPr id="1071" name="">
            <a:extLst xmlns:a="http://schemas.openxmlformats.org/drawingml/2006/main">
              <a:ext uri="{FF2B5EF4-FFF2-40B4-BE49-F238E27FC236}">
                <a16:creationId xmlns:a16="http://schemas.microsoft.com/office/drawing/2014/main" id="{959121EC-99EE-41CC-BB67-CECB6A492181}"/>
              </a:ext>
            </a:extLst>
          </p:cNvPr>
          <p:cNvCxnSpPr/>
          <p:nvPr/>
        </p:nvCxnSpPr>
        <p:spPr>
          <a:xfrm xmlns:a="http://schemas.openxmlformats.org/drawingml/2006/main" flipH="0" flipV="0">
            <a:off x="5443427" y="4244595"/>
            <a:ext cx="2733" cy="61155"/>
          </a:xfrm>
          <a:prstGeom xmlns:a="http://schemas.openxmlformats.org/drawingml/2006/main" prst="straightConnector1">
            <a:avLst/>
          </a:prstGeom>
          <a:ln xmlns:a="http://schemas.openxmlformats.org/drawingml/2006/main" w="6191">
            <a:solidFill>
              <a:srgbClr val="A9B8C2"/>
            </a:solidFill>
            <a:prstDash val="solid"/>
          </a:ln>
        </p:spPr>
      </p:cxnSp>
      <p:cxnSp>
        <p:nvCxnSpPr>
          <p:cNvPr id="1072" name="">
            <a:extLst xmlns:a="http://schemas.openxmlformats.org/drawingml/2006/main">
              <a:ext uri="{FF2B5EF4-FFF2-40B4-BE49-F238E27FC236}">
                <a16:creationId xmlns:a16="http://schemas.microsoft.com/office/drawing/2014/main" id="{85803353-70A8-428C-A22A-6C485A93412F}"/>
              </a:ext>
            </a:extLst>
          </p:cNvPr>
          <p:cNvCxnSpPr/>
          <p:nvPr/>
        </p:nvCxnSpPr>
        <p:spPr>
          <a:xfrm xmlns:a="http://schemas.openxmlformats.org/drawingml/2006/main" flipH="0" flipV="0">
            <a:off x="5446160" y="4305750"/>
            <a:ext cx="2733" cy="61167"/>
          </a:xfrm>
          <a:prstGeom xmlns:a="http://schemas.openxmlformats.org/drawingml/2006/main" prst="straightConnector1">
            <a:avLst/>
          </a:prstGeom>
          <a:ln xmlns:a="http://schemas.openxmlformats.org/drawingml/2006/main" w="6191">
            <a:solidFill>
              <a:srgbClr val="A9B8C2"/>
            </a:solidFill>
            <a:prstDash val="solid"/>
          </a:ln>
        </p:spPr>
      </p:cxnSp>
      <p:cxnSp>
        <p:nvCxnSpPr>
          <p:cNvPr id="1073" name="">
            <a:extLst xmlns:a="http://schemas.openxmlformats.org/drawingml/2006/main">
              <a:ext uri="{FF2B5EF4-FFF2-40B4-BE49-F238E27FC236}">
                <a16:creationId xmlns:a16="http://schemas.microsoft.com/office/drawing/2014/main" id="{E9FCE162-BD23-4EF9-8B9E-42FADDCCA460}"/>
              </a:ext>
            </a:extLst>
          </p:cNvPr>
          <p:cNvCxnSpPr/>
          <p:nvPr/>
        </p:nvCxnSpPr>
        <p:spPr>
          <a:xfrm xmlns:a="http://schemas.openxmlformats.org/drawingml/2006/main" flipH="0" flipV="0">
            <a:off x="5448893" y="4366917"/>
            <a:ext cx="2745" cy="61167"/>
          </a:xfrm>
          <a:prstGeom xmlns:a="http://schemas.openxmlformats.org/drawingml/2006/main" prst="straightConnector1">
            <a:avLst/>
          </a:prstGeom>
          <a:ln xmlns:a="http://schemas.openxmlformats.org/drawingml/2006/main" w="6191">
            <a:solidFill>
              <a:srgbClr val="A9B8C2"/>
            </a:solidFill>
            <a:prstDash val="solid"/>
          </a:ln>
        </p:spPr>
      </p:cxnSp>
      <p:cxnSp>
        <p:nvCxnSpPr>
          <p:cNvPr id="1074" name="">
            <a:extLst xmlns:a="http://schemas.openxmlformats.org/drawingml/2006/main">
              <a:ext uri="{FF2B5EF4-FFF2-40B4-BE49-F238E27FC236}">
                <a16:creationId xmlns:a16="http://schemas.microsoft.com/office/drawing/2014/main" id="{009BFC9C-0441-4195-BD6D-C321E59D16FA}"/>
              </a:ext>
            </a:extLst>
          </p:cNvPr>
          <p:cNvCxnSpPr/>
          <p:nvPr/>
        </p:nvCxnSpPr>
        <p:spPr>
          <a:xfrm xmlns:a="http://schemas.openxmlformats.org/drawingml/2006/main" flipH="0" flipV="0">
            <a:off x="5561897" y="4018140"/>
            <a:ext cx="4123" cy="48926"/>
          </a:xfrm>
          <a:prstGeom xmlns:a="http://schemas.openxmlformats.org/drawingml/2006/main" prst="straightConnector1">
            <a:avLst/>
          </a:prstGeom>
          <a:ln xmlns:a="http://schemas.openxmlformats.org/drawingml/2006/main" w="6191">
            <a:solidFill>
              <a:srgbClr val="A9B8C2"/>
            </a:solidFill>
            <a:prstDash val="solid"/>
          </a:ln>
        </p:spPr>
      </p:cxnSp>
      <p:cxnSp>
        <p:nvCxnSpPr>
          <p:cNvPr id="1075" name="">
            <a:extLst xmlns:a="http://schemas.openxmlformats.org/drawingml/2006/main">
              <a:ext uri="{FF2B5EF4-FFF2-40B4-BE49-F238E27FC236}">
                <a16:creationId xmlns:a16="http://schemas.microsoft.com/office/drawing/2014/main" id="{E35A2389-0C96-49E1-9B21-4A1B276F9853}"/>
              </a:ext>
            </a:extLst>
          </p:cNvPr>
          <p:cNvCxnSpPr/>
          <p:nvPr/>
        </p:nvCxnSpPr>
        <p:spPr>
          <a:xfrm xmlns:a="http://schemas.openxmlformats.org/drawingml/2006/main" flipH="0" flipV="0">
            <a:off x="5566020" y="4067067"/>
            <a:ext cx="4100" cy="48915"/>
          </a:xfrm>
          <a:prstGeom xmlns:a="http://schemas.openxmlformats.org/drawingml/2006/main" prst="straightConnector1">
            <a:avLst/>
          </a:prstGeom>
          <a:ln xmlns:a="http://schemas.openxmlformats.org/drawingml/2006/main" w="6191">
            <a:solidFill>
              <a:srgbClr val="A9B8C2"/>
            </a:solidFill>
            <a:prstDash val="solid"/>
          </a:ln>
        </p:spPr>
      </p:cxnSp>
      <p:cxnSp>
        <p:nvCxnSpPr>
          <p:cNvPr id="1076" name="">
            <a:extLst xmlns:a="http://schemas.openxmlformats.org/drawingml/2006/main">
              <a:ext uri="{FF2B5EF4-FFF2-40B4-BE49-F238E27FC236}">
                <a16:creationId xmlns:a16="http://schemas.microsoft.com/office/drawing/2014/main" id="{EDD55AB4-E3CA-4965-9ADD-C1C9343E62C1}"/>
              </a:ext>
            </a:extLst>
          </p:cNvPr>
          <p:cNvCxnSpPr/>
          <p:nvPr/>
        </p:nvCxnSpPr>
        <p:spPr>
          <a:xfrm xmlns:a="http://schemas.openxmlformats.org/drawingml/2006/main" flipH="1" flipV="0">
            <a:off x="5519921" y="4116241"/>
            <a:ext cx="3546" cy="58139"/>
          </a:xfrm>
          <a:prstGeom xmlns:a="http://schemas.openxmlformats.org/drawingml/2006/main" prst="straightConnector1">
            <a:avLst/>
          </a:prstGeom>
          <a:ln xmlns:a="http://schemas.openxmlformats.org/drawingml/2006/main" w="6191">
            <a:solidFill>
              <a:srgbClr val="A9B8C2"/>
            </a:solidFill>
            <a:prstDash val="solid"/>
          </a:ln>
        </p:spPr>
      </p:cxnSp>
      <p:cxnSp>
        <p:nvCxnSpPr>
          <p:cNvPr id="1077" name="">
            <a:extLst xmlns:a="http://schemas.openxmlformats.org/drawingml/2006/main">
              <a:ext uri="{FF2B5EF4-FFF2-40B4-BE49-F238E27FC236}">
                <a16:creationId xmlns:a16="http://schemas.microsoft.com/office/drawing/2014/main" id="{16FA0F3F-3F4F-43ED-B053-B12A4E28A0F2}"/>
              </a:ext>
            </a:extLst>
          </p:cNvPr>
          <p:cNvCxnSpPr/>
          <p:nvPr/>
        </p:nvCxnSpPr>
        <p:spPr>
          <a:xfrm xmlns:a="http://schemas.openxmlformats.org/drawingml/2006/main" flipH="1" flipV="0">
            <a:off x="5516351" y="4174380"/>
            <a:ext cx="3570" cy="58116"/>
          </a:xfrm>
          <a:prstGeom xmlns:a="http://schemas.openxmlformats.org/drawingml/2006/main" prst="straightConnector1">
            <a:avLst/>
          </a:prstGeom>
          <a:ln xmlns:a="http://schemas.openxmlformats.org/drawingml/2006/main" w="6191">
            <a:solidFill>
              <a:srgbClr val="A9B8C2"/>
            </a:solidFill>
            <a:prstDash val="solid"/>
          </a:ln>
        </p:spPr>
      </p:cxnSp>
      <p:cxnSp>
        <p:nvCxnSpPr>
          <p:cNvPr id="1078" name="">
            <a:extLst xmlns:a="http://schemas.openxmlformats.org/drawingml/2006/main">
              <a:ext uri="{FF2B5EF4-FFF2-40B4-BE49-F238E27FC236}">
                <a16:creationId xmlns:a16="http://schemas.microsoft.com/office/drawing/2014/main" id="{D87A89AC-7494-4224-B355-C6B8D5B052CD}"/>
              </a:ext>
            </a:extLst>
          </p:cNvPr>
          <p:cNvCxnSpPr/>
          <p:nvPr/>
        </p:nvCxnSpPr>
        <p:spPr>
          <a:xfrm xmlns:a="http://schemas.openxmlformats.org/drawingml/2006/main" flipH="1" flipV="0">
            <a:off x="5512805" y="4232495"/>
            <a:ext cx="3546" cy="58139"/>
          </a:xfrm>
          <a:prstGeom xmlns:a="http://schemas.openxmlformats.org/drawingml/2006/main" prst="straightConnector1">
            <a:avLst/>
          </a:prstGeom>
          <a:ln xmlns:a="http://schemas.openxmlformats.org/drawingml/2006/main" w="6191">
            <a:solidFill>
              <a:srgbClr val="A9B8C2"/>
            </a:solidFill>
            <a:prstDash val="solid"/>
          </a:ln>
        </p:spPr>
      </p:cxnSp>
      <p:cxnSp>
        <p:nvCxnSpPr>
          <p:cNvPr id="1079" name="">
            <a:extLst xmlns:a="http://schemas.openxmlformats.org/drawingml/2006/main">
              <a:ext uri="{FF2B5EF4-FFF2-40B4-BE49-F238E27FC236}">
                <a16:creationId xmlns:a16="http://schemas.microsoft.com/office/drawing/2014/main" id="{52024D63-199F-44EA-9D92-73445DF516E0}"/>
              </a:ext>
            </a:extLst>
          </p:cNvPr>
          <p:cNvCxnSpPr/>
          <p:nvPr/>
        </p:nvCxnSpPr>
        <p:spPr>
          <a:xfrm xmlns:a="http://schemas.openxmlformats.org/drawingml/2006/main" flipH="0" flipV="0">
            <a:off x="5618716" y="3988334"/>
            <a:ext cx="4960" cy="54935"/>
          </a:xfrm>
          <a:prstGeom xmlns:a="http://schemas.openxmlformats.org/drawingml/2006/main" prst="straightConnector1">
            <a:avLst/>
          </a:prstGeom>
          <a:ln xmlns:a="http://schemas.openxmlformats.org/drawingml/2006/main" w="6191">
            <a:solidFill>
              <a:srgbClr val="A9B8C2"/>
            </a:solidFill>
            <a:prstDash val="solid"/>
          </a:ln>
        </p:spPr>
      </p:cxnSp>
      <p:cxnSp>
        <p:nvCxnSpPr>
          <p:cNvPr id="1080" name="">
            <a:extLst xmlns:a="http://schemas.openxmlformats.org/drawingml/2006/main">
              <a:ext uri="{FF2B5EF4-FFF2-40B4-BE49-F238E27FC236}">
                <a16:creationId xmlns:a16="http://schemas.microsoft.com/office/drawing/2014/main" id="{1DD0721C-6B86-48B4-8639-FC6AFB3D7BB3}"/>
              </a:ext>
            </a:extLst>
          </p:cNvPr>
          <p:cNvCxnSpPr/>
          <p:nvPr/>
        </p:nvCxnSpPr>
        <p:spPr>
          <a:xfrm xmlns:a="http://schemas.openxmlformats.org/drawingml/2006/main" flipH="0" flipV="0">
            <a:off x="5623676" y="4043269"/>
            <a:ext cx="4948" cy="54947"/>
          </a:xfrm>
          <a:prstGeom xmlns:a="http://schemas.openxmlformats.org/drawingml/2006/main" prst="straightConnector1">
            <a:avLst/>
          </a:prstGeom>
          <a:ln xmlns:a="http://schemas.openxmlformats.org/drawingml/2006/main" w="6191">
            <a:solidFill>
              <a:srgbClr val="A9B8C2"/>
            </a:solidFill>
            <a:prstDash val="solid"/>
          </a:ln>
        </p:spPr>
      </p:cxnSp>
      <p:cxnSp>
        <p:nvCxnSpPr>
          <p:cNvPr id="1081" name="">
            <a:extLst xmlns:a="http://schemas.openxmlformats.org/drawingml/2006/main">
              <a:ext uri="{FF2B5EF4-FFF2-40B4-BE49-F238E27FC236}">
                <a16:creationId xmlns:a16="http://schemas.microsoft.com/office/drawing/2014/main" id="{D92B0A5A-32FA-44B0-8DA8-D3EBB5135429}"/>
              </a:ext>
            </a:extLst>
          </p:cNvPr>
          <p:cNvCxnSpPr/>
          <p:nvPr/>
        </p:nvCxnSpPr>
        <p:spPr>
          <a:xfrm xmlns:a="http://schemas.openxmlformats.org/drawingml/2006/main" flipH="0" flipV="0">
            <a:off x="5618716" y="3988334"/>
            <a:ext cx="29488" cy="43920"/>
          </a:xfrm>
          <a:prstGeom xmlns:a="http://schemas.openxmlformats.org/drawingml/2006/main" prst="straightConnector1">
            <a:avLst/>
          </a:prstGeom>
          <a:ln xmlns:a="http://schemas.openxmlformats.org/drawingml/2006/main" w="6191">
            <a:solidFill>
              <a:srgbClr val="A9B8C2"/>
            </a:solidFill>
            <a:prstDash val="solid"/>
          </a:ln>
        </p:spPr>
      </p:cxnSp>
      <p:cxnSp>
        <p:nvCxnSpPr>
          <p:cNvPr id="1082" name="">
            <a:extLst xmlns:a="http://schemas.openxmlformats.org/drawingml/2006/main">
              <a:ext uri="{FF2B5EF4-FFF2-40B4-BE49-F238E27FC236}">
                <a16:creationId xmlns:a16="http://schemas.microsoft.com/office/drawing/2014/main" id="{08DE33D5-430E-4F10-8169-9B562A9FD1C1}"/>
              </a:ext>
            </a:extLst>
          </p:cNvPr>
          <p:cNvCxnSpPr/>
          <p:nvPr/>
        </p:nvCxnSpPr>
        <p:spPr>
          <a:xfrm xmlns:a="http://schemas.openxmlformats.org/drawingml/2006/main" flipH="0" flipV="0">
            <a:off x="5648204" y="4032254"/>
            <a:ext cx="29464" cy="43920"/>
          </a:xfrm>
          <a:prstGeom xmlns:a="http://schemas.openxmlformats.org/drawingml/2006/main" prst="straightConnector1">
            <a:avLst/>
          </a:prstGeom>
          <a:ln xmlns:a="http://schemas.openxmlformats.org/drawingml/2006/main" w="6191">
            <a:solidFill>
              <a:srgbClr val="A9B8C2"/>
            </a:solidFill>
            <a:prstDash val="solid"/>
          </a:ln>
        </p:spPr>
      </p:cxnSp>
      <p:cxnSp>
        <p:nvCxnSpPr>
          <p:cNvPr id="1083" name="">
            <a:extLst xmlns:a="http://schemas.openxmlformats.org/drawingml/2006/main">
              <a:ext uri="{FF2B5EF4-FFF2-40B4-BE49-F238E27FC236}">
                <a16:creationId xmlns:a16="http://schemas.microsoft.com/office/drawing/2014/main" id="{65F708F0-5E62-4E10-9C7A-31C2831B2148}"/>
              </a:ext>
            </a:extLst>
          </p:cNvPr>
          <p:cNvCxnSpPr/>
          <p:nvPr/>
        </p:nvCxnSpPr>
        <p:spPr>
          <a:xfrm xmlns:a="http://schemas.openxmlformats.org/drawingml/2006/main" flipH="0" flipV="0">
            <a:off x="5704871" y="3855174"/>
            <a:ext cx="7410" cy="65561"/>
          </a:xfrm>
          <a:prstGeom xmlns:a="http://schemas.openxmlformats.org/drawingml/2006/main" prst="straightConnector1">
            <a:avLst/>
          </a:prstGeom>
          <a:ln xmlns:a="http://schemas.openxmlformats.org/drawingml/2006/main" w="6191">
            <a:solidFill>
              <a:srgbClr val="A9B8C2"/>
            </a:solidFill>
            <a:prstDash val="solid"/>
          </a:ln>
        </p:spPr>
      </p:cxnSp>
      <p:cxnSp>
        <p:nvCxnSpPr>
          <p:cNvPr id="1084" name="">
            <a:extLst xmlns:a="http://schemas.openxmlformats.org/drawingml/2006/main">
              <a:ext uri="{FF2B5EF4-FFF2-40B4-BE49-F238E27FC236}">
                <a16:creationId xmlns:a16="http://schemas.microsoft.com/office/drawing/2014/main" id="{C2A9F74A-3F96-4A3E-AA04-E34D737A1B14}"/>
              </a:ext>
            </a:extLst>
          </p:cNvPr>
          <p:cNvCxnSpPr/>
          <p:nvPr/>
        </p:nvCxnSpPr>
        <p:spPr>
          <a:xfrm xmlns:a="http://schemas.openxmlformats.org/drawingml/2006/main" flipH="0" flipV="0">
            <a:off x="5712281" y="3920735"/>
            <a:ext cx="7410" cy="65585"/>
          </a:xfrm>
          <a:prstGeom xmlns:a="http://schemas.openxmlformats.org/drawingml/2006/main" prst="straightConnector1">
            <a:avLst/>
          </a:prstGeom>
          <a:ln xmlns:a="http://schemas.openxmlformats.org/drawingml/2006/main" w="6191">
            <a:solidFill>
              <a:srgbClr val="A9B8C2"/>
            </a:solidFill>
            <a:prstDash val="solid"/>
          </a:ln>
        </p:spPr>
      </p:cxnSp>
      <p:cxnSp>
        <p:nvCxnSpPr>
          <p:cNvPr id="1085" name="">
            <a:extLst xmlns:a="http://schemas.openxmlformats.org/drawingml/2006/main">
              <a:ext uri="{FF2B5EF4-FFF2-40B4-BE49-F238E27FC236}">
                <a16:creationId xmlns:a16="http://schemas.microsoft.com/office/drawing/2014/main" id="{2EA10D4F-5CCD-468C-BDCF-8EDE3F2BF0B6}"/>
              </a:ext>
            </a:extLst>
          </p:cNvPr>
          <p:cNvCxnSpPr/>
          <p:nvPr/>
        </p:nvCxnSpPr>
        <p:spPr>
          <a:xfrm xmlns:a="http://schemas.openxmlformats.org/drawingml/2006/main" flipH="0" flipV="0">
            <a:off x="5719691" y="3986320"/>
            <a:ext cx="7410" cy="65561"/>
          </a:xfrm>
          <a:prstGeom xmlns:a="http://schemas.openxmlformats.org/drawingml/2006/main" prst="straightConnector1">
            <a:avLst/>
          </a:prstGeom>
          <a:ln xmlns:a="http://schemas.openxmlformats.org/drawingml/2006/main" w="6191">
            <a:solidFill>
              <a:srgbClr val="A9B8C2"/>
            </a:solidFill>
            <a:prstDash val="solid"/>
          </a:ln>
        </p:spPr>
      </p:cxnSp>
      <p:cxnSp>
        <p:nvCxnSpPr>
          <p:cNvPr id="1086" name="">
            <a:extLst xmlns:a="http://schemas.openxmlformats.org/drawingml/2006/main">
              <a:ext uri="{FF2B5EF4-FFF2-40B4-BE49-F238E27FC236}">
                <a16:creationId xmlns:a16="http://schemas.microsoft.com/office/drawing/2014/main" id="{69DB39A0-2B6D-4A18-9F5F-106B8B36999E}"/>
              </a:ext>
            </a:extLst>
          </p:cNvPr>
          <p:cNvCxnSpPr/>
          <p:nvPr/>
        </p:nvCxnSpPr>
        <p:spPr>
          <a:xfrm xmlns:a="http://schemas.openxmlformats.org/drawingml/2006/main" flipH="0" flipV="1">
            <a:off x="5704871" y="3844335"/>
            <a:ext cx="71299" cy="10839"/>
          </a:xfrm>
          <a:prstGeom xmlns:a="http://schemas.openxmlformats.org/drawingml/2006/main" prst="straightConnector1">
            <a:avLst/>
          </a:prstGeom>
          <a:ln xmlns:a="http://schemas.openxmlformats.org/drawingml/2006/main" w="6191">
            <a:solidFill>
              <a:srgbClr val="A9B8C2"/>
            </a:solidFill>
            <a:prstDash val="solid"/>
          </a:ln>
        </p:spPr>
      </p:cxnSp>
      <p:cxnSp>
        <p:nvCxnSpPr>
          <p:cNvPr id="1087" name="">
            <a:extLst xmlns:a="http://schemas.openxmlformats.org/drawingml/2006/main">
              <a:ext uri="{FF2B5EF4-FFF2-40B4-BE49-F238E27FC236}">
                <a16:creationId xmlns:a16="http://schemas.microsoft.com/office/drawing/2014/main" id="{113FB723-1EC8-4CC8-8C1C-7459A475FCB0}"/>
              </a:ext>
            </a:extLst>
          </p:cNvPr>
          <p:cNvCxnSpPr/>
          <p:nvPr/>
        </p:nvCxnSpPr>
        <p:spPr>
          <a:xfrm xmlns:a="http://schemas.openxmlformats.org/drawingml/2006/main" flipH="0" flipV="1">
            <a:off x="5776169" y="3833509"/>
            <a:ext cx="71299" cy="10827"/>
          </a:xfrm>
          <a:prstGeom xmlns:a="http://schemas.openxmlformats.org/drawingml/2006/main" prst="straightConnector1">
            <a:avLst/>
          </a:prstGeom>
          <a:ln xmlns:a="http://schemas.openxmlformats.org/drawingml/2006/main" w="6191">
            <a:solidFill>
              <a:srgbClr val="A9B8C2"/>
            </a:solidFill>
            <a:prstDash val="solid"/>
          </a:ln>
        </p:spPr>
      </p:cxnSp>
      <p:cxnSp>
        <p:nvCxnSpPr>
          <p:cNvPr id="1088" name="">
            <a:extLst xmlns:a="http://schemas.openxmlformats.org/drawingml/2006/main">
              <a:ext uri="{FF2B5EF4-FFF2-40B4-BE49-F238E27FC236}">
                <a16:creationId xmlns:a16="http://schemas.microsoft.com/office/drawing/2014/main" id="{F020983C-88AD-4308-AD08-19D3E970BEB2}"/>
              </a:ext>
            </a:extLst>
          </p:cNvPr>
          <p:cNvCxnSpPr/>
          <p:nvPr/>
        </p:nvCxnSpPr>
        <p:spPr>
          <a:xfrm xmlns:a="http://schemas.openxmlformats.org/drawingml/2006/main" flipH="0" flipV="0">
            <a:off x="5360147" y="4468975"/>
            <a:ext cx="14396" cy="52461"/>
          </a:xfrm>
          <a:prstGeom xmlns:a="http://schemas.openxmlformats.org/drawingml/2006/main" prst="straightConnector1">
            <a:avLst/>
          </a:prstGeom>
          <a:ln xmlns:a="http://schemas.openxmlformats.org/drawingml/2006/main" w="6191">
            <a:solidFill>
              <a:srgbClr val="A9B8C2"/>
            </a:solidFill>
            <a:prstDash val="solid"/>
          </a:ln>
        </p:spPr>
      </p:cxnSp>
      <p:cxnSp>
        <p:nvCxnSpPr>
          <p:cNvPr id="1089" name="">
            <a:extLst xmlns:a="http://schemas.openxmlformats.org/drawingml/2006/main">
              <a:ext uri="{FF2B5EF4-FFF2-40B4-BE49-F238E27FC236}">
                <a16:creationId xmlns:a16="http://schemas.microsoft.com/office/drawing/2014/main" id="{327D94F8-56D0-4A82-AE2D-CE98B7F115FA}"/>
              </a:ext>
            </a:extLst>
          </p:cNvPr>
          <p:cNvCxnSpPr/>
          <p:nvPr/>
        </p:nvCxnSpPr>
        <p:spPr>
          <a:xfrm xmlns:a="http://schemas.openxmlformats.org/drawingml/2006/main" flipH="0" flipV="0">
            <a:off x="5374543" y="4521436"/>
            <a:ext cx="14373" cy="52473"/>
          </a:xfrm>
          <a:prstGeom xmlns:a="http://schemas.openxmlformats.org/drawingml/2006/main" prst="straightConnector1">
            <a:avLst/>
          </a:prstGeom>
          <a:ln xmlns:a="http://schemas.openxmlformats.org/drawingml/2006/main" w="6191">
            <a:solidFill>
              <a:srgbClr val="A9B8C2"/>
            </a:solidFill>
            <a:prstDash val="solid"/>
          </a:ln>
        </p:spPr>
      </p:cxnSp>
      <p:cxnSp>
        <p:nvCxnSpPr>
          <p:cNvPr id="1090" name="">
            <a:extLst xmlns:a="http://schemas.openxmlformats.org/drawingml/2006/main">
              <a:ext uri="{FF2B5EF4-FFF2-40B4-BE49-F238E27FC236}">
                <a16:creationId xmlns:a16="http://schemas.microsoft.com/office/drawing/2014/main" id="{68FCB1BD-5C8C-45E8-AC77-4777108C4993}"/>
              </a:ext>
            </a:extLst>
          </p:cNvPr>
          <p:cNvCxnSpPr/>
          <p:nvPr/>
        </p:nvCxnSpPr>
        <p:spPr>
          <a:xfrm xmlns:a="http://schemas.openxmlformats.org/drawingml/2006/main" flipH="0" flipV="0">
            <a:off x="5570120" y="4115981"/>
            <a:ext cx="17424" cy="56973"/>
          </a:xfrm>
          <a:prstGeom xmlns:a="http://schemas.openxmlformats.org/drawingml/2006/main" prst="straightConnector1">
            <a:avLst/>
          </a:prstGeom>
          <a:ln xmlns:a="http://schemas.openxmlformats.org/drawingml/2006/main" w="6191">
            <a:solidFill>
              <a:srgbClr val="A9B8C2"/>
            </a:solidFill>
            <a:prstDash val="solid"/>
          </a:ln>
        </p:spPr>
      </p:cxnSp>
      <p:cxnSp>
        <p:nvCxnSpPr>
          <p:cNvPr id="1091" name="">
            <a:extLst xmlns:a="http://schemas.openxmlformats.org/drawingml/2006/main">
              <a:ext uri="{FF2B5EF4-FFF2-40B4-BE49-F238E27FC236}">
                <a16:creationId xmlns:a16="http://schemas.microsoft.com/office/drawing/2014/main" id="{83A9DBEF-E060-4CF0-8A55-9D614B3F994C}"/>
              </a:ext>
            </a:extLst>
          </p:cNvPr>
          <p:cNvCxnSpPr/>
          <p:nvPr/>
        </p:nvCxnSpPr>
        <p:spPr>
          <a:xfrm xmlns:a="http://schemas.openxmlformats.org/drawingml/2006/main" flipH="0" flipV="0">
            <a:off x="5587544" y="4172954"/>
            <a:ext cx="27026" cy="46617"/>
          </a:xfrm>
          <a:prstGeom xmlns:a="http://schemas.openxmlformats.org/drawingml/2006/main" prst="straightConnector1">
            <a:avLst/>
          </a:prstGeom>
          <a:ln xmlns:a="http://schemas.openxmlformats.org/drawingml/2006/main" w="6191">
            <a:solidFill>
              <a:srgbClr val="A9B8C2"/>
            </a:solidFill>
            <a:prstDash val="solid"/>
          </a:ln>
        </p:spPr>
      </p:cxnSp>
      <p:cxnSp>
        <p:nvCxnSpPr>
          <p:cNvPr id="1092" name="">
            <a:extLst xmlns:a="http://schemas.openxmlformats.org/drawingml/2006/main">
              <a:ext uri="{FF2B5EF4-FFF2-40B4-BE49-F238E27FC236}">
                <a16:creationId xmlns:a16="http://schemas.microsoft.com/office/drawing/2014/main" id="{74E5E004-DADD-4359-B420-2F49F9D087EB}"/>
              </a:ext>
            </a:extLst>
          </p:cNvPr>
          <p:cNvCxnSpPr/>
          <p:nvPr/>
        </p:nvCxnSpPr>
        <p:spPr>
          <a:xfrm xmlns:a="http://schemas.openxmlformats.org/drawingml/2006/main" flipH="0" flipV="0">
            <a:off x="5614569" y="4219572"/>
            <a:ext cx="30206" cy="45757"/>
          </a:xfrm>
          <a:prstGeom xmlns:a="http://schemas.openxmlformats.org/drawingml/2006/main" prst="straightConnector1">
            <a:avLst/>
          </a:prstGeom>
          <a:ln xmlns:a="http://schemas.openxmlformats.org/drawingml/2006/main" w="6191">
            <a:solidFill>
              <a:srgbClr val="A9B8C2"/>
            </a:solidFill>
            <a:prstDash val="solid"/>
          </a:ln>
        </p:spPr>
      </p:cxnSp>
      <p:cxnSp>
        <p:nvCxnSpPr>
          <p:cNvPr id="1093" name="">
            <a:extLst xmlns:a="http://schemas.openxmlformats.org/drawingml/2006/main">
              <a:ext uri="{FF2B5EF4-FFF2-40B4-BE49-F238E27FC236}">
                <a16:creationId xmlns:a16="http://schemas.microsoft.com/office/drawing/2014/main" id="{12C66BA0-06F3-49C0-972C-A13FEA12AFB9}"/>
              </a:ext>
            </a:extLst>
          </p:cNvPr>
          <p:cNvCxnSpPr/>
          <p:nvPr/>
        </p:nvCxnSpPr>
        <p:spPr>
          <a:xfrm xmlns:a="http://schemas.openxmlformats.org/drawingml/2006/main" flipH="0" flipV="0">
            <a:off x="5644776" y="4265329"/>
            <a:ext cx="30642" cy="47407"/>
          </a:xfrm>
          <a:prstGeom xmlns:a="http://schemas.openxmlformats.org/drawingml/2006/main" prst="straightConnector1">
            <a:avLst/>
          </a:prstGeom>
          <a:ln xmlns:a="http://schemas.openxmlformats.org/drawingml/2006/main" w="6191">
            <a:solidFill>
              <a:srgbClr val="A9B8C2"/>
            </a:solidFill>
            <a:prstDash val="solid"/>
          </a:ln>
        </p:spPr>
      </p:cxnSp>
      <p:cxnSp>
        <p:nvCxnSpPr>
          <p:cNvPr id="1094" name="">
            <a:extLst xmlns:a="http://schemas.openxmlformats.org/drawingml/2006/main">
              <a:ext uri="{FF2B5EF4-FFF2-40B4-BE49-F238E27FC236}">
                <a16:creationId xmlns:a16="http://schemas.microsoft.com/office/drawing/2014/main" id="{0D80F23F-B7A3-45DA-B73F-0FAE1FC55212}"/>
              </a:ext>
            </a:extLst>
          </p:cNvPr>
          <p:cNvCxnSpPr/>
          <p:nvPr/>
        </p:nvCxnSpPr>
        <p:spPr>
          <a:xfrm xmlns:a="http://schemas.openxmlformats.org/drawingml/2006/main" flipH="0" flipV="1">
            <a:off x="5298827" y="4591674"/>
            <a:ext cx="45051" cy="17766"/>
          </a:xfrm>
          <a:prstGeom xmlns:a="http://schemas.openxmlformats.org/drawingml/2006/main" prst="straightConnector1">
            <a:avLst/>
          </a:prstGeom>
          <a:ln xmlns:a="http://schemas.openxmlformats.org/drawingml/2006/main" w="6191">
            <a:solidFill>
              <a:srgbClr val="A9B8C2"/>
            </a:solidFill>
            <a:prstDash val="solid"/>
          </a:ln>
        </p:spPr>
      </p:cxnSp>
      <p:cxnSp>
        <p:nvCxnSpPr>
          <p:cNvPr id="1095" name="">
            <a:extLst xmlns:a="http://schemas.openxmlformats.org/drawingml/2006/main">
              <a:ext uri="{FF2B5EF4-FFF2-40B4-BE49-F238E27FC236}">
                <a16:creationId xmlns:a16="http://schemas.microsoft.com/office/drawing/2014/main" id="{3BF721A5-2F7C-4FE4-AAFA-F499BD72C3FF}"/>
              </a:ext>
            </a:extLst>
          </p:cNvPr>
          <p:cNvCxnSpPr/>
          <p:nvPr/>
        </p:nvCxnSpPr>
        <p:spPr>
          <a:xfrm xmlns:a="http://schemas.openxmlformats.org/drawingml/2006/main" flipH="0" flipV="1">
            <a:off x="5343878" y="4573908"/>
            <a:ext cx="45039" cy="17766"/>
          </a:xfrm>
          <a:prstGeom xmlns:a="http://schemas.openxmlformats.org/drawingml/2006/main" prst="straightConnector1">
            <a:avLst/>
          </a:prstGeom>
          <a:ln xmlns:a="http://schemas.openxmlformats.org/drawingml/2006/main" w="6191">
            <a:solidFill>
              <a:srgbClr val="A9B8C2"/>
            </a:solidFill>
            <a:prstDash val="solid"/>
          </a:ln>
        </p:spPr>
      </p:cxnSp>
      <p:cxnSp>
        <p:nvCxnSpPr>
          <p:cNvPr id="1096" name="">
            <a:extLst xmlns:a="http://schemas.openxmlformats.org/drawingml/2006/main">
              <a:ext uri="{FF2B5EF4-FFF2-40B4-BE49-F238E27FC236}">
                <a16:creationId xmlns:a16="http://schemas.microsoft.com/office/drawing/2014/main" id="{D99C5D0B-B390-482D-96A5-036C235D435A}"/>
              </a:ext>
            </a:extLst>
          </p:cNvPr>
          <p:cNvCxnSpPr/>
          <p:nvPr/>
        </p:nvCxnSpPr>
        <p:spPr>
          <a:xfrm xmlns:a="http://schemas.openxmlformats.org/drawingml/2006/main" flipH="0" flipV="0">
            <a:off x="5590477" y="4109808"/>
            <a:ext cx="37275" cy="56773"/>
          </a:xfrm>
          <a:prstGeom xmlns:a="http://schemas.openxmlformats.org/drawingml/2006/main" prst="straightConnector1">
            <a:avLst/>
          </a:prstGeom>
          <a:ln xmlns:a="http://schemas.openxmlformats.org/drawingml/2006/main" w="6191">
            <a:solidFill>
              <a:srgbClr val="A9B8C2"/>
            </a:solidFill>
            <a:prstDash val="solid"/>
          </a:ln>
        </p:spPr>
      </p:cxnSp>
      <p:cxnSp>
        <p:nvCxnSpPr>
          <p:cNvPr id="1097" name="">
            <a:extLst xmlns:a="http://schemas.openxmlformats.org/drawingml/2006/main">
              <a:ext uri="{FF2B5EF4-FFF2-40B4-BE49-F238E27FC236}">
                <a16:creationId xmlns:a16="http://schemas.microsoft.com/office/drawing/2014/main" id="{3E5A6ADA-B0BC-460C-814B-45AFFB022F86}"/>
              </a:ext>
            </a:extLst>
          </p:cNvPr>
          <p:cNvCxnSpPr/>
          <p:nvPr/>
        </p:nvCxnSpPr>
        <p:spPr>
          <a:xfrm xmlns:a="http://schemas.openxmlformats.org/drawingml/2006/main" flipH="0" flipV="0">
            <a:off x="5627752" y="4166581"/>
            <a:ext cx="37287" cy="56796"/>
          </a:xfrm>
          <a:prstGeom xmlns:a="http://schemas.openxmlformats.org/drawingml/2006/main" prst="straightConnector1">
            <a:avLst/>
          </a:prstGeom>
          <a:ln xmlns:a="http://schemas.openxmlformats.org/drawingml/2006/main" w="6191">
            <a:solidFill>
              <a:srgbClr val="A9B8C2"/>
            </a:solidFill>
            <a:prstDash val="solid"/>
          </a:ln>
        </p:spPr>
      </p:cxnSp>
      <p:cxnSp>
        <p:nvCxnSpPr>
          <p:cNvPr id="1098" name="">
            <a:extLst xmlns:a="http://schemas.openxmlformats.org/drawingml/2006/main">
              <a:ext uri="{FF2B5EF4-FFF2-40B4-BE49-F238E27FC236}">
                <a16:creationId xmlns:a16="http://schemas.microsoft.com/office/drawing/2014/main" id="{C1306D4B-FDB2-4C39-8201-B0772E8B44E7}"/>
              </a:ext>
            </a:extLst>
          </p:cNvPr>
          <p:cNvCxnSpPr/>
          <p:nvPr/>
        </p:nvCxnSpPr>
        <p:spPr>
          <a:xfrm xmlns:a="http://schemas.openxmlformats.org/drawingml/2006/main" flipH="0" flipV="0">
            <a:off x="5665039" y="4223377"/>
            <a:ext cx="37275" cy="56773"/>
          </a:xfrm>
          <a:prstGeom xmlns:a="http://schemas.openxmlformats.org/drawingml/2006/main" prst="straightConnector1">
            <a:avLst/>
          </a:prstGeom>
          <a:ln xmlns:a="http://schemas.openxmlformats.org/drawingml/2006/main" w="6191">
            <a:solidFill>
              <a:srgbClr val="A9B8C2"/>
            </a:solidFill>
            <a:prstDash val="solid"/>
          </a:ln>
        </p:spPr>
      </p:cxnSp>
      <p:cxnSp>
        <p:nvCxnSpPr>
          <p:cNvPr id="1099" name="">
            <a:extLst xmlns:a="http://schemas.openxmlformats.org/drawingml/2006/main">
              <a:ext uri="{FF2B5EF4-FFF2-40B4-BE49-F238E27FC236}">
                <a16:creationId xmlns:a16="http://schemas.microsoft.com/office/drawing/2014/main" id="{E32583C4-1631-4BF9-B87D-28952A92E115}"/>
              </a:ext>
            </a:extLst>
          </p:cNvPr>
          <p:cNvCxnSpPr/>
          <p:nvPr/>
        </p:nvCxnSpPr>
        <p:spPr>
          <a:xfrm xmlns:a="http://schemas.openxmlformats.org/drawingml/2006/main" flipH="0" flipV="0">
            <a:off x="5512805" y="4290635"/>
            <a:ext cx="49374" cy="17353"/>
          </a:xfrm>
          <a:prstGeom xmlns:a="http://schemas.openxmlformats.org/drawingml/2006/main" prst="straightConnector1">
            <a:avLst/>
          </a:prstGeom>
          <a:ln xmlns:a="http://schemas.openxmlformats.org/drawingml/2006/main" w="6191">
            <a:solidFill>
              <a:srgbClr val="A9B8C2"/>
            </a:solidFill>
            <a:prstDash val="solid"/>
          </a:ln>
        </p:spPr>
      </p:cxnSp>
      <p:cxnSp>
        <p:nvCxnSpPr>
          <p:cNvPr id="1100" name="">
            <a:extLst xmlns:a="http://schemas.openxmlformats.org/drawingml/2006/main">
              <a:ext uri="{FF2B5EF4-FFF2-40B4-BE49-F238E27FC236}">
                <a16:creationId xmlns:a16="http://schemas.microsoft.com/office/drawing/2014/main" id="{777B05A0-7574-4DA7-AFAB-1F2F1EB7EBDF}"/>
              </a:ext>
            </a:extLst>
          </p:cNvPr>
          <p:cNvCxnSpPr/>
          <p:nvPr/>
        </p:nvCxnSpPr>
        <p:spPr>
          <a:xfrm xmlns:a="http://schemas.openxmlformats.org/drawingml/2006/main" flipH="0" flipV="0">
            <a:off x="5562179" y="4307988"/>
            <a:ext cx="7964" cy="74303"/>
          </a:xfrm>
          <a:prstGeom xmlns:a="http://schemas.openxmlformats.org/drawingml/2006/main" prst="straightConnector1">
            <a:avLst/>
          </a:prstGeom>
          <a:ln xmlns:a="http://schemas.openxmlformats.org/drawingml/2006/main" w="6191">
            <a:solidFill>
              <a:srgbClr val="A9B8C2"/>
            </a:solidFill>
            <a:prstDash val="solid"/>
          </a:ln>
        </p:spPr>
      </p:cxnSp>
      <p:cxnSp>
        <p:nvCxnSpPr>
          <p:cNvPr id="1101" name="">
            <a:extLst xmlns:a="http://schemas.openxmlformats.org/drawingml/2006/main">
              <a:ext uri="{FF2B5EF4-FFF2-40B4-BE49-F238E27FC236}">
                <a16:creationId xmlns:a16="http://schemas.microsoft.com/office/drawing/2014/main" id="{C1AC9719-3335-4AB7-9806-753773D78BD8}"/>
              </a:ext>
            </a:extLst>
          </p:cNvPr>
          <p:cNvCxnSpPr/>
          <p:nvPr/>
        </p:nvCxnSpPr>
        <p:spPr>
          <a:xfrm xmlns:a="http://schemas.openxmlformats.org/drawingml/2006/main" flipH="0" flipV="0">
            <a:off x="5512805" y="4290635"/>
            <a:ext cx="2085" cy="58976"/>
          </a:xfrm>
          <a:prstGeom xmlns:a="http://schemas.openxmlformats.org/drawingml/2006/main" prst="straightConnector1">
            <a:avLst/>
          </a:prstGeom>
          <a:ln xmlns:a="http://schemas.openxmlformats.org/drawingml/2006/main" w="6191">
            <a:solidFill>
              <a:srgbClr val="A9B8C2"/>
            </a:solidFill>
            <a:prstDash val="solid"/>
          </a:ln>
        </p:spPr>
      </p:cxnSp>
      <p:cxnSp>
        <p:nvCxnSpPr>
          <p:cNvPr id="1102" name="">
            <a:extLst xmlns:a="http://schemas.openxmlformats.org/drawingml/2006/main">
              <a:ext uri="{FF2B5EF4-FFF2-40B4-BE49-F238E27FC236}">
                <a16:creationId xmlns:a16="http://schemas.microsoft.com/office/drawing/2014/main" id="{0C567A55-20B8-4D39-A145-E08F75265A14}"/>
              </a:ext>
            </a:extLst>
          </p:cNvPr>
          <p:cNvCxnSpPr/>
          <p:nvPr/>
        </p:nvCxnSpPr>
        <p:spPr>
          <a:xfrm xmlns:a="http://schemas.openxmlformats.org/drawingml/2006/main" flipH="0" flipV="0">
            <a:off x="5514890" y="4349610"/>
            <a:ext cx="2085" cy="58987"/>
          </a:xfrm>
          <a:prstGeom xmlns:a="http://schemas.openxmlformats.org/drawingml/2006/main" prst="straightConnector1">
            <a:avLst/>
          </a:prstGeom>
          <a:ln xmlns:a="http://schemas.openxmlformats.org/drawingml/2006/main" w="6191">
            <a:solidFill>
              <a:srgbClr val="A9B8C2"/>
            </a:solidFill>
            <a:prstDash val="solid"/>
          </a:ln>
        </p:spPr>
      </p:cxnSp>
      <p:cxnSp>
        <p:nvCxnSpPr>
          <p:cNvPr id="1103" name="">
            <a:extLst xmlns:a="http://schemas.openxmlformats.org/drawingml/2006/main">
              <a:ext uri="{FF2B5EF4-FFF2-40B4-BE49-F238E27FC236}">
                <a16:creationId xmlns:a16="http://schemas.microsoft.com/office/drawing/2014/main" id="{51A84788-BF45-44BA-8581-717E2B13CDF8}"/>
              </a:ext>
            </a:extLst>
          </p:cNvPr>
          <p:cNvCxnSpPr/>
          <p:nvPr/>
        </p:nvCxnSpPr>
        <p:spPr>
          <a:xfrm xmlns:a="http://schemas.openxmlformats.org/drawingml/2006/main" flipH="0" flipV="0">
            <a:off x="5516976" y="4408598"/>
            <a:ext cx="2085" cy="58987"/>
          </a:xfrm>
          <a:prstGeom xmlns:a="http://schemas.openxmlformats.org/drawingml/2006/main" prst="straightConnector1">
            <a:avLst/>
          </a:prstGeom>
          <a:ln xmlns:a="http://schemas.openxmlformats.org/drawingml/2006/main" w="6191">
            <a:solidFill>
              <a:srgbClr val="A9B8C2"/>
            </a:solidFill>
            <a:prstDash val="solid"/>
          </a:ln>
        </p:spPr>
      </p:cxnSp>
      <p:cxnSp>
        <p:nvCxnSpPr>
          <p:cNvPr id="1104" name="">
            <a:extLst xmlns:a="http://schemas.openxmlformats.org/drawingml/2006/main">
              <a:ext uri="{FF2B5EF4-FFF2-40B4-BE49-F238E27FC236}">
                <a16:creationId xmlns:a16="http://schemas.microsoft.com/office/drawing/2014/main" id="{6CA038FA-EE1F-4431-AF74-00184696F7DC}"/>
              </a:ext>
            </a:extLst>
          </p:cNvPr>
          <p:cNvCxnSpPr/>
          <p:nvPr/>
        </p:nvCxnSpPr>
        <p:spPr>
          <a:xfrm xmlns:a="http://schemas.openxmlformats.org/drawingml/2006/main" flipH="0" flipV="0">
            <a:off x="5519061" y="4467585"/>
            <a:ext cx="2073" cy="58976"/>
          </a:xfrm>
          <a:prstGeom xmlns:a="http://schemas.openxmlformats.org/drawingml/2006/main" prst="straightConnector1">
            <a:avLst/>
          </a:prstGeom>
          <a:ln xmlns:a="http://schemas.openxmlformats.org/drawingml/2006/main" w="6191">
            <a:solidFill>
              <a:srgbClr val="A9B8C2"/>
            </a:solidFill>
            <a:prstDash val="solid"/>
          </a:ln>
        </p:spPr>
      </p:cxnSp>
      <p:cxnSp>
        <p:nvCxnSpPr>
          <p:cNvPr id="1105" name="">
            <a:extLst xmlns:a="http://schemas.openxmlformats.org/drawingml/2006/main">
              <a:ext uri="{FF2B5EF4-FFF2-40B4-BE49-F238E27FC236}">
                <a16:creationId xmlns:a16="http://schemas.microsoft.com/office/drawing/2014/main" id="{F553B09A-F103-496F-BDCE-A0FE5AF73BF0}"/>
              </a:ext>
            </a:extLst>
          </p:cNvPr>
          <p:cNvCxnSpPr/>
          <p:nvPr/>
        </p:nvCxnSpPr>
        <p:spPr>
          <a:xfrm xmlns:a="http://schemas.openxmlformats.org/drawingml/2006/main" flipH="0" flipV="0">
            <a:off x="5628624" y="4098216"/>
            <a:ext cx="37640" cy="51294"/>
          </a:xfrm>
          <a:prstGeom xmlns:a="http://schemas.openxmlformats.org/drawingml/2006/main" prst="straightConnector1">
            <a:avLst/>
          </a:prstGeom>
          <a:ln xmlns:a="http://schemas.openxmlformats.org/drawingml/2006/main" w="6191">
            <a:solidFill>
              <a:srgbClr val="A9B8C2"/>
            </a:solidFill>
            <a:prstDash val="solid"/>
          </a:ln>
        </p:spPr>
      </p:cxnSp>
      <p:cxnSp>
        <p:nvCxnSpPr>
          <p:cNvPr id="1106" name="">
            <a:extLst xmlns:a="http://schemas.openxmlformats.org/drawingml/2006/main">
              <a:ext uri="{FF2B5EF4-FFF2-40B4-BE49-F238E27FC236}">
                <a16:creationId xmlns:a16="http://schemas.microsoft.com/office/drawing/2014/main" id="{C2C9111C-083D-47BB-95DA-73A3CD9991B9}"/>
              </a:ext>
            </a:extLst>
          </p:cNvPr>
          <p:cNvCxnSpPr/>
          <p:nvPr/>
        </p:nvCxnSpPr>
        <p:spPr>
          <a:xfrm xmlns:a="http://schemas.openxmlformats.org/drawingml/2006/main" flipH="0" flipV="0">
            <a:off x="5666264" y="4149510"/>
            <a:ext cx="37628" cy="51294"/>
          </a:xfrm>
          <a:prstGeom xmlns:a="http://schemas.openxmlformats.org/drawingml/2006/main" prst="straightConnector1">
            <a:avLst/>
          </a:prstGeom>
          <a:ln xmlns:a="http://schemas.openxmlformats.org/drawingml/2006/main" w="6191">
            <a:solidFill>
              <a:srgbClr val="A9B8C2"/>
            </a:solidFill>
            <a:prstDash val="solid"/>
          </a:ln>
        </p:spPr>
      </p:cxnSp>
      <p:cxnSp>
        <p:nvCxnSpPr>
          <p:cNvPr id="1107" name="">
            <a:extLst xmlns:a="http://schemas.openxmlformats.org/drawingml/2006/main">
              <a:ext uri="{FF2B5EF4-FFF2-40B4-BE49-F238E27FC236}">
                <a16:creationId xmlns:a16="http://schemas.microsoft.com/office/drawing/2014/main" id="{D63D1014-C1C5-4423-A1CA-E3EC31CC4893}"/>
              </a:ext>
            </a:extLst>
          </p:cNvPr>
          <p:cNvCxnSpPr/>
          <p:nvPr/>
        </p:nvCxnSpPr>
        <p:spPr>
          <a:xfrm xmlns:a="http://schemas.openxmlformats.org/drawingml/2006/main" flipH="0" flipV="0">
            <a:off x="5703893" y="4200805"/>
            <a:ext cx="37628" cy="51294"/>
          </a:xfrm>
          <a:prstGeom xmlns:a="http://schemas.openxmlformats.org/drawingml/2006/main" prst="straightConnector1">
            <a:avLst/>
          </a:prstGeom>
          <a:ln xmlns:a="http://schemas.openxmlformats.org/drawingml/2006/main" w="6191">
            <a:solidFill>
              <a:srgbClr val="A9B8C2"/>
            </a:solidFill>
            <a:prstDash val="solid"/>
          </a:ln>
        </p:spPr>
      </p:cxnSp>
      <p:cxnSp>
        <p:nvCxnSpPr>
          <p:cNvPr id="1108" name="">
            <a:extLst xmlns:a="http://schemas.openxmlformats.org/drawingml/2006/main">
              <a:ext uri="{FF2B5EF4-FFF2-40B4-BE49-F238E27FC236}">
                <a16:creationId xmlns:a16="http://schemas.microsoft.com/office/drawing/2014/main" id="{5B816E7B-7F39-4B6B-AE7A-E64BC70C24BE}"/>
              </a:ext>
            </a:extLst>
          </p:cNvPr>
          <p:cNvCxnSpPr/>
          <p:nvPr/>
        </p:nvCxnSpPr>
        <p:spPr>
          <a:xfrm xmlns:a="http://schemas.openxmlformats.org/drawingml/2006/main" flipH="0" flipV="0">
            <a:off x="5451638" y="4428083"/>
            <a:ext cx="2710" cy="54970"/>
          </a:xfrm>
          <a:prstGeom xmlns:a="http://schemas.openxmlformats.org/drawingml/2006/main" prst="straightConnector1">
            <a:avLst/>
          </a:prstGeom>
          <a:ln xmlns:a="http://schemas.openxmlformats.org/drawingml/2006/main" w="6191">
            <a:solidFill>
              <a:srgbClr val="A9B8C2"/>
            </a:solidFill>
            <a:prstDash val="solid"/>
          </a:ln>
        </p:spPr>
      </p:cxnSp>
      <p:cxnSp>
        <p:nvCxnSpPr>
          <p:cNvPr id="1109" name="">
            <a:extLst xmlns:a="http://schemas.openxmlformats.org/drawingml/2006/main">
              <a:ext uri="{FF2B5EF4-FFF2-40B4-BE49-F238E27FC236}">
                <a16:creationId xmlns:a16="http://schemas.microsoft.com/office/drawing/2014/main" id="{460E49BF-59E8-44A1-A624-678D75E5B725}"/>
              </a:ext>
            </a:extLst>
          </p:cNvPr>
          <p:cNvCxnSpPr/>
          <p:nvPr/>
        </p:nvCxnSpPr>
        <p:spPr>
          <a:xfrm xmlns:a="http://schemas.openxmlformats.org/drawingml/2006/main" flipH="0" flipV="0">
            <a:off x="5454348" y="4483053"/>
            <a:ext cx="8859" cy="61744"/>
          </a:xfrm>
          <a:prstGeom xmlns:a="http://schemas.openxmlformats.org/drawingml/2006/main" prst="straightConnector1">
            <a:avLst/>
          </a:prstGeom>
          <a:ln xmlns:a="http://schemas.openxmlformats.org/drawingml/2006/main" w="6191">
            <a:solidFill>
              <a:srgbClr val="A9B8C2"/>
            </a:solidFill>
            <a:prstDash val="solid"/>
          </a:ln>
        </p:spPr>
      </p:cxnSp>
      <p:cxnSp>
        <p:nvCxnSpPr>
          <p:cNvPr id="1110" name="">
            <a:extLst xmlns:a="http://schemas.openxmlformats.org/drawingml/2006/main">
              <a:ext uri="{FF2B5EF4-FFF2-40B4-BE49-F238E27FC236}">
                <a16:creationId xmlns:a16="http://schemas.microsoft.com/office/drawing/2014/main" id="{153AE52A-0034-4341-BC02-27F94F7E2B62}"/>
              </a:ext>
            </a:extLst>
          </p:cNvPr>
          <p:cNvCxnSpPr/>
          <p:nvPr/>
        </p:nvCxnSpPr>
        <p:spPr>
          <a:xfrm xmlns:a="http://schemas.openxmlformats.org/drawingml/2006/main" flipH="0" flipV="1">
            <a:off x="5463207" y="4526561"/>
            <a:ext cx="57927" cy="18237"/>
          </a:xfrm>
          <a:prstGeom xmlns:a="http://schemas.openxmlformats.org/drawingml/2006/main" prst="straightConnector1">
            <a:avLst/>
          </a:prstGeom>
          <a:ln xmlns:a="http://schemas.openxmlformats.org/drawingml/2006/main" w="6191">
            <a:solidFill>
              <a:srgbClr val="A9B8C2"/>
            </a:solidFill>
            <a:prstDash val="solid"/>
          </a:ln>
        </p:spPr>
      </p:cxnSp>
      <p:cxnSp>
        <p:nvCxnSpPr>
          <p:cNvPr id="1111" name="">
            <a:extLst xmlns:a="http://schemas.openxmlformats.org/drawingml/2006/main">
              <a:ext uri="{FF2B5EF4-FFF2-40B4-BE49-F238E27FC236}">
                <a16:creationId xmlns:a16="http://schemas.microsoft.com/office/drawing/2014/main" id="{4C973B4C-7012-4570-AF8E-B383CBF73FF8}"/>
              </a:ext>
            </a:extLst>
          </p:cNvPr>
          <p:cNvCxnSpPr/>
          <p:nvPr/>
        </p:nvCxnSpPr>
        <p:spPr>
          <a:xfrm xmlns:a="http://schemas.openxmlformats.org/drawingml/2006/main" flipH="0" flipV="1">
            <a:off x="5309512" y="4663503"/>
            <a:ext cx="50163" cy="15904"/>
          </a:xfrm>
          <a:prstGeom xmlns:a="http://schemas.openxmlformats.org/drawingml/2006/main" prst="straightConnector1">
            <a:avLst/>
          </a:prstGeom>
          <a:ln xmlns:a="http://schemas.openxmlformats.org/drawingml/2006/main" w="6191">
            <a:solidFill>
              <a:srgbClr val="A9B8C2"/>
            </a:solidFill>
            <a:prstDash val="solid"/>
          </a:ln>
        </p:spPr>
      </p:cxnSp>
      <p:cxnSp>
        <p:nvCxnSpPr>
          <p:cNvPr id="1112" name="">
            <a:extLst xmlns:a="http://schemas.openxmlformats.org/drawingml/2006/main">
              <a:ext uri="{FF2B5EF4-FFF2-40B4-BE49-F238E27FC236}">
                <a16:creationId xmlns:a16="http://schemas.microsoft.com/office/drawing/2014/main" id="{17E6F735-D83F-4428-9D85-012486991D34}"/>
              </a:ext>
            </a:extLst>
          </p:cNvPr>
          <p:cNvCxnSpPr/>
          <p:nvPr/>
        </p:nvCxnSpPr>
        <p:spPr>
          <a:xfrm xmlns:a="http://schemas.openxmlformats.org/drawingml/2006/main" flipH="0" flipV="1">
            <a:off x="5359676" y="4647599"/>
            <a:ext cx="50175" cy="15904"/>
          </a:xfrm>
          <a:prstGeom xmlns:a="http://schemas.openxmlformats.org/drawingml/2006/main" prst="straightConnector1">
            <a:avLst/>
          </a:prstGeom>
          <a:ln xmlns:a="http://schemas.openxmlformats.org/drawingml/2006/main" w="6191">
            <a:solidFill>
              <a:srgbClr val="A9B8C2"/>
            </a:solidFill>
            <a:prstDash val="solid"/>
          </a:ln>
        </p:spPr>
      </p:cxnSp>
      <p:cxnSp>
        <p:nvCxnSpPr>
          <p:cNvPr id="1113" name="">
            <a:extLst xmlns:a="http://schemas.openxmlformats.org/drawingml/2006/main">
              <a:ext uri="{FF2B5EF4-FFF2-40B4-BE49-F238E27FC236}">
                <a16:creationId xmlns:a16="http://schemas.microsoft.com/office/drawing/2014/main" id="{77E36405-98D8-4ED7-A1C8-3D2EB057FA57}"/>
              </a:ext>
            </a:extLst>
          </p:cNvPr>
          <p:cNvCxnSpPr/>
          <p:nvPr/>
        </p:nvCxnSpPr>
        <p:spPr>
          <a:xfrm xmlns:a="http://schemas.openxmlformats.org/drawingml/2006/main" flipH="0" flipV="1">
            <a:off x="5409851" y="4631694"/>
            <a:ext cx="50163" cy="15904"/>
          </a:xfrm>
          <a:prstGeom xmlns:a="http://schemas.openxmlformats.org/drawingml/2006/main" prst="straightConnector1">
            <a:avLst/>
          </a:prstGeom>
          <a:ln xmlns:a="http://schemas.openxmlformats.org/drawingml/2006/main" w="6191">
            <a:solidFill>
              <a:srgbClr val="A9B8C2"/>
            </a:solidFill>
            <a:prstDash val="solid"/>
          </a:ln>
        </p:spPr>
      </p:cxnSp>
      <p:cxnSp>
        <p:nvCxnSpPr>
          <p:cNvPr id="1114" name="">
            <a:extLst xmlns:a="http://schemas.openxmlformats.org/drawingml/2006/main">
              <a:ext uri="{FF2B5EF4-FFF2-40B4-BE49-F238E27FC236}">
                <a16:creationId xmlns:a16="http://schemas.microsoft.com/office/drawing/2014/main" id="{C1481C33-A1B8-41EE-A110-41943C3B6C72}"/>
              </a:ext>
            </a:extLst>
          </p:cNvPr>
          <p:cNvCxnSpPr/>
          <p:nvPr/>
        </p:nvCxnSpPr>
        <p:spPr>
          <a:xfrm xmlns:a="http://schemas.openxmlformats.org/drawingml/2006/main" flipH="0" flipV="1">
            <a:off x="5460015" y="4615790"/>
            <a:ext cx="50175" cy="15904"/>
          </a:xfrm>
          <a:prstGeom xmlns:a="http://schemas.openxmlformats.org/drawingml/2006/main" prst="straightConnector1">
            <a:avLst/>
          </a:prstGeom>
          <a:ln xmlns:a="http://schemas.openxmlformats.org/drawingml/2006/main" w="6191">
            <a:solidFill>
              <a:srgbClr val="A9B8C2"/>
            </a:solidFill>
            <a:prstDash val="solid"/>
          </a:ln>
        </p:spPr>
      </p:cxnSp>
      <p:cxnSp>
        <p:nvCxnSpPr>
          <p:cNvPr id="1115" name="">
            <a:extLst xmlns:a="http://schemas.openxmlformats.org/drawingml/2006/main">
              <a:ext uri="{FF2B5EF4-FFF2-40B4-BE49-F238E27FC236}">
                <a16:creationId xmlns:a16="http://schemas.microsoft.com/office/drawing/2014/main" id="{2E316A2D-F8CC-4173-A4ED-4C4665E99593}"/>
              </a:ext>
            </a:extLst>
          </p:cNvPr>
          <p:cNvCxnSpPr/>
          <p:nvPr/>
        </p:nvCxnSpPr>
        <p:spPr>
          <a:xfrm xmlns:a="http://schemas.openxmlformats.org/drawingml/2006/main" flipH="0" flipV="0">
            <a:off x="5677668" y="4076173"/>
            <a:ext cx="34660" cy="49586"/>
          </a:xfrm>
          <a:prstGeom xmlns:a="http://schemas.openxmlformats.org/drawingml/2006/main" prst="straightConnector1">
            <a:avLst/>
          </a:prstGeom>
          <a:ln xmlns:a="http://schemas.openxmlformats.org/drawingml/2006/main" w="6191">
            <a:solidFill>
              <a:srgbClr val="A9B8C2"/>
            </a:solidFill>
            <a:prstDash val="solid"/>
          </a:ln>
        </p:spPr>
      </p:cxnSp>
      <p:cxnSp>
        <p:nvCxnSpPr>
          <p:cNvPr id="1116" name="">
            <a:extLst xmlns:a="http://schemas.openxmlformats.org/drawingml/2006/main">
              <a:ext uri="{FF2B5EF4-FFF2-40B4-BE49-F238E27FC236}">
                <a16:creationId xmlns:a16="http://schemas.microsoft.com/office/drawing/2014/main" id="{A8EABBD5-E50E-4DCE-9711-E75E41B94731}"/>
              </a:ext>
            </a:extLst>
          </p:cNvPr>
          <p:cNvCxnSpPr/>
          <p:nvPr/>
        </p:nvCxnSpPr>
        <p:spPr>
          <a:xfrm xmlns:a="http://schemas.openxmlformats.org/drawingml/2006/main" flipH="0" flipV="0">
            <a:off x="5712328" y="4125760"/>
            <a:ext cx="34671" cy="49574"/>
          </a:xfrm>
          <a:prstGeom xmlns:a="http://schemas.openxmlformats.org/drawingml/2006/main" prst="straightConnector1">
            <a:avLst/>
          </a:prstGeom>
          <a:ln xmlns:a="http://schemas.openxmlformats.org/drawingml/2006/main" w="6191">
            <a:solidFill>
              <a:srgbClr val="A9B8C2"/>
            </a:solidFill>
            <a:prstDash val="solid"/>
          </a:ln>
        </p:spPr>
      </p:cxnSp>
      <p:cxnSp>
        <p:nvCxnSpPr>
          <p:cNvPr id="1117" name="">
            <a:extLst xmlns:a="http://schemas.openxmlformats.org/drawingml/2006/main">
              <a:ext uri="{FF2B5EF4-FFF2-40B4-BE49-F238E27FC236}">
                <a16:creationId xmlns:a16="http://schemas.microsoft.com/office/drawing/2014/main" id="{093F136A-8D10-42E0-86B1-70F117A7ACD4}"/>
              </a:ext>
            </a:extLst>
          </p:cNvPr>
          <p:cNvCxnSpPr/>
          <p:nvPr/>
        </p:nvCxnSpPr>
        <p:spPr>
          <a:xfrm xmlns:a="http://schemas.openxmlformats.org/drawingml/2006/main" flipH="0" flipV="0">
            <a:off x="5746999" y="4175334"/>
            <a:ext cx="34671" cy="49598"/>
          </a:xfrm>
          <a:prstGeom xmlns:a="http://schemas.openxmlformats.org/drawingml/2006/main" prst="straightConnector1">
            <a:avLst/>
          </a:prstGeom>
          <a:ln xmlns:a="http://schemas.openxmlformats.org/drawingml/2006/main" w="6191">
            <a:solidFill>
              <a:srgbClr val="A9B8C2"/>
            </a:solidFill>
            <a:prstDash val="solid"/>
          </a:ln>
        </p:spPr>
      </p:cxnSp>
      <p:cxnSp>
        <p:nvCxnSpPr>
          <p:cNvPr id="1118" name="">
            <a:extLst xmlns:a="http://schemas.openxmlformats.org/drawingml/2006/main">
              <a:ext uri="{FF2B5EF4-FFF2-40B4-BE49-F238E27FC236}">
                <a16:creationId xmlns:a16="http://schemas.microsoft.com/office/drawing/2014/main" id="{F98F26E4-CF40-44ED-8A15-7A911883448A}"/>
              </a:ext>
            </a:extLst>
          </p:cNvPr>
          <p:cNvCxnSpPr/>
          <p:nvPr/>
        </p:nvCxnSpPr>
        <p:spPr>
          <a:xfrm xmlns:a="http://schemas.openxmlformats.org/drawingml/2006/main" flipH="0" flipV="1">
            <a:off x="5847468" y="3827913"/>
            <a:ext cx="63747" cy="5596"/>
          </a:xfrm>
          <a:prstGeom xmlns:a="http://schemas.openxmlformats.org/drawingml/2006/main" prst="straightConnector1">
            <a:avLst/>
          </a:prstGeom>
          <a:ln xmlns:a="http://schemas.openxmlformats.org/drawingml/2006/main" w="6191">
            <a:solidFill>
              <a:srgbClr val="A9B8C2"/>
            </a:solidFill>
            <a:prstDash val="solid"/>
          </a:ln>
        </p:spPr>
      </p:cxnSp>
      <p:cxnSp>
        <p:nvCxnSpPr>
          <p:cNvPr id="1119" name="">
            <a:extLst xmlns:a="http://schemas.openxmlformats.org/drawingml/2006/main">
              <a:ext uri="{FF2B5EF4-FFF2-40B4-BE49-F238E27FC236}">
                <a16:creationId xmlns:a16="http://schemas.microsoft.com/office/drawing/2014/main" id="{3B2AF215-1636-4BC3-8706-5ACC00EC4CC3}"/>
              </a:ext>
            </a:extLst>
          </p:cNvPr>
          <p:cNvCxnSpPr/>
          <p:nvPr/>
        </p:nvCxnSpPr>
        <p:spPr>
          <a:xfrm xmlns:a="http://schemas.openxmlformats.org/drawingml/2006/main" flipH="0" flipV="1">
            <a:off x="5911215" y="3822305"/>
            <a:ext cx="63747" cy="5608"/>
          </a:xfrm>
          <a:prstGeom xmlns:a="http://schemas.openxmlformats.org/drawingml/2006/main" prst="straightConnector1">
            <a:avLst/>
          </a:prstGeom>
          <a:ln xmlns:a="http://schemas.openxmlformats.org/drawingml/2006/main" w="6191">
            <a:solidFill>
              <a:srgbClr val="A9B8C2"/>
            </a:solidFill>
            <a:prstDash val="solid"/>
          </a:ln>
        </p:spPr>
      </p:cxnSp>
      <p:cxnSp>
        <p:nvCxnSpPr>
          <p:cNvPr id="1120" name="">
            <a:extLst xmlns:a="http://schemas.openxmlformats.org/drawingml/2006/main">
              <a:ext uri="{FF2B5EF4-FFF2-40B4-BE49-F238E27FC236}">
                <a16:creationId xmlns:a16="http://schemas.microsoft.com/office/drawing/2014/main" id="{009308FF-1A84-4563-AB1A-0662FD4A494E}"/>
              </a:ext>
            </a:extLst>
          </p:cNvPr>
          <p:cNvCxnSpPr/>
          <p:nvPr/>
        </p:nvCxnSpPr>
        <p:spPr>
          <a:xfrm xmlns:a="http://schemas.openxmlformats.org/drawingml/2006/main" flipH="0" flipV="0">
            <a:off x="5847468" y="3833509"/>
            <a:ext cx="10485" cy="57055"/>
          </a:xfrm>
          <a:prstGeom xmlns:a="http://schemas.openxmlformats.org/drawingml/2006/main" prst="straightConnector1">
            <a:avLst/>
          </a:prstGeom>
          <a:ln xmlns:a="http://schemas.openxmlformats.org/drawingml/2006/main" w="6191">
            <a:solidFill>
              <a:srgbClr val="A9B8C2"/>
            </a:solidFill>
            <a:prstDash val="solid"/>
          </a:ln>
        </p:spPr>
      </p:cxnSp>
      <p:cxnSp>
        <p:nvCxnSpPr>
          <p:cNvPr id="1121" name="">
            <a:extLst xmlns:a="http://schemas.openxmlformats.org/drawingml/2006/main">
              <a:ext uri="{FF2B5EF4-FFF2-40B4-BE49-F238E27FC236}">
                <a16:creationId xmlns:a16="http://schemas.microsoft.com/office/drawing/2014/main" id="{09B9E535-6488-4363-910F-3D90BC8A1C56}"/>
              </a:ext>
            </a:extLst>
          </p:cNvPr>
          <p:cNvCxnSpPr/>
          <p:nvPr/>
        </p:nvCxnSpPr>
        <p:spPr>
          <a:xfrm xmlns:a="http://schemas.openxmlformats.org/drawingml/2006/main" flipH="0" flipV="0">
            <a:off x="5857953" y="3890564"/>
            <a:ext cx="10509" cy="57067"/>
          </a:xfrm>
          <a:prstGeom xmlns:a="http://schemas.openxmlformats.org/drawingml/2006/main" prst="straightConnector1">
            <a:avLst/>
          </a:prstGeom>
          <a:ln xmlns:a="http://schemas.openxmlformats.org/drawingml/2006/main" w="6191">
            <a:solidFill>
              <a:srgbClr val="A9B8C2"/>
            </a:solidFill>
            <a:prstDash val="solid"/>
          </a:ln>
        </p:spPr>
      </p:cxnSp>
      <p:cxnSp>
        <p:nvCxnSpPr>
          <p:cNvPr id="1122" name="">
            <a:extLst xmlns:a="http://schemas.openxmlformats.org/drawingml/2006/main">
              <a:ext uri="{FF2B5EF4-FFF2-40B4-BE49-F238E27FC236}">
                <a16:creationId xmlns:a16="http://schemas.microsoft.com/office/drawing/2014/main" id="{39E03707-B52B-4BFA-BB17-276D6C0895F1}"/>
              </a:ext>
            </a:extLst>
          </p:cNvPr>
          <p:cNvCxnSpPr/>
          <p:nvPr/>
        </p:nvCxnSpPr>
        <p:spPr>
          <a:xfrm xmlns:a="http://schemas.openxmlformats.org/drawingml/2006/main" flipH="0" flipV="0">
            <a:off x="5868461" y="3947631"/>
            <a:ext cx="10485" cy="57067"/>
          </a:xfrm>
          <a:prstGeom xmlns:a="http://schemas.openxmlformats.org/drawingml/2006/main" prst="straightConnector1">
            <a:avLst/>
          </a:prstGeom>
          <a:ln xmlns:a="http://schemas.openxmlformats.org/drawingml/2006/main" w="6191">
            <a:solidFill>
              <a:srgbClr val="A9B8C2"/>
            </a:solidFill>
            <a:prstDash val="solid"/>
          </a:ln>
        </p:spPr>
      </p:cxnSp>
      <p:cxnSp>
        <p:nvCxnSpPr>
          <p:cNvPr id="1123" name="">
            <a:extLst xmlns:a="http://schemas.openxmlformats.org/drawingml/2006/main">
              <a:ext uri="{FF2B5EF4-FFF2-40B4-BE49-F238E27FC236}">
                <a16:creationId xmlns:a16="http://schemas.microsoft.com/office/drawing/2014/main" id="{61FD6565-39A7-44DE-93E5-7F6FD842C5E2}"/>
              </a:ext>
            </a:extLst>
          </p:cNvPr>
          <p:cNvCxnSpPr/>
          <p:nvPr/>
        </p:nvCxnSpPr>
        <p:spPr>
          <a:xfrm xmlns:a="http://schemas.openxmlformats.org/drawingml/2006/main" flipH="0" flipV="0">
            <a:off x="5727101" y="4051881"/>
            <a:ext cx="25624" cy="45534"/>
          </a:xfrm>
          <a:prstGeom xmlns:a="http://schemas.openxmlformats.org/drawingml/2006/main" prst="straightConnector1">
            <a:avLst/>
          </a:prstGeom>
          <a:ln xmlns:a="http://schemas.openxmlformats.org/drawingml/2006/main" w="6191">
            <a:solidFill>
              <a:srgbClr val="A9B8C2"/>
            </a:solidFill>
            <a:prstDash val="solid"/>
          </a:ln>
        </p:spPr>
      </p:cxnSp>
      <p:cxnSp>
        <p:nvCxnSpPr>
          <p:cNvPr id="1124" name="">
            <a:extLst xmlns:a="http://schemas.openxmlformats.org/drawingml/2006/main">
              <a:ext uri="{FF2B5EF4-FFF2-40B4-BE49-F238E27FC236}">
                <a16:creationId xmlns:a16="http://schemas.microsoft.com/office/drawing/2014/main" id="{51348011-7CC6-46A7-BF8D-DAB4F83267F2}"/>
              </a:ext>
            </a:extLst>
          </p:cNvPr>
          <p:cNvCxnSpPr/>
          <p:nvPr/>
        </p:nvCxnSpPr>
        <p:spPr>
          <a:xfrm xmlns:a="http://schemas.openxmlformats.org/drawingml/2006/main" flipH="0" flipV="0">
            <a:off x="5752725" y="4097415"/>
            <a:ext cx="25612" cy="45545"/>
          </a:xfrm>
          <a:prstGeom xmlns:a="http://schemas.openxmlformats.org/drawingml/2006/main" prst="straightConnector1">
            <a:avLst/>
          </a:prstGeom>
          <a:ln xmlns:a="http://schemas.openxmlformats.org/drawingml/2006/main" w="6191">
            <a:solidFill>
              <a:srgbClr val="A9B8C2"/>
            </a:solidFill>
            <a:prstDash val="solid"/>
          </a:ln>
        </p:spPr>
      </p:cxnSp>
      <p:cxnSp>
        <p:nvCxnSpPr>
          <p:cNvPr id="1125" name="">
            <a:extLst xmlns:a="http://schemas.openxmlformats.org/drawingml/2006/main">
              <a:ext uri="{FF2B5EF4-FFF2-40B4-BE49-F238E27FC236}">
                <a16:creationId xmlns:a16="http://schemas.microsoft.com/office/drawing/2014/main" id="{32CA012D-A2CE-439B-81DA-9B9E6FF04134}"/>
              </a:ext>
            </a:extLst>
          </p:cNvPr>
          <p:cNvCxnSpPr/>
          <p:nvPr/>
        </p:nvCxnSpPr>
        <p:spPr>
          <a:xfrm xmlns:a="http://schemas.openxmlformats.org/drawingml/2006/main" flipH="0" flipV="0">
            <a:off x="5570143" y="4382291"/>
            <a:ext cx="3793" cy="51848"/>
          </a:xfrm>
          <a:prstGeom xmlns:a="http://schemas.openxmlformats.org/drawingml/2006/main" prst="straightConnector1">
            <a:avLst/>
          </a:prstGeom>
          <a:ln xmlns:a="http://schemas.openxmlformats.org/drawingml/2006/main" w="6191">
            <a:solidFill>
              <a:srgbClr val="A9B8C2"/>
            </a:solidFill>
            <a:prstDash val="solid"/>
          </a:ln>
        </p:spPr>
      </p:cxnSp>
      <p:cxnSp>
        <p:nvCxnSpPr>
          <p:cNvPr id="1126" name="">
            <a:extLst xmlns:a="http://schemas.openxmlformats.org/drawingml/2006/main">
              <a:ext uri="{FF2B5EF4-FFF2-40B4-BE49-F238E27FC236}">
                <a16:creationId xmlns:a16="http://schemas.microsoft.com/office/drawing/2014/main" id="{DAF856C9-CA78-43CD-9A02-901E10E2FFC4}"/>
              </a:ext>
            </a:extLst>
          </p:cNvPr>
          <p:cNvCxnSpPr/>
          <p:nvPr/>
        </p:nvCxnSpPr>
        <p:spPr>
          <a:xfrm xmlns:a="http://schemas.openxmlformats.org/drawingml/2006/main" flipH="0" flipV="0">
            <a:off x="5573937" y="4434139"/>
            <a:ext cx="3805" cy="51848"/>
          </a:xfrm>
          <a:prstGeom xmlns:a="http://schemas.openxmlformats.org/drawingml/2006/main" prst="straightConnector1">
            <a:avLst/>
          </a:prstGeom>
          <a:ln xmlns:a="http://schemas.openxmlformats.org/drawingml/2006/main" w="6191">
            <a:solidFill>
              <a:srgbClr val="A9B8C2"/>
            </a:solidFill>
            <a:prstDash val="solid"/>
          </a:ln>
        </p:spPr>
      </p:cxnSp>
      <p:cxnSp>
        <p:nvCxnSpPr>
          <p:cNvPr id="1127" name="">
            <a:extLst xmlns:a="http://schemas.openxmlformats.org/drawingml/2006/main">
              <a:ext uri="{FF2B5EF4-FFF2-40B4-BE49-F238E27FC236}">
                <a16:creationId xmlns:a16="http://schemas.microsoft.com/office/drawing/2014/main" id="{7E395118-B399-4FA4-817B-DF89D7E81D44}"/>
              </a:ext>
            </a:extLst>
          </p:cNvPr>
          <p:cNvCxnSpPr/>
          <p:nvPr/>
        </p:nvCxnSpPr>
        <p:spPr>
          <a:xfrm xmlns:a="http://schemas.openxmlformats.org/drawingml/2006/main" flipH="0" flipV="1">
            <a:off x="5570143" y="4347513"/>
            <a:ext cx="52637" cy="34777"/>
          </a:xfrm>
          <a:prstGeom xmlns:a="http://schemas.openxmlformats.org/drawingml/2006/main" prst="straightConnector1">
            <a:avLst/>
          </a:prstGeom>
          <a:ln xmlns:a="http://schemas.openxmlformats.org/drawingml/2006/main" w="6191">
            <a:solidFill>
              <a:srgbClr val="A9B8C2"/>
            </a:solidFill>
            <a:prstDash val="solid"/>
          </a:ln>
        </p:spPr>
      </p:cxnSp>
      <p:cxnSp>
        <p:nvCxnSpPr>
          <p:cNvPr id="1128" name="">
            <a:extLst xmlns:a="http://schemas.openxmlformats.org/drawingml/2006/main">
              <a:ext uri="{FF2B5EF4-FFF2-40B4-BE49-F238E27FC236}">
                <a16:creationId xmlns:a16="http://schemas.microsoft.com/office/drawing/2014/main" id="{235F70AC-0C60-4294-A852-E6DC9BBB6144}"/>
              </a:ext>
            </a:extLst>
          </p:cNvPr>
          <p:cNvCxnSpPr/>
          <p:nvPr/>
        </p:nvCxnSpPr>
        <p:spPr>
          <a:xfrm xmlns:a="http://schemas.openxmlformats.org/drawingml/2006/main" flipH="0" flipV="1">
            <a:off x="5622781" y="4312736"/>
            <a:ext cx="52637" cy="34777"/>
          </a:xfrm>
          <a:prstGeom xmlns:a="http://schemas.openxmlformats.org/drawingml/2006/main" prst="straightConnector1">
            <a:avLst/>
          </a:prstGeom>
          <a:ln xmlns:a="http://schemas.openxmlformats.org/drawingml/2006/main" w="6191">
            <a:solidFill>
              <a:srgbClr val="A9B8C2"/>
            </a:solidFill>
            <a:prstDash val="solid"/>
          </a:ln>
        </p:spPr>
      </p:cxnSp>
      <p:cxnSp>
        <p:nvCxnSpPr>
          <p:cNvPr id="1129" name="">
            <a:extLst xmlns:a="http://schemas.openxmlformats.org/drawingml/2006/main">
              <a:ext uri="{FF2B5EF4-FFF2-40B4-BE49-F238E27FC236}">
                <a16:creationId xmlns:a16="http://schemas.microsoft.com/office/drawing/2014/main" id="{EBF43943-5163-4D94-B038-D0B350C01317}"/>
              </a:ext>
            </a:extLst>
          </p:cNvPr>
          <p:cNvCxnSpPr/>
          <p:nvPr/>
        </p:nvCxnSpPr>
        <p:spPr>
          <a:xfrm xmlns:a="http://schemas.openxmlformats.org/drawingml/2006/main" flipH="0" flipV="1">
            <a:off x="5778337" y="4111587"/>
            <a:ext cx="57585" cy="31373"/>
          </a:xfrm>
          <a:prstGeom xmlns:a="http://schemas.openxmlformats.org/drawingml/2006/main" prst="straightConnector1">
            <a:avLst/>
          </a:prstGeom>
          <a:ln xmlns:a="http://schemas.openxmlformats.org/drawingml/2006/main" w="6191">
            <a:solidFill>
              <a:srgbClr val="A9B8C2"/>
            </a:solidFill>
            <a:prstDash val="solid"/>
          </a:ln>
        </p:spPr>
      </p:cxnSp>
      <p:cxnSp>
        <p:nvCxnSpPr>
          <p:cNvPr id="1130" name="">
            <a:extLst xmlns:a="http://schemas.openxmlformats.org/drawingml/2006/main">
              <a:ext uri="{FF2B5EF4-FFF2-40B4-BE49-F238E27FC236}">
                <a16:creationId xmlns:a16="http://schemas.microsoft.com/office/drawing/2014/main" id="{E43809D6-617A-4BAD-8FB9-735C2E110D5D}"/>
              </a:ext>
            </a:extLst>
          </p:cNvPr>
          <p:cNvCxnSpPr/>
          <p:nvPr/>
        </p:nvCxnSpPr>
        <p:spPr>
          <a:xfrm xmlns:a="http://schemas.openxmlformats.org/drawingml/2006/main" flipH="0" flipV="1">
            <a:off x="5835922" y="4080226"/>
            <a:ext cx="57574" cy="31361"/>
          </a:xfrm>
          <a:prstGeom xmlns:a="http://schemas.openxmlformats.org/drawingml/2006/main" prst="straightConnector1">
            <a:avLst/>
          </a:prstGeom>
          <a:ln xmlns:a="http://schemas.openxmlformats.org/drawingml/2006/main" w="6191">
            <a:solidFill>
              <a:srgbClr val="A9B8C2"/>
            </a:solidFill>
            <a:prstDash val="solid"/>
          </a:ln>
        </p:spPr>
      </p:cxnSp>
      <p:cxnSp>
        <p:nvCxnSpPr>
          <p:cNvPr id="1131" name="">
            <a:extLst xmlns:a="http://schemas.openxmlformats.org/drawingml/2006/main">
              <a:ext uri="{FF2B5EF4-FFF2-40B4-BE49-F238E27FC236}">
                <a16:creationId xmlns:a16="http://schemas.microsoft.com/office/drawing/2014/main" id="{092A5893-8309-4A24-B995-52D3FCF6C1EE}"/>
              </a:ext>
            </a:extLst>
          </p:cNvPr>
          <p:cNvCxnSpPr/>
          <p:nvPr/>
        </p:nvCxnSpPr>
        <p:spPr>
          <a:xfrm xmlns:a="http://schemas.openxmlformats.org/drawingml/2006/main" flipH="0" flipV="1">
            <a:off x="5510190" y="4595350"/>
            <a:ext cx="57739" cy="20440"/>
          </a:xfrm>
          <a:prstGeom xmlns:a="http://schemas.openxmlformats.org/drawingml/2006/main" prst="straightConnector1">
            <a:avLst/>
          </a:prstGeom>
          <a:ln xmlns:a="http://schemas.openxmlformats.org/drawingml/2006/main" w="6191">
            <a:solidFill>
              <a:srgbClr val="A9B8C2"/>
            </a:solidFill>
            <a:prstDash val="solid"/>
          </a:ln>
        </p:spPr>
      </p:cxnSp>
      <p:cxnSp>
        <p:nvCxnSpPr>
          <p:cNvPr id="1132" name="">
            <a:extLst xmlns:a="http://schemas.openxmlformats.org/drawingml/2006/main">
              <a:ext uri="{FF2B5EF4-FFF2-40B4-BE49-F238E27FC236}">
                <a16:creationId xmlns:a16="http://schemas.microsoft.com/office/drawing/2014/main" id="{FBBA4F62-8A6A-4511-974C-49335DB888FE}"/>
              </a:ext>
            </a:extLst>
          </p:cNvPr>
          <p:cNvCxnSpPr/>
          <p:nvPr/>
        </p:nvCxnSpPr>
        <p:spPr>
          <a:xfrm xmlns:a="http://schemas.openxmlformats.org/drawingml/2006/main" flipH="0" flipV="1">
            <a:off x="5567928" y="4574886"/>
            <a:ext cx="57750" cy="20464"/>
          </a:xfrm>
          <a:prstGeom xmlns:a="http://schemas.openxmlformats.org/drawingml/2006/main" prst="straightConnector1">
            <a:avLst/>
          </a:prstGeom>
          <a:ln xmlns:a="http://schemas.openxmlformats.org/drawingml/2006/main" w="6191">
            <a:solidFill>
              <a:srgbClr val="A9B8C2"/>
            </a:solidFill>
            <a:prstDash val="solid"/>
          </a:ln>
        </p:spPr>
      </p:cxnSp>
      <p:cxnSp>
        <p:nvCxnSpPr>
          <p:cNvPr id="1133" name="">
            <a:extLst xmlns:a="http://schemas.openxmlformats.org/drawingml/2006/main">
              <a:ext uri="{FF2B5EF4-FFF2-40B4-BE49-F238E27FC236}">
                <a16:creationId xmlns:a16="http://schemas.microsoft.com/office/drawing/2014/main" id="{4C4D7178-2F47-4E02-91B0-9FF0CB20CAC3}"/>
              </a:ext>
            </a:extLst>
          </p:cNvPr>
          <p:cNvCxnSpPr/>
          <p:nvPr/>
        </p:nvCxnSpPr>
        <p:spPr>
          <a:xfrm xmlns:a="http://schemas.openxmlformats.org/drawingml/2006/main" flipH="0" flipV="1">
            <a:off x="5625679" y="4554435"/>
            <a:ext cx="57739" cy="20452"/>
          </a:xfrm>
          <a:prstGeom xmlns:a="http://schemas.openxmlformats.org/drawingml/2006/main" prst="straightConnector1">
            <a:avLst/>
          </a:prstGeom>
          <a:ln xmlns:a="http://schemas.openxmlformats.org/drawingml/2006/main" w="6191">
            <a:solidFill>
              <a:srgbClr val="A9B8C2"/>
            </a:solidFill>
            <a:prstDash val="solid"/>
          </a:ln>
        </p:spPr>
      </p:cxnSp>
      <p:cxnSp>
        <p:nvCxnSpPr>
          <p:cNvPr id="1134" name="">
            <a:extLst xmlns:a="http://schemas.openxmlformats.org/drawingml/2006/main">
              <a:ext uri="{FF2B5EF4-FFF2-40B4-BE49-F238E27FC236}">
                <a16:creationId xmlns:a16="http://schemas.microsoft.com/office/drawing/2014/main" id="{14F86C60-6D0F-471C-AE42-B713F8860047}"/>
              </a:ext>
            </a:extLst>
          </p:cNvPr>
          <p:cNvCxnSpPr/>
          <p:nvPr/>
        </p:nvCxnSpPr>
        <p:spPr>
          <a:xfrm xmlns:a="http://schemas.openxmlformats.org/drawingml/2006/main" flipH="0" flipV="0">
            <a:off x="5974962" y="3822305"/>
            <a:ext cx="4653" cy="55701"/>
          </a:xfrm>
          <a:prstGeom xmlns:a="http://schemas.openxmlformats.org/drawingml/2006/main" prst="straightConnector1">
            <a:avLst/>
          </a:prstGeom>
          <a:ln xmlns:a="http://schemas.openxmlformats.org/drawingml/2006/main" w="6191">
            <a:solidFill>
              <a:srgbClr val="A9B8C2"/>
            </a:solidFill>
            <a:prstDash val="solid"/>
          </a:ln>
        </p:spPr>
      </p:cxnSp>
      <p:cxnSp>
        <p:nvCxnSpPr>
          <p:cNvPr id="1135" name="">
            <a:extLst xmlns:a="http://schemas.openxmlformats.org/drawingml/2006/main">
              <a:ext uri="{FF2B5EF4-FFF2-40B4-BE49-F238E27FC236}">
                <a16:creationId xmlns:a16="http://schemas.microsoft.com/office/drawing/2014/main" id="{C6899F14-FDA3-45AA-AE56-ADE8F3193E3B}"/>
              </a:ext>
            </a:extLst>
          </p:cNvPr>
          <p:cNvCxnSpPr/>
          <p:nvPr/>
        </p:nvCxnSpPr>
        <p:spPr>
          <a:xfrm xmlns:a="http://schemas.openxmlformats.org/drawingml/2006/main" flipH="0" flipV="0">
            <a:off x="5979615" y="3878005"/>
            <a:ext cx="4665" cy="55701"/>
          </a:xfrm>
          <a:prstGeom xmlns:a="http://schemas.openxmlformats.org/drawingml/2006/main" prst="straightConnector1">
            <a:avLst/>
          </a:prstGeom>
          <a:ln xmlns:a="http://schemas.openxmlformats.org/drawingml/2006/main" w="6191">
            <a:solidFill>
              <a:srgbClr val="A9B8C2"/>
            </a:solidFill>
            <a:prstDash val="solid"/>
          </a:ln>
        </p:spPr>
      </p:cxnSp>
      <p:cxnSp>
        <p:nvCxnSpPr>
          <p:cNvPr id="1136" name="">
            <a:extLst xmlns:a="http://schemas.openxmlformats.org/drawingml/2006/main">
              <a:ext uri="{FF2B5EF4-FFF2-40B4-BE49-F238E27FC236}">
                <a16:creationId xmlns:a16="http://schemas.microsoft.com/office/drawing/2014/main" id="{757E52B1-D5BD-47FC-A3A5-CA85C4CAD82F}"/>
              </a:ext>
            </a:extLst>
          </p:cNvPr>
          <p:cNvCxnSpPr/>
          <p:nvPr/>
        </p:nvCxnSpPr>
        <p:spPr>
          <a:xfrm xmlns:a="http://schemas.openxmlformats.org/drawingml/2006/main" flipH="0" flipV="0">
            <a:off x="5984280" y="3933706"/>
            <a:ext cx="4653" cy="55701"/>
          </a:xfrm>
          <a:prstGeom xmlns:a="http://schemas.openxmlformats.org/drawingml/2006/main" prst="straightConnector1">
            <a:avLst/>
          </a:prstGeom>
          <a:ln xmlns:a="http://schemas.openxmlformats.org/drawingml/2006/main" w="6191">
            <a:solidFill>
              <a:srgbClr val="A9B8C2"/>
            </a:solidFill>
            <a:prstDash val="solid"/>
          </a:ln>
        </p:spPr>
      </p:cxnSp>
      <p:cxnSp>
        <p:nvCxnSpPr>
          <p:cNvPr id="1137" name="">
            <a:extLst xmlns:a="http://schemas.openxmlformats.org/drawingml/2006/main">
              <a:ext uri="{FF2B5EF4-FFF2-40B4-BE49-F238E27FC236}">
                <a16:creationId xmlns:a16="http://schemas.microsoft.com/office/drawing/2014/main" id="{EA69CA55-F4E2-4FC6-B7E0-23324E99E045}"/>
              </a:ext>
            </a:extLst>
          </p:cNvPr>
          <p:cNvCxnSpPr/>
          <p:nvPr/>
        </p:nvCxnSpPr>
        <p:spPr>
          <a:xfrm xmlns:a="http://schemas.openxmlformats.org/drawingml/2006/main" flipH="0" flipV="0">
            <a:off x="5649394" y="4436248"/>
            <a:ext cx="17024" cy="59093"/>
          </a:xfrm>
          <a:prstGeom xmlns:a="http://schemas.openxmlformats.org/drawingml/2006/main" prst="straightConnector1">
            <a:avLst/>
          </a:prstGeom>
          <a:ln xmlns:a="http://schemas.openxmlformats.org/drawingml/2006/main" w="6191">
            <a:solidFill>
              <a:srgbClr val="A9B8C2"/>
            </a:solidFill>
            <a:prstDash val="solid"/>
          </a:ln>
        </p:spPr>
      </p:cxnSp>
      <p:cxnSp>
        <p:nvCxnSpPr>
          <p:cNvPr id="1138" name="">
            <a:extLst xmlns:a="http://schemas.openxmlformats.org/drawingml/2006/main">
              <a:ext uri="{FF2B5EF4-FFF2-40B4-BE49-F238E27FC236}">
                <a16:creationId xmlns:a16="http://schemas.microsoft.com/office/drawing/2014/main" id="{D274E386-56FF-471D-A768-2325CD56D3A9}"/>
              </a:ext>
            </a:extLst>
          </p:cNvPr>
          <p:cNvCxnSpPr/>
          <p:nvPr/>
        </p:nvCxnSpPr>
        <p:spPr>
          <a:xfrm xmlns:a="http://schemas.openxmlformats.org/drawingml/2006/main" flipH="0" flipV="0">
            <a:off x="5666417" y="4495341"/>
            <a:ext cx="17000" cy="59093"/>
          </a:xfrm>
          <a:prstGeom xmlns:a="http://schemas.openxmlformats.org/drawingml/2006/main" prst="straightConnector1">
            <a:avLst/>
          </a:prstGeom>
          <a:ln xmlns:a="http://schemas.openxmlformats.org/drawingml/2006/main" w="6191">
            <a:solidFill>
              <a:srgbClr val="A9B8C2"/>
            </a:solidFill>
            <a:prstDash val="solid"/>
          </a:ln>
        </p:spPr>
      </p:cxnSp>
      <p:cxnSp>
        <p:nvCxnSpPr>
          <p:cNvPr id="1139" name="">
            <a:extLst xmlns:a="http://schemas.openxmlformats.org/drawingml/2006/main">
              <a:ext uri="{FF2B5EF4-FFF2-40B4-BE49-F238E27FC236}">
                <a16:creationId xmlns:a16="http://schemas.microsoft.com/office/drawing/2014/main" id="{094B530E-B6DC-4086-AB17-AFB7F8FAEB00}"/>
              </a:ext>
            </a:extLst>
          </p:cNvPr>
          <p:cNvCxnSpPr/>
          <p:nvPr/>
        </p:nvCxnSpPr>
        <p:spPr>
          <a:xfrm xmlns:a="http://schemas.openxmlformats.org/drawingml/2006/main" flipH="0" flipV="1">
            <a:off x="5649394" y="4409752"/>
            <a:ext cx="38159" cy="26495"/>
          </a:xfrm>
          <a:prstGeom xmlns:a="http://schemas.openxmlformats.org/drawingml/2006/main" prst="straightConnector1">
            <a:avLst/>
          </a:prstGeom>
          <a:ln xmlns:a="http://schemas.openxmlformats.org/drawingml/2006/main" w="6191">
            <a:solidFill>
              <a:srgbClr val="A9B8C2"/>
            </a:solidFill>
            <a:prstDash val="solid"/>
          </a:ln>
        </p:spPr>
      </p:cxnSp>
      <p:cxnSp>
        <p:nvCxnSpPr>
          <p:cNvPr id="1140" name="">
            <a:extLst xmlns:a="http://schemas.openxmlformats.org/drawingml/2006/main">
              <a:ext uri="{FF2B5EF4-FFF2-40B4-BE49-F238E27FC236}">
                <a16:creationId xmlns:a16="http://schemas.microsoft.com/office/drawing/2014/main" id="{6DFD1588-D1EB-4334-BCA8-2439F148F572}"/>
              </a:ext>
            </a:extLst>
          </p:cNvPr>
          <p:cNvCxnSpPr/>
          <p:nvPr/>
        </p:nvCxnSpPr>
        <p:spPr>
          <a:xfrm xmlns:a="http://schemas.openxmlformats.org/drawingml/2006/main" flipH="0" flipV="1">
            <a:off x="5687553" y="4383257"/>
            <a:ext cx="38147" cy="26495"/>
          </a:xfrm>
          <a:prstGeom xmlns:a="http://schemas.openxmlformats.org/drawingml/2006/main" prst="straightConnector1">
            <a:avLst/>
          </a:prstGeom>
          <a:ln xmlns:a="http://schemas.openxmlformats.org/drawingml/2006/main" w="6191">
            <a:solidFill>
              <a:srgbClr val="A9B8C2"/>
            </a:solidFill>
            <a:prstDash val="solid"/>
          </a:ln>
        </p:spPr>
      </p:cxnSp>
      <p:cxnSp>
        <p:nvCxnSpPr>
          <p:cNvPr id="1141" name="">
            <a:extLst xmlns:a="http://schemas.openxmlformats.org/drawingml/2006/main">
              <a:ext uri="{FF2B5EF4-FFF2-40B4-BE49-F238E27FC236}">
                <a16:creationId xmlns:a16="http://schemas.microsoft.com/office/drawing/2014/main" id="{9655B001-32C8-4165-9EEC-18FF85F3F022}"/>
              </a:ext>
            </a:extLst>
          </p:cNvPr>
          <p:cNvCxnSpPr/>
          <p:nvPr/>
        </p:nvCxnSpPr>
        <p:spPr>
          <a:xfrm xmlns:a="http://schemas.openxmlformats.org/drawingml/2006/main" flipH="0" flipV="1">
            <a:off x="5818651" y="4170834"/>
            <a:ext cx="40550" cy="29570"/>
          </a:xfrm>
          <a:prstGeom xmlns:a="http://schemas.openxmlformats.org/drawingml/2006/main" prst="straightConnector1">
            <a:avLst/>
          </a:prstGeom>
          <a:ln xmlns:a="http://schemas.openxmlformats.org/drawingml/2006/main" w="6191">
            <a:solidFill>
              <a:srgbClr val="A9B8C2"/>
            </a:solidFill>
            <a:prstDash val="solid"/>
          </a:ln>
        </p:spPr>
      </p:cxnSp>
      <p:cxnSp>
        <p:nvCxnSpPr>
          <p:cNvPr id="1142" name="">
            <a:extLst xmlns:a="http://schemas.openxmlformats.org/drawingml/2006/main">
              <a:ext uri="{FF2B5EF4-FFF2-40B4-BE49-F238E27FC236}">
                <a16:creationId xmlns:a16="http://schemas.microsoft.com/office/drawing/2014/main" id="{F76BCA15-451F-47E3-A1EF-4104596AF147}"/>
              </a:ext>
            </a:extLst>
          </p:cNvPr>
          <p:cNvCxnSpPr/>
          <p:nvPr/>
        </p:nvCxnSpPr>
        <p:spPr>
          <a:xfrm xmlns:a="http://schemas.openxmlformats.org/drawingml/2006/main" flipH="0" flipV="1">
            <a:off x="5859202" y="4141240"/>
            <a:ext cx="40527" cy="29594"/>
          </a:xfrm>
          <a:prstGeom xmlns:a="http://schemas.openxmlformats.org/drawingml/2006/main" prst="straightConnector1">
            <a:avLst/>
          </a:prstGeom>
          <a:ln xmlns:a="http://schemas.openxmlformats.org/drawingml/2006/main" w="6191">
            <a:solidFill>
              <a:srgbClr val="A9B8C2"/>
            </a:solidFill>
            <a:prstDash val="solid"/>
          </a:ln>
        </p:spPr>
      </p:cxnSp>
      <p:cxnSp>
        <p:nvCxnSpPr>
          <p:cNvPr id="1143" name="">
            <a:extLst xmlns:a="http://schemas.openxmlformats.org/drawingml/2006/main">
              <a:ext uri="{FF2B5EF4-FFF2-40B4-BE49-F238E27FC236}">
                <a16:creationId xmlns:a16="http://schemas.microsoft.com/office/drawing/2014/main" id="{543EF62B-C29E-4FA3-B090-6FD2657979DC}"/>
              </a:ext>
            </a:extLst>
          </p:cNvPr>
          <p:cNvCxnSpPr/>
          <p:nvPr/>
        </p:nvCxnSpPr>
        <p:spPr>
          <a:xfrm xmlns:a="http://schemas.openxmlformats.org/drawingml/2006/main" flipH="0" flipV="0">
            <a:off x="5818651" y="4200404"/>
            <a:ext cx="27603" cy="36403"/>
          </a:xfrm>
          <a:prstGeom xmlns:a="http://schemas.openxmlformats.org/drawingml/2006/main" prst="straightConnector1">
            <a:avLst/>
          </a:prstGeom>
          <a:ln xmlns:a="http://schemas.openxmlformats.org/drawingml/2006/main" w="6191">
            <a:solidFill>
              <a:srgbClr val="A9B8C2"/>
            </a:solidFill>
            <a:prstDash val="solid"/>
          </a:ln>
        </p:spPr>
      </p:cxnSp>
      <p:cxnSp>
        <p:nvCxnSpPr>
          <p:cNvPr id="1144" name="">
            <a:extLst xmlns:a="http://schemas.openxmlformats.org/drawingml/2006/main">
              <a:ext uri="{FF2B5EF4-FFF2-40B4-BE49-F238E27FC236}">
                <a16:creationId xmlns:a16="http://schemas.microsoft.com/office/drawing/2014/main" id="{3D43466C-8F29-4AA8-BF6C-8962E514CA4C}"/>
              </a:ext>
            </a:extLst>
          </p:cNvPr>
          <p:cNvCxnSpPr/>
          <p:nvPr/>
        </p:nvCxnSpPr>
        <p:spPr>
          <a:xfrm xmlns:a="http://schemas.openxmlformats.org/drawingml/2006/main" flipH="0" flipV="0">
            <a:off x="5846254" y="4236807"/>
            <a:ext cx="27603" cy="36403"/>
          </a:xfrm>
          <a:prstGeom xmlns:a="http://schemas.openxmlformats.org/drawingml/2006/main" prst="straightConnector1">
            <a:avLst/>
          </a:prstGeom>
          <a:ln xmlns:a="http://schemas.openxmlformats.org/drawingml/2006/main" w="6191">
            <a:solidFill>
              <a:srgbClr val="A9B8C2"/>
            </a:solidFill>
            <a:prstDash val="solid"/>
          </a:ln>
        </p:spPr>
      </p:cxnSp>
      <p:cxnSp>
        <p:nvCxnSpPr>
          <p:cNvPr id="1145" name="">
            <a:extLst xmlns:a="http://schemas.openxmlformats.org/drawingml/2006/main">
              <a:ext uri="{FF2B5EF4-FFF2-40B4-BE49-F238E27FC236}">
                <a16:creationId xmlns:a16="http://schemas.microsoft.com/office/drawing/2014/main" id="{20A41C54-5D56-431C-B17B-A04B630231B1}"/>
              </a:ext>
            </a:extLst>
          </p:cNvPr>
          <p:cNvCxnSpPr/>
          <p:nvPr/>
        </p:nvCxnSpPr>
        <p:spPr>
          <a:xfrm xmlns:a="http://schemas.openxmlformats.org/drawingml/2006/main" flipH="0" flipV="0">
            <a:off x="6044729" y="3815213"/>
            <a:ext cx="4689" cy="61992"/>
          </a:xfrm>
          <a:prstGeom xmlns:a="http://schemas.openxmlformats.org/drawingml/2006/main" prst="straightConnector1">
            <a:avLst/>
          </a:prstGeom>
          <a:ln xmlns:a="http://schemas.openxmlformats.org/drawingml/2006/main" w="6191">
            <a:solidFill>
              <a:srgbClr val="A9B8C2"/>
            </a:solidFill>
            <a:prstDash val="solid"/>
          </a:ln>
        </p:spPr>
      </p:cxnSp>
      <p:cxnSp>
        <p:nvCxnSpPr>
          <p:cNvPr id="1146" name="">
            <a:extLst xmlns:a="http://schemas.openxmlformats.org/drawingml/2006/main">
              <a:ext uri="{FF2B5EF4-FFF2-40B4-BE49-F238E27FC236}">
                <a16:creationId xmlns:a16="http://schemas.microsoft.com/office/drawing/2014/main" id="{28D42ED9-EC83-4BAD-AF3F-8E462DE04F1F}"/>
              </a:ext>
            </a:extLst>
          </p:cNvPr>
          <p:cNvCxnSpPr/>
          <p:nvPr/>
        </p:nvCxnSpPr>
        <p:spPr>
          <a:xfrm xmlns:a="http://schemas.openxmlformats.org/drawingml/2006/main" flipH="0" flipV="0">
            <a:off x="6049417" y="3877204"/>
            <a:ext cx="507" cy="62427"/>
          </a:xfrm>
          <a:prstGeom xmlns:a="http://schemas.openxmlformats.org/drawingml/2006/main" prst="straightConnector1">
            <a:avLst/>
          </a:prstGeom>
          <a:ln xmlns:a="http://schemas.openxmlformats.org/drawingml/2006/main" w="6191">
            <a:solidFill>
              <a:srgbClr val="A9B8C2"/>
            </a:solidFill>
            <a:prstDash val="solid"/>
          </a:ln>
        </p:spPr>
      </p:cxnSp>
      <p:cxnSp>
        <p:nvCxnSpPr>
          <p:cNvPr id="1147" name="">
            <a:extLst xmlns:a="http://schemas.openxmlformats.org/drawingml/2006/main">
              <a:ext uri="{FF2B5EF4-FFF2-40B4-BE49-F238E27FC236}">
                <a16:creationId xmlns:a16="http://schemas.microsoft.com/office/drawing/2014/main" id="{22F96851-D203-4096-BCE9-FF1D9D219ADD}"/>
              </a:ext>
            </a:extLst>
          </p:cNvPr>
          <p:cNvCxnSpPr/>
          <p:nvPr/>
        </p:nvCxnSpPr>
        <p:spPr>
          <a:xfrm xmlns:a="http://schemas.openxmlformats.org/drawingml/2006/main" flipH="1" flipV="0">
            <a:off x="6047921" y="3939632"/>
            <a:ext cx="2003" cy="59529"/>
          </a:xfrm>
          <a:prstGeom xmlns:a="http://schemas.openxmlformats.org/drawingml/2006/main" prst="straightConnector1">
            <a:avLst/>
          </a:prstGeom>
          <a:ln xmlns:a="http://schemas.openxmlformats.org/drawingml/2006/main" w="6191">
            <a:solidFill>
              <a:srgbClr val="A9B8C2"/>
            </a:solidFill>
            <a:prstDash val="solid"/>
          </a:ln>
        </p:spPr>
      </p:cxnSp>
      <p:cxnSp>
        <p:nvCxnSpPr>
          <p:cNvPr id="1148" name="">
            <a:extLst xmlns:a="http://schemas.openxmlformats.org/drawingml/2006/main">
              <a:ext uri="{FF2B5EF4-FFF2-40B4-BE49-F238E27FC236}">
                <a16:creationId xmlns:a16="http://schemas.microsoft.com/office/drawing/2014/main" id="{8572F1A8-CF38-47FA-BF0F-EA023C62AAD1}"/>
              </a:ext>
            </a:extLst>
          </p:cNvPr>
          <p:cNvCxnSpPr/>
          <p:nvPr/>
        </p:nvCxnSpPr>
        <p:spPr>
          <a:xfrm xmlns:a="http://schemas.openxmlformats.org/drawingml/2006/main" flipH="0" flipV="0">
            <a:off x="6047921" y="3999161"/>
            <a:ext cx="15516" cy="63994"/>
          </a:xfrm>
          <a:prstGeom xmlns:a="http://schemas.openxmlformats.org/drawingml/2006/main" prst="straightConnector1">
            <a:avLst/>
          </a:prstGeom>
          <a:ln xmlns:a="http://schemas.openxmlformats.org/drawingml/2006/main" w="6191">
            <a:solidFill>
              <a:srgbClr val="A9B8C2"/>
            </a:solidFill>
            <a:prstDash val="solid"/>
          </a:ln>
        </p:spPr>
      </p:cxnSp>
      <p:cxnSp>
        <p:nvCxnSpPr>
          <p:cNvPr id="1149" name="">
            <a:extLst xmlns:a="http://schemas.openxmlformats.org/drawingml/2006/main">
              <a:ext uri="{FF2B5EF4-FFF2-40B4-BE49-F238E27FC236}">
                <a16:creationId xmlns:a16="http://schemas.microsoft.com/office/drawing/2014/main" id="{5A904356-B93F-41C6-9556-07B50C51F583}"/>
              </a:ext>
            </a:extLst>
          </p:cNvPr>
          <p:cNvCxnSpPr/>
          <p:nvPr/>
        </p:nvCxnSpPr>
        <p:spPr>
          <a:xfrm xmlns:a="http://schemas.openxmlformats.org/drawingml/2006/main" flipH="0" flipV="1">
            <a:off x="5894144" y="4037944"/>
            <a:ext cx="47395" cy="48538"/>
          </a:xfrm>
          <a:prstGeom xmlns:a="http://schemas.openxmlformats.org/drawingml/2006/main" prst="straightConnector1">
            <a:avLst/>
          </a:prstGeom>
          <a:ln xmlns:a="http://schemas.openxmlformats.org/drawingml/2006/main" w="6191">
            <a:solidFill>
              <a:srgbClr val="A9B8C2"/>
            </a:solidFill>
            <a:prstDash val="solid"/>
          </a:ln>
        </p:spPr>
      </p:cxnSp>
      <p:cxnSp>
        <p:nvCxnSpPr>
          <p:cNvPr id="1150" name="">
            <a:extLst xmlns:a="http://schemas.openxmlformats.org/drawingml/2006/main">
              <a:ext uri="{FF2B5EF4-FFF2-40B4-BE49-F238E27FC236}">
                <a16:creationId xmlns:a16="http://schemas.microsoft.com/office/drawing/2014/main" id="{A0F30B52-81F3-4929-BEE9-CDEB016BAA9A}"/>
              </a:ext>
            </a:extLst>
          </p:cNvPr>
          <p:cNvCxnSpPr/>
          <p:nvPr/>
        </p:nvCxnSpPr>
        <p:spPr>
          <a:xfrm xmlns:a="http://schemas.openxmlformats.org/drawingml/2006/main" flipH="0" flipV="1">
            <a:off x="5941539" y="3989407"/>
            <a:ext cx="47395" cy="48538"/>
          </a:xfrm>
          <a:prstGeom xmlns:a="http://schemas.openxmlformats.org/drawingml/2006/main" prst="straightConnector1">
            <a:avLst/>
          </a:prstGeom>
          <a:ln xmlns:a="http://schemas.openxmlformats.org/drawingml/2006/main" w="6191">
            <a:solidFill>
              <a:srgbClr val="A9B8C2"/>
            </a:solidFill>
            <a:prstDash val="solid"/>
          </a:ln>
        </p:spPr>
      </p:cxnSp>
      <p:cxnSp>
        <p:nvCxnSpPr>
          <p:cNvPr id="1151" name="">
            <a:extLst xmlns:a="http://schemas.openxmlformats.org/drawingml/2006/main">
              <a:ext uri="{FF2B5EF4-FFF2-40B4-BE49-F238E27FC236}">
                <a16:creationId xmlns:a16="http://schemas.microsoft.com/office/drawing/2014/main" id="{7EE573B4-8A71-4C41-9543-0AEBE5FF08F1}"/>
              </a:ext>
            </a:extLst>
          </p:cNvPr>
          <p:cNvCxnSpPr/>
          <p:nvPr/>
        </p:nvCxnSpPr>
        <p:spPr>
          <a:xfrm xmlns:a="http://schemas.openxmlformats.org/drawingml/2006/main" flipH="1" flipV="1">
            <a:off x="5732591" y="4318037"/>
            <a:ext cx="30289" cy="37876"/>
          </a:xfrm>
          <a:prstGeom xmlns:a="http://schemas.openxmlformats.org/drawingml/2006/main" prst="straightConnector1">
            <a:avLst/>
          </a:prstGeom>
          <a:ln xmlns:a="http://schemas.openxmlformats.org/drawingml/2006/main" w="6191">
            <a:solidFill>
              <a:srgbClr val="A9B8C2"/>
            </a:solidFill>
            <a:prstDash val="solid"/>
          </a:ln>
        </p:spPr>
      </p:cxnSp>
      <p:cxnSp>
        <p:nvCxnSpPr>
          <p:cNvPr id="1152" name="">
            <a:extLst xmlns:a="http://schemas.openxmlformats.org/drawingml/2006/main">
              <a:ext uri="{FF2B5EF4-FFF2-40B4-BE49-F238E27FC236}">
                <a16:creationId xmlns:a16="http://schemas.microsoft.com/office/drawing/2014/main" id="{96D66B5C-D72C-48D9-A4BF-58B934C1D79C}"/>
              </a:ext>
            </a:extLst>
          </p:cNvPr>
          <p:cNvCxnSpPr/>
          <p:nvPr/>
        </p:nvCxnSpPr>
        <p:spPr>
          <a:xfrm xmlns:a="http://schemas.openxmlformats.org/drawingml/2006/main" flipH="1" flipV="1">
            <a:off x="5702314" y="4280150"/>
            <a:ext cx="30277" cy="37888"/>
          </a:xfrm>
          <a:prstGeom xmlns:a="http://schemas.openxmlformats.org/drawingml/2006/main" prst="straightConnector1">
            <a:avLst/>
          </a:prstGeom>
          <a:ln xmlns:a="http://schemas.openxmlformats.org/drawingml/2006/main" w="6191">
            <a:solidFill>
              <a:srgbClr val="A9B8C2"/>
            </a:solidFill>
            <a:prstDash val="solid"/>
          </a:ln>
        </p:spPr>
      </p:cxnSp>
      <p:cxnSp>
        <p:nvCxnSpPr>
          <p:cNvPr id="1153" name="">
            <a:extLst xmlns:a="http://schemas.openxmlformats.org/drawingml/2006/main">
              <a:ext uri="{FF2B5EF4-FFF2-40B4-BE49-F238E27FC236}">
                <a16:creationId xmlns:a16="http://schemas.microsoft.com/office/drawing/2014/main" id="{1AFC4B9A-B016-473D-8B7C-EB9F7F52E3CA}"/>
              </a:ext>
            </a:extLst>
          </p:cNvPr>
          <p:cNvCxnSpPr/>
          <p:nvPr/>
        </p:nvCxnSpPr>
        <p:spPr>
          <a:xfrm xmlns:a="http://schemas.openxmlformats.org/drawingml/2006/main" flipH="0" flipV="0">
            <a:off x="5899728" y="4141240"/>
            <a:ext cx="5337" cy="52190"/>
          </a:xfrm>
          <a:prstGeom xmlns:a="http://schemas.openxmlformats.org/drawingml/2006/main" prst="straightConnector1">
            <a:avLst/>
          </a:prstGeom>
          <a:ln xmlns:a="http://schemas.openxmlformats.org/drawingml/2006/main" w="6191">
            <a:solidFill>
              <a:srgbClr val="A9B8C2"/>
            </a:solidFill>
            <a:prstDash val="solid"/>
          </a:ln>
        </p:spPr>
      </p:cxnSp>
      <p:cxnSp>
        <p:nvCxnSpPr>
          <p:cNvPr id="1154" name="">
            <a:extLst xmlns:a="http://schemas.openxmlformats.org/drawingml/2006/main">
              <a:ext uri="{FF2B5EF4-FFF2-40B4-BE49-F238E27FC236}">
                <a16:creationId xmlns:a16="http://schemas.microsoft.com/office/drawing/2014/main" id="{239B04D6-7049-4948-809E-500216D7C3CB}"/>
              </a:ext>
            </a:extLst>
          </p:cNvPr>
          <p:cNvCxnSpPr/>
          <p:nvPr/>
        </p:nvCxnSpPr>
        <p:spPr>
          <a:xfrm xmlns:a="http://schemas.openxmlformats.org/drawingml/2006/main" flipH="0" flipV="0">
            <a:off x="5905065" y="4193430"/>
            <a:ext cx="5313" cy="52202"/>
          </a:xfrm>
          <a:prstGeom xmlns:a="http://schemas.openxmlformats.org/drawingml/2006/main" prst="straightConnector1">
            <a:avLst/>
          </a:prstGeom>
          <a:ln xmlns:a="http://schemas.openxmlformats.org/drawingml/2006/main" w="6191">
            <a:solidFill>
              <a:srgbClr val="A9B8C2"/>
            </a:solidFill>
            <a:prstDash val="solid"/>
          </a:ln>
        </p:spPr>
      </p:cxnSp>
      <p:cxnSp>
        <p:nvCxnSpPr>
          <p:cNvPr id="1155" name="">
            <a:extLst xmlns:a="http://schemas.openxmlformats.org/drawingml/2006/main">
              <a:ext uri="{FF2B5EF4-FFF2-40B4-BE49-F238E27FC236}">
                <a16:creationId xmlns:a16="http://schemas.microsoft.com/office/drawing/2014/main" id="{5C066C91-EF13-4057-8BC0-E3B3BEA7B904}"/>
              </a:ext>
            </a:extLst>
          </p:cNvPr>
          <p:cNvCxnSpPr/>
          <p:nvPr/>
        </p:nvCxnSpPr>
        <p:spPr>
          <a:xfrm xmlns:a="http://schemas.openxmlformats.org/drawingml/2006/main" flipH="1" flipV="1">
            <a:off x="5769784" y="4291071"/>
            <a:ext cx="28239" cy="38983"/>
          </a:xfrm>
          <a:prstGeom xmlns:a="http://schemas.openxmlformats.org/drawingml/2006/main" prst="straightConnector1">
            <a:avLst/>
          </a:prstGeom>
          <a:ln xmlns:a="http://schemas.openxmlformats.org/drawingml/2006/main" w="6191">
            <a:solidFill>
              <a:srgbClr val="A9B8C2"/>
            </a:solidFill>
            <a:prstDash val="solid"/>
          </a:ln>
        </p:spPr>
      </p:cxnSp>
      <p:cxnSp>
        <p:nvCxnSpPr>
          <p:cNvPr id="1156" name="">
            <a:extLst xmlns:a="http://schemas.openxmlformats.org/drawingml/2006/main">
              <a:ext uri="{FF2B5EF4-FFF2-40B4-BE49-F238E27FC236}">
                <a16:creationId xmlns:a16="http://schemas.microsoft.com/office/drawing/2014/main" id="{23C58311-0921-4FB2-B457-D349F4F291E1}"/>
              </a:ext>
            </a:extLst>
          </p:cNvPr>
          <p:cNvCxnSpPr/>
          <p:nvPr/>
        </p:nvCxnSpPr>
        <p:spPr>
          <a:xfrm xmlns:a="http://schemas.openxmlformats.org/drawingml/2006/main" flipH="1" flipV="1">
            <a:off x="5741521" y="4252099"/>
            <a:ext cx="28263" cy="38972"/>
          </a:xfrm>
          <a:prstGeom xmlns:a="http://schemas.openxmlformats.org/drawingml/2006/main" prst="straightConnector1">
            <a:avLst/>
          </a:prstGeom>
          <a:ln xmlns:a="http://schemas.openxmlformats.org/drawingml/2006/main" w="6191">
            <a:solidFill>
              <a:srgbClr val="A9B8C2"/>
            </a:solidFill>
            <a:prstDash val="solid"/>
          </a:ln>
        </p:spPr>
      </p:cxnSp>
      <p:cxnSp>
        <p:nvCxnSpPr>
          <p:cNvPr id="1157" name="">
            <a:extLst xmlns:a="http://schemas.openxmlformats.org/drawingml/2006/main">
              <a:ext uri="{FF2B5EF4-FFF2-40B4-BE49-F238E27FC236}">
                <a16:creationId xmlns:a16="http://schemas.microsoft.com/office/drawing/2014/main" id="{E5B81F82-D8EB-432D-8296-87B52A74FAA6}"/>
              </a:ext>
            </a:extLst>
          </p:cNvPr>
          <p:cNvCxnSpPr/>
          <p:nvPr/>
        </p:nvCxnSpPr>
        <p:spPr>
          <a:xfrm xmlns:a="http://schemas.openxmlformats.org/drawingml/2006/main" flipH="1" flipV="1">
            <a:off x="5810028" y="4262478"/>
            <a:ext cx="28345" cy="37546"/>
          </a:xfrm>
          <a:prstGeom xmlns:a="http://schemas.openxmlformats.org/drawingml/2006/main" prst="straightConnector1">
            <a:avLst/>
          </a:prstGeom>
          <a:ln xmlns:a="http://schemas.openxmlformats.org/drawingml/2006/main" w="6191">
            <a:solidFill>
              <a:srgbClr val="A9B8C2"/>
            </a:solidFill>
            <a:prstDash val="solid"/>
          </a:ln>
        </p:spPr>
      </p:cxnSp>
      <p:cxnSp>
        <p:nvCxnSpPr>
          <p:cNvPr id="1158" name="">
            <a:extLst xmlns:a="http://schemas.openxmlformats.org/drawingml/2006/main">
              <a:ext uri="{FF2B5EF4-FFF2-40B4-BE49-F238E27FC236}">
                <a16:creationId xmlns:a16="http://schemas.microsoft.com/office/drawing/2014/main" id="{A53F4586-5B54-45CA-B8F7-CEF5FEB7A582}"/>
              </a:ext>
            </a:extLst>
          </p:cNvPr>
          <p:cNvCxnSpPr/>
          <p:nvPr/>
        </p:nvCxnSpPr>
        <p:spPr>
          <a:xfrm xmlns:a="http://schemas.openxmlformats.org/drawingml/2006/main" flipH="1" flipV="1">
            <a:off x="5781671" y="4224932"/>
            <a:ext cx="28357" cy="37546"/>
          </a:xfrm>
          <a:prstGeom xmlns:a="http://schemas.openxmlformats.org/drawingml/2006/main" prst="straightConnector1">
            <a:avLst/>
          </a:prstGeom>
          <a:ln xmlns:a="http://schemas.openxmlformats.org/drawingml/2006/main" w="6191">
            <a:solidFill>
              <a:srgbClr val="A9B8C2"/>
            </a:solidFill>
            <a:prstDash val="solid"/>
          </a:ln>
        </p:spPr>
      </p:cxnSp>
      <p:cxnSp>
        <p:nvCxnSpPr>
          <p:cNvPr id="1159" name="">
            <a:extLst xmlns:a="http://schemas.openxmlformats.org/drawingml/2006/main">
              <a:ext uri="{FF2B5EF4-FFF2-40B4-BE49-F238E27FC236}">
                <a16:creationId xmlns:a16="http://schemas.microsoft.com/office/drawing/2014/main" id="{246F20A1-69F8-4B9B-A54E-5D5CFCAB63AB}"/>
              </a:ext>
            </a:extLst>
          </p:cNvPr>
          <p:cNvCxnSpPr/>
          <p:nvPr/>
        </p:nvCxnSpPr>
        <p:spPr>
          <a:xfrm xmlns:a="http://schemas.openxmlformats.org/drawingml/2006/main" flipH="1" flipV="0">
            <a:off x="6100971" y="3848624"/>
            <a:ext cx="3381" cy="62569"/>
          </a:xfrm>
          <a:prstGeom xmlns:a="http://schemas.openxmlformats.org/drawingml/2006/main" prst="straightConnector1">
            <a:avLst/>
          </a:prstGeom>
          <a:ln xmlns:a="http://schemas.openxmlformats.org/drawingml/2006/main" w="6191">
            <a:solidFill>
              <a:srgbClr val="A9B8C2"/>
            </a:solidFill>
            <a:prstDash val="solid"/>
          </a:ln>
        </p:spPr>
      </p:cxnSp>
      <p:cxnSp>
        <p:nvCxnSpPr>
          <p:cNvPr id="1160" name="">
            <a:extLst xmlns:a="http://schemas.openxmlformats.org/drawingml/2006/main">
              <a:ext uri="{FF2B5EF4-FFF2-40B4-BE49-F238E27FC236}">
                <a16:creationId xmlns:a16="http://schemas.microsoft.com/office/drawing/2014/main" id="{7A09307E-C09A-4446-B0F7-60EC389A6B1A}"/>
              </a:ext>
            </a:extLst>
          </p:cNvPr>
          <p:cNvCxnSpPr/>
          <p:nvPr/>
        </p:nvCxnSpPr>
        <p:spPr>
          <a:xfrm xmlns:a="http://schemas.openxmlformats.org/drawingml/2006/main" flipH="1" flipV="0">
            <a:off x="6097590" y="3911193"/>
            <a:ext cx="3381" cy="62557"/>
          </a:xfrm>
          <a:prstGeom xmlns:a="http://schemas.openxmlformats.org/drawingml/2006/main" prst="straightConnector1">
            <a:avLst/>
          </a:prstGeom>
          <a:ln xmlns:a="http://schemas.openxmlformats.org/drawingml/2006/main" w="6191">
            <a:solidFill>
              <a:srgbClr val="A9B8C2"/>
            </a:solidFill>
            <a:prstDash val="solid"/>
          </a:ln>
        </p:spPr>
      </p:cxnSp>
      <p:cxnSp>
        <p:nvCxnSpPr>
          <p:cNvPr id="1161" name="">
            <a:extLst xmlns:a="http://schemas.openxmlformats.org/drawingml/2006/main">
              <a:ext uri="{FF2B5EF4-FFF2-40B4-BE49-F238E27FC236}">
                <a16:creationId xmlns:a16="http://schemas.microsoft.com/office/drawing/2014/main" id="{D329DEF1-945C-4A5C-B138-A9AD7CB86B45}"/>
              </a:ext>
            </a:extLst>
          </p:cNvPr>
          <p:cNvCxnSpPr/>
          <p:nvPr/>
        </p:nvCxnSpPr>
        <p:spPr>
          <a:xfrm xmlns:a="http://schemas.openxmlformats.org/drawingml/2006/main" flipH="1" flipV="0">
            <a:off x="6094209" y="3973750"/>
            <a:ext cx="3381" cy="62569"/>
          </a:xfrm>
          <a:prstGeom xmlns:a="http://schemas.openxmlformats.org/drawingml/2006/main" prst="straightConnector1">
            <a:avLst/>
          </a:prstGeom>
          <a:ln xmlns:a="http://schemas.openxmlformats.org/drawingml/2006/main" w="6191">
            <a:solidFill>
              <a:srgbClr val="A9B8C2"/>
            </a:solidFill>
            <a:prstDash val="solid"/>
          </a:ln>
        </p:spPr>
      </p:cxnSp>
      <p:cxnSp>
        <p:nvCxnSpPr>
          <p:cNvPr id="1162" name="">
            <a:extLst xmlns:a="http://schemas.openxmlformats.org/drawingml/2006/main">
              <a:ext uri="{FF2B5EF4-FFF2-40B4-BE49-F238E27FC236}">
                <a16:creationId xmlns:a16="http://schemas.microsoft.com/office/drawing/2014/main" id="{1993ACD5-FB55-461E-82E4-140B194CD838}"/>
              </a:ext>
            </a:extLst>
          </p:cNvPr>
          <p:cNvCxnSpPr/>
          <p:nvPr/>
        </p:nvCxnSpPr>
        <p:spPr>
          <a:xfrm xmlns:a="http://schemas.openxmlformats.org/drawingml/2006/main" flipH="0" flipV="0">
            <a:off x="5910378" y="4245631"/>
            <a:ext cx="3699" cy="61473"/>
          </a:xfrm>
          <a:prstGeom xmlns:a="http://schemas.openxmlformats.org/drawingml/2006/main" prst="straightConnector1">
            <a:avLst/>
          </a:prstGeom>
          <a:ln xmlns:a="http://schemas.openxmlformats.org/drawingml/2006/main" w="6191">
            <a:solidFill>
              <a:srgbClr val="A9B8C2"/>
            </a:solidFill>
            <a:prstDash val="solid"/>
          </a:ln>
        </p:spPr>
      </p:cxnSp>
      <p:cxnSp>
        <p:nvCxnSpPr>
          <p:cNvPr id="1163" name="">
            <a:extLst xmlns:a="http://schemas.openxmlformats.org/drawingml/2006/main">
              <a:ext uri="{FF2B5EF4-FFF2-40B4-BE49-F238E27FC236}">
                <a16:creationId xmlns:a16="http://schemas.microsoft.com/office/drawing/2014/main" id="{7EB9435A-E935-4292-BBC4-13B513D51AB5}"/>
              </a:ext>
            </a:extLst>
          </p:cNvPr>
          <p:cNvCxnSpPr/>
          <p:nvPr/>
        </p:nvCxnSpPr>
        <p:spPr>
          <a:xfrm xmlns:a="http://schemas.openxmlformats.org/drawingml/2006/main" flipH="0" flipV="0">
            <a:off x="5914077" y="4307104"/>
            <a:ext cx="3687" cy="61473"/>
          </a:xfrm>
          <a:prstGeom xmlns:a="http://schemas.openxmlformats.org/drawingml/2006/main" prst="straightConnector1">
            <a:avLst/>
          </a:prstGeom>
          <a:ln xmlns:a="http://schemas.openxmlformats.org/drawingml/2006/main" w="6191">
            <a:solidFill>
              <a:srgbClr val="A9B8C2"/>
            </a:solidFill>
            <a:prstDash val="solid"/>
          </a:ln>
        </p:spPr>
      </p:cxnSp>
      <p:cxnSp>
        <p:nvCxnSpPr>
          <p:cNvPr id="1164" name="">
            <a:extLst xmlns:a="http://schemas.openxmlformats.org/drawingml/2006/main">
              <a:ext uri="{FF2B5EF4-FFF2-40B4-BE49-F238E27FC236}">
                <a16:creationId xmlns:a16="http://schemas.microsoft.com/office/drawing/2014/main" id="{000B7229-86BB-4BB4-9138-4A7E5F224A46}"/>
              </a:ext>
            </a:extLst>
          </p:cNvPr>
          <p:cNvCxnSpPr/>
          <p:nvPr/>
        </p:nvCxnSpPr>
        <p:spPr>
          <a:xfrm xmlns:a="http://schemas.openxmlformats.org/drawingml/2006/main" flipH="1" flipV="1">
            <a:off x="5740956" y="4493456"/>
            <a:ext cx="1932" cy="45168"/>
          </a:xfrm>
          <a:prstGeom xmlns:a="http://schemas.openxmlformats.org/drawingml/2006/main" prst="straightConnector1">
            <a:avLst/>
          </a:prstGeom>
          <a:ln xmlns:a="http://schemas.openxmlformats.org/drawingml/2006/main" w="6191">
            <a:solidFill>
              <a:srgbClr val="A9B8C2"/>
            </a:solidFill>
            <a:prstDash val="solid"/>
          </a:ln>
        </p:spPr>
      </p:cxnSp>
      <p:cxnSp>
        <p:nvCxnSpPr>
          <p:cNvPr id="1165" name="">
            <a:extLst xmlns:a="http://schemas.openxmlformats.org/drawingml/2006/main">
              <a:ext uri="{FF2B5EF4-FFF2-40B4-BE49-F238E27FC236}">
                <a16:creationId xmlns:a16="http://schemas.microsoft.com/office/drawing/2014/main" id="{639EC8D2-9FE7-4F74-8E14-9299201E78BA}"/>
              </a:ext>
            </a:extLst>
          </p:cNvPr>
          <p:cNvCxnSpPr/>
          <p:nvPr/>
        </p:nvCxnSpPr>
        <p:spPr>
          <a:xfrm xmlns:a="http://schemas.openxmlformats.org/drawingml/2006/main" flipH="0" flipV="1">
            <a:off x="5740956" y="4457795"/>
            <a:ext cx="24646" cy="35661"/>
          </a:xfrm>
          <a:prstGeom xmlns:a="http://schemas.openxmlformats.org/drawingml/2006/main" prst="straightConnector1">
            <a:avLst/>
          </a:prstGeom>
          <a:ln xmlns:a="http://schemas.openxmlformats.org/drawingml/2006/main" w="6191">
            <a:solidFill>
              <a:srgbClr val="A9B8C2"/>
            </a:solidFill>
            <a:prstDash val="solid"/>
          </a:ln>
        </p:spPr>
      </p:cxnSp>
      <p:cxnSp>
        <p:nvCxnSpPr>
          <p:cNvPr id="1166" name="">
            <a:extLst xmlns:a="http://schemas.openxmlformats.org/drawingml/2006/main">
              <a:ext uri="{FF2B5EF4-FFF2-40B4-BE49-F238E27FC236}">
                <a16:creationId xmlns:a16="http://schemas.microsoft.com/office/drawing/2014/main" id="{CC06A156-1EC8-4E43-B39B-FE12E58DCF91}"/>
              </a:ext>
            </a:extLst>
          </p:cNvPr>
          <p:cNvCxnSpPr/>
          <p:nvPr/>
        </p:nvCxnSpPr>
        <p:spPr>
          <a:xfrm xmlns:a="http://schemas.openxmlformats.org/drawingml/2006/main" flipH="1" flipV="1">
            <a:off x="5762079" y="4403167"/>
            <a:ext cx="3523" cy="54628"/>
          </a:xfrm>
          <a:prstGeom xmlns:a="http://schemas.openxmlformats.org/drawingml/2006/main" prst="straightConnector1">
            <a:avLst/>
          </a:prstGeom>
          <a:ln xmlns:a="http://schemas.openxmlformats.org/drawingml/2006/main" w="6191">
            <a:solidFill>
              <a:srgbClr val="A9B8C2"/>
            </a:solidFill>
            <a:prstDash val="solid"/>
          </a:ln>
        </p:spPr>
      </p:cxnSp>
      <p:cxnSp>
        <p:nvCxnSpPr>
          <p:cNvPr id="1167" name="">
            <a:extLst xmlns:a="http://schemas.openxmlformats.org/drawingml/2006/main">
              <a:ext uri="{FF2B5EF4-FFF2-40B4-BE49-F238E27FC236}">
                <a16:creationId xmlns:a16="http://schemas.microsoft.com/office/drawing/2014/main" id="{FE1D5EEB-73A7-4E84-9A31-82625EADD98E}"/>
              </a:ext>
            </a:extLst>
          </p:cNvPr>
          <p:cNvCxnSpPr/>
          <p:nvPr/>
        </p:nvCxnSpPr>
        <p:spPr>
          <a:xfrm xmlns:a="http://schemas.openxmlformats.org/drawingml/2006/main" flipH="0" flipV="1">
            <a:off x="5762079" y="4384470"/>
            <a:ext cx="63382" cy="18696"/>
          </a:xfrm>
          <a:prstGeom xmlns:a="http://schemas.openxmlformats.org/drawingml/2006/main" prst="straightConnector1">
            <a:avLst/>
          </a:prstGeom>
          <a:ln xmlns:a="http://schemas.openxmlformats.org/drawingml/2006/main" w="6191">
            <a:solidFill>
              <a:srgbClr val="A9B8C2"/>
            </a:solidFill>
            <a:prstDash val="solid"/>
          </a:ln>
        </p:spPr>
      </p:cxnSp>
      <p:cxnSp>
        <p:nvCxnSpPr>
          <p:cNvPr id="1168" name="">
            <a:extLst xmlns:a="http://schemas.openxmlformats.org/drawingml/2006/main">
              <a:ext uri="{FF2B5EF4-FFF2-40B4-BE49-F238E27FC236}">
                <a16:creationId xmlns:a16="http://schemas.microsoft.com/office/drawing/2014/main" id="{2889A675-61C4-44DB-99EF-16560BF6EE4F}"/>
              </a:ext>
            </a:extLst>
          </p:cNvPr>
          <p:cNvCxnSpPr/>
          <p:nvPr/>
        </p:nvCxnSpPr>
        <p:spPr>
          <a:xfrm xmlns:a="http://schemas.openxmlformats.org/drawingml/2006/main" flipH="0" flipV="1">
            <a:off x="5825461" y="4368578"/>
            <a:ext cx="92304" cy="15893"/>
          </a:xfrm>
          <a:prstGeom xmlns:a="http://schemas.openxmlformats.org/drawingml/2006/main" prst="straightConnector1">
            <a:avLst/>
          </a:prstGeom>
          <a:ln xmlns:a="http://schemas.openxmlformats.org/drawingml/2006/main" w="6191">
            <a:solidFill>
              <a:srgbClr val="A9B8C2"/>
            </a:solidFill>
            <a:prstDash val="solid"/>
          </a:ln>
        </p:spPr>
      </p:cxnSp>
      <p:cxnSp>
        <p:nvCxnSpPr>
          <p:cNvPr id="1169" name="">
            <a:extLst xmlns:a="http://schemas.openxmlformats.org/drawingml/2006/main">
              <a:ext uri="{FF2B5EF4-FFF2-40B4-BE49-F238E27FC236}">
                <a16:creationId xmlns:a16="http://schemas.microsoft.com/office/drawing/2014/main" id="{C2BC9DA6-628D-442B-A4AD-0AD30C2900BB}"/>
              </a:ext>
            </a:extLst>
          </p:cNvPr>
          <p:cNvCxnSpPr/>
          <p:nvPr/>
        </p:nvCxnSpPr>
        <p:spPr>
          <a:xfrm xmlns:a="http://schemas.openxmlformats.org/drawingml/2006/main" flipH="0" flipV="1">
            <a:off x="5742888" y="4524487"/>
            <a:ext cx="63888" cy="14137"/>
          </a:xfrm>
          <a:prstGeom xmlns:a="http://schemas.openxmlformats.org/drawingml/2006/main" prst="straightConnector1">
            <a:avLst/>
          </a:prstGeom>
          <a:ln xmlns:a="http://schemas.openxmlformats.org/drawingml/2006/main" w="6191">
            <a:solidFill>
              <a:srgbClr val="A9B8C2"/>
            </a:solidFill>
            <a:prstDash val="solid"/>
          </a:ln>
        </p:spPr>
      </p:cxnSp>
      <p:cxnSp>
        <p:nvCxnSpPr>
          <p:cNvPr id="1170" name="">
            <a:extLst xmlns:a="http://schemas.openxmlformats.org/drawingml/2006/main">
              <a:ext uri="{FF2B5EF4-FFF2-40B4-BE49-F238E27FC236}">
                <a16:creationId xmlns:a16="http://schemas.microsoft.com/office/drawing/2014/main" id="{E0C2EB3E-3B43-45DA-ADDE-31A614B159B8}"/>
              </a:ext>
            </a:extLst>
          </p:cNvPr>
          <p:cNvCxnSpPr/>
          <p:nvPr/>
        </p:nvCxnSpPr>
        <p:spPr>
          <a:xfrm xmlns:a="http://schemas.openxmlformats.org/drawingml/2006/main" flipH="0" flipV="1">
            <a:off x="5806776" y="4510362"/>
            <a:ext cx="63888" cy="14125"/>
          </a:xfrm>
          <a:prstGeom xmlns:a="http://schemas.openxmlformats.org/drawingml/2006/main" prst="straightConnector1">
            <a:avLst/>
          </a:prstGeom>
          <a:ln xmlns:a="http://schemas.openxmlformats.org/drawingml/2006/main" w="6191">
            <a:solidFill>
              <a:srgbClr val="A9B8C2"/>
            </a:solidFill>
            <a:prstDash val="solid"/>
          </a:ln>
        </p:spPr>
      </p:cxnSp>
      <p:cxnSp>
        <p:nvCxnSpPr>
          <p:cNvPr id="1171" name="">
            <a:extLst xmlns:a="http://schemas.openxmlformats.org/drawingml/2006/main">
              <a:ext uri="{FF2B5EF4-FFF2-40B4-BE49-F238E27FC236}">
                <a16:creationId xmlns:a16="http://schemas.microsoft.com/office/drawing/2014/main" id="{8F1E7D6D-0BE2-4C08-8C2E-55EFC48BB7ED}"/>
              </a:ext>
            </a:extLst>
          </p:cNvPr>
          <p:cNvCxnSpPr/>
          <p:nvPr/>
        </p:nvCxnSpPr>
        <p:spPr>
          <a:xfrm xmlns:a="http://schemas.openxmlformats.org/drawingml/2006/main" flipH="0" flipV="1">
            <a:off x="5870664" y="4496213"/>
            <a:ext cx="63888" cy="14149"/>
          </a:xfrm>
          <a:prstGeom xmlns:a="http://schemas.openxmlformats.org/drawingml/2006/main" prst="straightConnector1">
            <a:avLst/>
          </a:prstGeom>
          <a:ln xmlns:a="http://schemas.openxmlformats.org/drawingml/2006/main" w="6191">
            <a:solidFill>
              <a:srgbClr val="A9B8C2"/>
            </a:solidFill>
            <a:prstDash val="solid"/>
          </a:ln>
        </p:spPr>
      </p:cxnSp>
      <p:cxnSp>
        <p:nvCxnSpPr>
          <p:cNvPr id="1172" name="">
            <a:extLst xmlns:a="http://schemas.openxmlformats.org/drawingml/2006/main">
              <a:ext uri="{FF2B5EF4-FFF2-40B4-BE49-F238E27FC236}">
                <a16:creationId xmlns:a16="http://schemas.microsoft.com/office/drawing/2014/main" id="{250E1021-60DA-4749-A76B-5A224B3D8F40}"/>
              </a:ext>
            </a:extLst>
          </p:cNvPr>
          <p:cNvCxnSpPr/>
          <p:nvPr/>
        </p:nvCxnSpPr>
        <p:spPr>
          <a:xfrm xmlns:a="http://schemas.openxmlformats.org/drawingml/2006/main" flipH="0" flipV="0">
            <a:off x="6145409" y="3876627"/>
            <a:ext cx="3134" cy="51330"/>
          </a:xfrm>
          <a:prstGeom xmlns:a="http://schemas.openxmlformats.org/drawingml/2006/main" prst="straightConnector1">
            <a:avLst/>
          </a:prstGeom>
          <a:ln xmlns:a="http://schemas.openxmlformats.org/drawingml/2006/main" w="6191">
            <a:solidFill>
              <a:srgbClr val="A9B8C2"/>
            </a:solidFill>
            <a:prstDash val="solid"/>
          </a:ln>
        </p:spPr>
      </p:cxnSp>
      <p:cxnSp>
        <p:nvCxnSpPr>
          <p:cNvPr id="1173" name="">
            <a:extLst xmlns:a="http://schemas.openxmlformats.org/drawingml/2006/main">
              <a:ext uri="{FF2B5EF4-FFF2-40B4-BE49-F238E27FC236}">
                <a16:creationId xmlns:a16="http://schemas.microsoft.com/office/drawing/2014/main" id="{4E4AC453-340E-4617-ABAA-27D9F21475E2}"/>
              </a:ext>
            </a:extLst>
          </p:cNvPr>
          <p:cNvCxnSpPr/>
          <p:nvPr/>
        </p:nvCxnSpPr>
        <p:spPr>
          <a:xfrm xmlns:a="http://schemas.openxmlformats.org/drawingml/2006/main" flipH="0" flipV="0">
            <a:off x="6148543" y="3927957"/>
            <a:ext cx="3157" cy="51318"/>
          </a:xfrm>
          <a:prstGeom xmlns:a="http://schemas.openxmlformats.org/drawingml/2006/main" prst="straightConnector1">
            <a:avLst/>
          </a:prstGeom>
          <a:ln xmlns:a="http://schemas.openxmlformats.org/drawingml/2006/main" w="6191">
            <a:solidFill>
              <a:srgbClr val="A9B8C2"/>
            </a:solidFill>
            <a:prstDash val="solid"/>
          </a:ln>
        </p:spPr>
      </p:cxnSp>
      <p:cxnSp>
        <p:nvCxnSpPr>
          <p:cNvPr id="1174" name="">
            <a:extLst xmlns:a="http://schemas.openxmlformats.org/drawingml/2006/main">
              <a:ext uri="{FF2B5EF4-FFF2-40B4-BE49-F238E27FC236}">
                <a16:creationId xmlns:a16="http://schemas.microsoft.com/office/drawing/2014/main" id="{21D325CC-5557-4A42-9DE5-6FE995090750}"/>
              </a:ext>
            </a:extLst>
          </p:cNvPr>
          <p:cNvCxnSpPr/>
          <p:nvPr/>
        </p:nvCxnSpPr>
        <p:spPr>
          <a:xfrm xmlns:a="http://schemas.openxmlformats.org/drawingml/2006/main" flipH="0" flipV="0">
            <a:off x="6151700" y="3979275"/>
            <a:ext cx="3134" cy="51330"/>
          </a:xfrm>
          <a:prstGeom xmlns:a="http://schemas.openxmlformats.org/drawingml/2006/main" prst="straightConnector1">
            <a:avLst/>
          </a:prstGeom>
          <a:ln xmlns:a="http://schemas.openxmlformats.org/drawingml/2006/main" w="6191">
            <a:solidFill>
              <a:srgbClr val="A9B8C2"/>
            </a:solidFill>
            <a:prstDash val="solid"/>
          </a:ln>
        </p:spPr>
      </p:cxnSp>
      <p:cxnSp>
        <p:nvCxnSpPr>
          <p:cNvPr id="1175" name="">
            <a:extLst xmlns:a="http://schemas.openxmlformats.org/drawingml/2006/main">
              <a:ext uri="{FF2B5EF4-FFF2-40B4-BE49-F238E27FC236}">
                <a16:creationId xmlns:a16="http://schemas.microsoft.com/office/drawing/2014/main" id="{BFED3D94-9BC2-4C85-B1A6-9AC77407A1AD}"/>
              </a:ext>
            </a:extLst>
          </p:cNvPr>
          <p:cNvCxnSpPr/>
          <p:nvPr/>
        </p:nvCxnSpPr>
        <p:spPr>
          <a:xfrm xmlns:a="http://schemas.openxmlformats.org/drawingml/2006/main" flipH="0" flipV="0">
            <a:off x="5961755" y="4215908"/>
            <a:ext cx="11675" cy="63747"/>
          </a:xfrm>
          <a:prstGeom xmlns:a="http://schemas.openxmlformats.org/drawingml/2006/main" prst="straightConnector1">
            <a:avLst/>
          </a:prstGeom>
          <a:ln xmlns:a="http://schemas.openxmlformats.org/drawingml/2006/main" w="6191">
            <a:solidFill>
              <a:srgbClr val="A9B8C2"/>
            </a:solidFill>
            <a:prstDash val="solid"/>
          </a:ln>
        </p:spPr>
      </p:cxnSp>
      <p:cxnSp>
        <p:nvCxnSpPr>
          <p:cNvPr id="1176" name="">
            <a:extLst xmlns:a="http://schemas.openxmlformats.org/drawingml/2006/main">
              <a:ext uri="{FF2B5EF4-FFF2-40B4-BE49-F238E27FC236}">
                <a16:creationId xmlns:a16="http://schemas.microsoft.com/office/drawing/2014/main" id="{72B540D0-C302-4549-8C00-DF1B17C5F5B8}"/>
              </a:ext>
            </a:extLst>
          </p:cNvPr>
          <p:cNvCxnSpPr/>
          <p:nvPr/>
        </p:nvCxnSpPr>
        <p:spPr>
          <a:xfrm xmlns:a="http://schemas.openxmlformats.org/drawingml/2006/main" flipH="0" flipV="0">
            <a:off x="5973430" y="4279655"/>
            <a:ext cx="11675" cy="63759"/>
          </a:xfrm>
          <a:prstGeom xmlns:a="http://schemas.openxmlformats.org/drawingml/2006/main" prst="straightConnector1">
            <a:avLst/>
          </a:prstGeom>
          <a:ln xmlns:a="http://schemas.openxmlformats.org/drawingml/2006/main" w="6191">
            <a:solidFill>
              <a:srgbClr val="A9B8C2"/>
            </a:solidFill>
            <a:prstDash val="solid"/>
          </a:ln>
        </p:spPr>
      </p:cxnSp>
      <p:cxnSp>
        <p:nvCxnSpPr>
          <p:cNvPr id="1177" name="">
            <a:extLst xmlns:a="http://schemas.openxmlformats.org/drawingml/2006/main">
              <a:ext uri="{FF2B5EF4-FFF2-40B4-BE49-F238E27FC236}">
                <a16:creationId xmlns:a16="http://schemas.microsoft.com/office/drawing/2014/main" id="{1F9F80DD-79A2-4E52-8755-8D8671ECF458}"/>
              </a:ext>
            </a:extLst>
          </p:cNvPr>
          <p:cNvCxnSpPr/>
          <p:nvPr/>
        </p:nvCxnSpPr>
        <p:spPr>
          <a:xfrm xmlns:a="http://schemas.openxmlformats.org/drawingml/2006/main" flipH="0" flipV="0">
            <a:off x="5985105" y="4343413"/>
            <a:ext cx="11675" cy="63747"/>
          </a:xfrm>
          <a:prstGeom xmlns:a="http://schemas.openxmlformats.org/drawingml/2006/main" prst="straightConnector1">
            <a:avLst/>
          </a:prstGeom>
          <a:ln xmlns:a="http://schemas.openxmlformats.org/drawingml/2006/main" w="6191">
            <a:solidFill>
              <a:srgbClr val="A9B8C2"/>
            </a:solidFill>
            <a:prstDash val="solid"/>
          </a:ln>
        </p:spPr>
      </p:cxnSp>
      <p:cxnSp>
        <p:nvCxnSpPr>
          <p:cNvPr id="1178" name="">
            <a:extLst xmlns:a="http://schemas.openxmlformats.org/drawingml/2006/main">
              <a:ext uri="{FF2B5EF4-FFF2-40B4-BE49-F238E27FC236}">
                <a16:creationId xmlns:a16="http://schemas.microsoft.com/office/drawing/2014/main" id="{ED9557E7-245F-45B2-AFA9-90F6DB9F98F9}"/>
              </a:ext>
            </a:extLst>
          </p:cNvPr>
          <p:cNvCxnSpPr/>
          <p:nvPr/>
        </p:nvCxnSpPr>
        <p:spPr>
          <a:xfrm xmlns:a="http://schemas.openxmlformats.org/drawingml/2006/main" flipH="0" flipV="0">
            <a:off x="5996780" y="4407160"/>
            <a:ext cx="11675" cy="63759"/>
          </a:xfrm>
          <a:prstGeom xmlns:a="http://schemas.openxmlformats.org/drawingml/2006/main" prst="straightConnector1">
            <a:avLst/>
          </a:prstGeom>
          <a:ln xmlns:a="http://schemas.openxmlformats.org/drawingml/2006/main" w="6191">
            <a:solidFill>
              <a:srgbClr val="A9B8C2"/>
            </a:solidFill>
            <a:prstDash val="solid"/>
          </a:ln>
        </p:spPr>
      </p:cxnSp>
      <p:cxnSp>
        <p:nvCxnSpPr>
          <p:cNvPr id="1179" name="">
            <a:extLst xmlns:a="http://schemas.openxmlformats.org/drawingml/2006/main">
              <a:ext uri="{FF2B5EF4-FFF2-40B4-BE49-F238E27FC236}">
                <a16:creationId xmlns:a16="http://schemas.microsoft.com/office/drawing/2014/main" id="{419AAE7F-8761-406E-A73D-F732E53EEF72}"/>
              </a:ext>
            </a:extLst>
          </p:cNvPr>
          <p:cNvCxnSpPr/>
          <p:nvPr/>
        </p:nvCxnSpPr>
        <p:spPr>
          <a:xfrm xmlns:a="http://schemas.openxmlformats.org/drawingml/2006/main" flipH="0" flipV="0">
            <a:off x="6063437" y="4063155"/>
            <a:ext cx="17436" cy="42317"/>
          </a:xfrm>
          <a:prstGeom xmlns:a="http://schemas.openxmlformats.org/drawingml/2006/main" prst="straightConnector1">
            <a:avLst/>
          </a:prstGeom>
          <a:ln xmlns:a="http://schemas.openxmlformats.org/drawingml/2006/main" w="6191">
            <a:solidFill>
              <a:srgbClr val="A9B8C2"/>
            </a:solidFill>
            <a:prstDash val="solid"/>
          </a:ln>
        </p:spPr>
      </p:cxnSp>
      <p:cxnSp>
        <p:nvCxnSpPr>
          <p:cNvPr id="1180" name="">
            <a:extLst xmlns:a="http://schemas.openxmlformats.org/drawingml/2006/main">
              <a:ext uri="{FF2B5EF4-FFF2-40B4-BE49-F238E27FC236}">
                <a16:creationId xmlns:a16="http://schemas.microsoft.com/office/drawing/2014/main" id="{F9B10BB7-C17E-4BB6-B8BE-CD2FB7001EB7}"/>
              </a:ext>
            </a:extLst>
          </p:cNvPr>
          <p:cNvCxnSpPr/>
          <p:nvPr/>
        </p:nvCxnSpPr>
        <p:spPr>
          <a:xfrm xmlns:a="http://schemas.openxmlformats.org/drawingml/2006/main" flipH="0" flipV="0">
            <a:off x="6080873" y="4105473"/>
            <a:ext cx="17436" cy="42317"/>
          </a:xfrm>
          <a:prstGeom xmlns:a="http://schemas.openxmlformats.org/drawingml/2006/main" prst="straightConnector1">
            <a:avLst/>
          </a:prstGeom>
          <a:ln xmlns:a="http://schemas.openxmlformats.org/drawingml/2006/main" w="6191">
            <a:solidFill>
              <a:srgbClr val="A9B8C2"/>
            </a:solidFill>
            <a:prstDash val="solid"/>
          </a:ln>
        </p:spPr>
      </p:cxnSp>
      <p:cxnSp>
        <p:nvCxnSpPr>
          <p:cNvPr id="1181" name="">
            <a:extLst xmlns:a="http://schemas.openxmlformats.org/drawingml/2006/main">
              <a:ext uri="{FF2B5EF4-FFF2-40B4-BE49-F238E27FC236}">
                <a16:creationId xmlns:a16="http://schemas.microsoft.com/office/drawing/2014/main" id="{3C344A1C-0228-40DA-8628-BD12E1A2DBEF}"/>
              </a:ext>
            </a:extLst>
          </p:cNvPr>
          <p:cNvCxnSpPr/>
          <p:nvPr/>
        </p:nvCxnSpPr>
        <p:spPr>
          <a:xfrm xmlns:a="http://schemas.openxmlformats.org/drawingml/2006/main" flipH="0" flipV="0">
            <a:off x="6171009" y="3885168"/>
            <a:ext cx="4583" cy="71652"/>
          </a:xfrm>
          <a:prstGeom xmlns:a="http://schemas.openxmlformats.org/drawingml/2006/main" prst="straightConnector1">
            <a:avLst/>
          </a:prstGeom>
          <a:ln xmlns:a="http://schemas.openxmlformats.org/drawingml/2006/main" w="6191">
            <a:solidFill>
              <a:srgbClr val="A9B8C2"/>
            </a:solidFill>
            <a:prstDash val="solid"/>
          </a:ln>
        </p:spPr>
      </p:cxnSp>
      <p:cxnSp>
        <p:nvCxnSpPr>
          <p:cNvPr id="1182" name="">
            <a:extLst xmlns:a="http://schemas.openxmlformats.org/drawingml/2006/main">
              <a:ext uri="{FF2B5EF4-FFF2-40B4-BE49-F238E27FC236}">
                <a16:creationId xmlns:a16="http://schemas.microsoft.com/office/drawing/2014/main" id="{A43B4668-3BB4-44B6-B0A2-B1EB3FF19A24}"/>
              </a:ext>
            </a:extLst>
          </p:cNvPr>
          <p:cNvCxnSpPr/>
          <p:nvPr/>
        </p:nvCxnSpPr>
        <p:spPr>
          <a:xfrm xmlns:a="http://schemas.openxmlformats.org/drawingml/2006/main" flipH="0" flipV="0">
            <a:off x="6175592" y="3956820"/>
            <a:ext cx="4595" cy="71676"/>
          </a:xfrm>
          <a:prstGeom xmlns:a="http://schemas.openxmlformats.org/drawingml/2006/main" prst="straightConnector1">
            <a:avLst/>
          </a:prstGeom>
          <a:ln xmlns:a="http://schemas.openxmlformats.org/drawingml/2006/main" w="6191">
            <a:solidFill>
              <a:srgbClr val="A9B8C2"/>
            </a:solidFill>
            <a:prstDash val="solid"/>
          </a:ln>
        </p:spPr>
      </p:cxnSp>
      <p:cxnSp>
        <p:nvCxnSpPr>
          <p:cNvPr id="1183" name="">
            <a:extLst xmlns:a="http://schemas.openxmlformats.org/drawingml/2006/main">
              <a:ext uri="{FF2B5EF4-FFF2-40B4-BE49-F238E27FC236}">
                <a16:creationId xmlns:a16="http://schemas.microsoft.com/office/drawing/2014/main" id="{FFC12355-CCDF-4C1D-91D7-34BD12651436}"/>
              </a:ext>
            </a:extLst>
          </p:cNvPr>
          <p:cNvCxnSpPr/>
          <p:nvPr/>
        </p:nvCxnSpPr>
        <p:spPr>
          <a:xfrm xmlns:a="http://schemas.openxmlformats.org/drawingml/2006/main" flipH="0" flipV="0">
            <a:off x="6013615" y="4189801"/>
            <a:ext cx="8164" cy="53651"/>
          </a:xfrm>
          <a:prstGeom xmlns:a="http://schemas.openxmlformats.org/drawingml/2006/main" prst="straightConnector1">
            <a:avLst/>
          </a:prstGeom>
          <a:ln xmlns:a="http://schemas.openxmlformats.org/drawingml/2006/main" w="6191">
            <a:solidFill>
              <a:srgbClr val="A9B8C2"/>
            </a:solidFill>
            <a:prstDash val="solid"/>
          </a:ln>
        </p:spPr>
      </p:cxnSp>
      <p:cxnSp>
        <p:nvCxnSpPr>
          <p:cNvPr id="1184" name="">
            <a:extLst xmlns:a="http://schemas.openxmlformats.org/drawingml/2006/main">
              <a:ext uri="{FF2B5EF4-FFF2-40B4-BE49-F238E27FC236}">
                <a16:creationId xmlns:a16="http://schemas.microsoft.com/office/drawing/2014/main" id="{96A98D4A-0D9F-44DD-8B5D-706C06419026}"/>
              </a:ext>
            </a:extLst>
          </p:cNvPr>
          <p:cNvCxnSpPr/>
          <p:nvPr/>
        </p:nvCxnSpPr>
        <p:spPr>
          <a:xfrm xmlns:a="http://schemas.openxmlformats.org/drawingml/2006/main" flipH="0" flipV="0">
            <a:off x="6021779" y="4243452"/>
            <a:ext cx="8164" cy="53639"/>
          </a:xfrm>
          <a:prstGeom xmlns:a="http://schemas.openxmlformats.org/drawingml/2006/main" prst="straightConnector1">
            <a:avLst/>
          </a:prstGeom>
          <a:ln xmlns:a="http://schemas.openxmlformats.org/drawingml/2006/main" w="6191">
            <a:solidFill>
              <a:srgbClr val="A9B8C2"/>
            </a:solidFill>
            <a:prstDash val="solid"/>
          </a:ln>
        </p:spPr>
      </p:cxnSp>
      <p:cxnSp>
        <p:nvCxnSpPr>
          <p:cNvPr id="1185" name="">
            <a:extLst xmlns:a="http://schemas.openxmlformats.org/drawingml/2006/main">
              <a:ext uri="{FF2B5EF4-FFF2-40B4-BE49-F238E27FC236}">
                <a16:creationId xmlns:a16="http://schemas.microsoft.com/office/drawing/2014/main" id="{5B0212C4-F717-4F2A-A354-18FF94F91AD0}"/>
              </a:ext>
            </a:extLst>
          </p:cNvPr>
          <p:cNvCxnSpPr/>
          <p:nvPr/>
        </p:nvCxnSpPr>
        <p:spPr>
          <a:xfrm xmlns:a="http://schemas.openxmlformats.org/drawingml/2006/main" flipH="0" flipV="0">
            <a:off x="6029943" y="4297091"/>
            <a:ext cx="8152" cy="53651"/>
          </a:xfrm>
          <a:prstGeom xmlns:a="http://schemas.openxmlformats.org/drawingml/2006/main" prst="straightConnector1">
            <a:avLst/>
          </a:prstGeom>
          <a:ln xmlns:a="http://schemas.openxmlformats.org/drawingml/2006/main" w="6191">
            <a:solidFill>
              <a:srgbClr val="A9B8C2"/>
            </a:solidFill>
            <a:prstDash val="solid"/>
          </a:ln>
        </p:spPr>
      </p:cxnSp>
      <p:cxnSp>
        <p:nvCxnSpPr>
          <p:cNvPr id="1186" name="">
            <a:extLst xmlns:a="http://schemas.openxmlformats.org/drawingml/2006/main">
              <a:ext uri="{FF2B5EF4-FFF2-40B4-BE49-F238E27FC236}">
                <a16:creationId xmlns:a16="http://schemas.microsoft.com/office/drawing/2014/main" id="{43D7D695-DA3A-4037-ADD9-DA41241DBFFC}"/>
              </a:ext>
            </a:extLst>
          </p:cNvPr>
          <p:cNvCxnSpPr/>
          <p:nvPr/>
        </p:nvCxnSpPr>
        <p:spPr>
          <a:xfrm xmlns:a="http://schemas.openxmlformats.org/drawingml/2006/main" flipH="0" flipV="0">
            <a:off x="6038096" y="4350741"/>
            <a:ext cx="8152" cy="53651"/>
          </a:xfrm>
          <a:prstGeom xmlns:a="http://schemas.openxmlformats.org/drawingml/2006/main" prst="straightConnector1">
            <a:avLst/>
          </a:prstGeom>
          <a:ln xmlns:a="http://schemas.openxmlformats.org/drawingml/2006/main" w="6191">
            <a:solidFill>
              <a:srgbClr val="A9B8C2"/>
            </a:solidFill>
            <a:prstDash val="solid"/>
          </a:ln>
        </p:spPr>
      </p:cxnSp>
      <p:cxnSp>
        <p:nvCxnSpPr>
          <p:cNvPr id="1187" name="">
            <a:extLst xmlns:a="http://schemas.openxmlformats.org/drawingml/2006/main">
              <a:ext uri="{FF2B5EF4-FFF2-40B4-BE49-F238E27FC236}">
                <a16:creationId xmlns:a16="http://schemas.microsoft.com/office/drawing/2014/main" id="{D713C594-495A-4ED9-BFFB-2D06DDF668F6}"/>
              </a:ext>
            </a:extLst>
          </p:cNvPr>
          <p:cNvCxnSpPr/>
          <p:nvPr/>
        </p:nvCxnSpPr>
        <p:spPr>
          <a:xfrm xmlns:a="http://schemas.openxmlformats.org/drawingml/2006/main" flipH="0" flipV="0">
            <a:off x="6046248" y="4404392"/>
            <a:ext cx="8164" cy="53639"/>
          </a:xfrm>
          <a:prstGeom xmlns:a="http://schemas.openxmlformats.org/drawingml/2006/main" prst="straightConnector1">
            <a:avLst/>
          </a:prstGeom>
          <a:ln xmlns:a="http://schemas.openxmlformats.org/drawingml/2006/main" w="6191">
            <a:solidFill>
              <a:srgbClr val="A9B8C2"/>
            </a:solidFill>
            <a:prstDash val="solid"/>
          </a:ln>
        </p:spPr>
      </p:cxnSp>
      <p:cxnSp>
        <p:nvCxnSpPr>
          <p:cNvPr id="1188" name="">
            <a:extLst xmlns:a="http://schemas.openxmlformats.org/drawingml/2006/main">
              <a:ext uri="{FF2B5EF4-FFF2-40B4-BE49-F238E27FC236}">
                <a16:creationId xmlns:a16="http://schemas.microsoft.com/office/drawing/2014/main" id="{71FE8AF8-3C7C-44AB-8137-04C973BF0D14}"/>
              </a:ext>
            </a:extLst>
          </p:cNvPr>
          <p:cNvCxnSpPr/>
          <p:nvPr/>
        </p:nvCxnSpPr>
        <p:spPr>
          <a:xfrm xmlns:a="http://schemas.openxmlformats.org/drawingml/2006/main" flipH="0" flipV="0">
            <a:off x="5917765" y="4368578"/>
            <a:ext cx="8400" cy="63818"/>
          </a:xfrm>
          <a:prstGeom xmlns:a="http://schemas.openxmlformats.org/drawingml/2006/main" prst="straightConnector1">
            <a:avLst/>
          </a:prstGeom>
          <a:ln xmlns:a="http://schemas.openxmlformats.org/drawingml/2006/main" w="6191">
            <a:solidFill>
              <a:srgbClr val="A9B8C2"/>
            </a:solidFill>
            <a:prstDash val="solid"/>
          </a:ln>
        </p:spPr>
      </p:cxnSp>
      <p:cxnSp>
        <p:nvCxnSpPr>
          <p:cNvPr id="1189" name="">
            <a:extLst xmlns:a="http://schemas.openxmlformats.org/drawingml/2006/main">
              <a:ext uri="{FF2B5EF4-FFF2-40B4-BE49-F238E27FC236}">
                <a16:creationId xmlns:a16="http://schemas.microsoft.com/office/drawing/2014/main" id="{7DF706DE-203F-4BE8-86DE-2E55E3E01B9D}"/>
              </a:ext>
            </a:extLst>
          </p:cNvPr>
          <p:cNvCxnSpPr/>
          <p:nvPr/>
        </p:nvCxnSpPr>
        <p:spPr>
          <a:xfrm xmlns:a="http://schemas.openxmlformats.org/drawingml/2006/main" flipH="0" flipV="0">
            <a:off x="5926165" y="4432395"/>
            <a:ext cx="8388" cy="63818"/>
          </a:xfrm>
          <a:prstGeom xmlns:a="http://schemas.openxmlformats.org/drawingml/2006/main" prst="straightConnector1">
            <a:avLst/>
          </a:prstGeom>
          <a:ln xmlns:a="http://schemas.openxmlformats.org/drawingml/2006/main" w="6191">
            <a:solidFill>
              <a:srgbClr val="A9B8C2"/>
            </a:solidFill>
            <a:prstDash val="solid"/>
          </a:ln>
        </p:spPr>
      </p:cxnSp>
      <p:cxnSp>
        <p:nvCxnSpPr>
          <p:cNvPr id="1190" name="">
            <a:extLst xmlns:a="http://schemas.openxmlformats.org/drawingml/2006/main">
              <a:ext uri="{FF2B5EF4-FFF2-40B4-BE49-F238E27FC236}">
                <a16:creationId xmlns:a16="http://schemas.microsoft.com/office/drawing/2014/main" id="{024EEEC1-680A-45DA-B396-CB3C05454189}"/>
              </a:ext>
            </a:extLst>
          </p:cNvPr>
          <p:cNvCxnSpPr/>
          <p:nvPr/>
        </p:nvCxnSpPr>
        <p:spPr>
          <a:xfrm xmlns:a="http://schemas.openxmlformats.org/drawingml/2006/main" flipH="0" flipV="0">
            <a:off x="6081627" y="4155683"/>
            <a:ext cx="9413" cy="57597"/>
          </a:xfrm>
          <a:prstGeom xmlns:a="http://schemas.openxmlformats.org/drawingml/2006/main" prst="straightConnector1">
            <a:avLst/>
          </a:prstGeom>
          <a:ln xmlns:a="http://schemas.openxmlformats.org/drawingml/2006/main" w="6191">
            <a:solidFill>
              <a:srgbClr val="A9B8C2"/>
            </a:solidFill>
            <a:prstDash val="solid"/>
          </a:ln>
        </p:spPr>
      </p:cxnSp>
      <p:cxnSp>
        <p:nvCxnSpPr>
          <p:cNvPr id="1191" name="">
            <a:extLst xmlns:a="http://schemas.openxmlformats.org/drawingml/2006/main">
              <a:ext uri="{FF2B5EF4-FFF2-40B4-BE49-F238E27FC236}">
                <a16:creationId xmlns:a16="http://schemas.microsoft.com/office/drawing/2014/main" id="{CF0FF1D7-26E9-4038-AB45-06EAFEE8CDDE}"/>
              </a:ext>
            </a:extLst>
          </p:cNvPr>
          <p:cNvCxnSpPr/>
          <p:nvPr/>
        </p:nvCxnSpPr>
        <p:spPr>
          <a:xfrm xmlns:a="http://schemas.openxmlformats.org/drawingml/2006/main" flipH="0" flipV="0">
            <a:off x="6091040" y="4213281"/>
            <a:ext cx="9437" cy="57597"/>
          </a:xfrm>
          <a:prstGeom xmlns:a="http://schemas.openxmlformats.org/drawingml/2006/main" prst="straightConnector1">
            <a:avLst/>
          </a:prstGeom>
          <a:ln xmlns:a="http://schemas.openxmlformats.org/drawingml/2006/main" w="6191">
            <a:solidFill>
              <a:srgbClr val="A9B8C2"/>
            </a:solidFill>
            <a:prstDash val="solid"/>
          </a:ln>
        </p:spPr>
      </p:cxnSp>
      <p:cxnSp>
        <p:nvCxnSpPr>
          <p:cNvPr id="1192" name="">
            <a:extLst xmlns:a="http://schemas.openxmlformats.org/drawingml/2006/main">
              <a:ext uri="{FF2B5EF4-FFF2-40B4-BE49-F238E27FC236}">
                <a16:creationId xmlns:a16="http://schemas.microsoft.com/office/drawing/2014/main" id="{913BBE29-C8CA-4ACC-A9C2-44E121B5CEC8}"/>
              </a:ext>
            </a:extLst>
          </p:cNvPr>
          <p:cNvCxnSpPr/>
          <p:nvPr/>
        </p:nvCxnSpPr>
        <p:spPr>
          <a:xfrm xmlns:a="http://schemas.openxmlformats.org/drawingml/2006/main" flipH="0" flipV="0">
            <a:off x="6100476" y="4270878"/>
            <a:ext cx="9425" cy="57597"/>
          </a:xfrm>
          <a:prstGeom xmlns:a="http://schemas.openxmlformats.org/drawingml/2006/main" prst="straightConnector1">
            <a:avLst/>
          </a:prstGeom>
          <a:ln xmlns:a="http://schemas.openxmlformats.org/drawingml/2006/main" w="6191">
            <a:solidFill>
              <a:srgbClr val="A9B8C2"/>
            </a:solidFill>
            <a:prstDash val="solid"/>
          </a:ln>
        </p:spPr>
      </p:cxnSp>
      <p:cxnSp>
        <p:nvCxnSpPr>
          <p:cNvPr id="1193" name="">
            <a:extLst xmlns:a="http://schemas.openxmlformats.org/drawingml/2006/main">
              <a:ext uri="{FF2B5EF4-FFF2-40B4-BE49-F238E27FC236}">
                <a16:creationId xmlns:a16="http://schemas.microsoft.com/office/drawing/2014/main" id="{B3F63F48-7958-4174-AD1C-024BFC5C27E3}"/>
              </a:ext>
            </a:extLst>
          </p:cNvPr>
          <p:cNvCxnSpPr/>
          <p:nvPr/>
        </p:nvCxnSpPr>
        <p:spPr>
          <a:xfrm xmlns:a="http://schemas.openxmlformats.org/drawingml/2006/main" flipH="0" flipV="0">
            <a:off x="6109901" y="4328475"/>
            <a:ext cx="9437" cy="57585"/>
          </a:xfrm>
          <a:prstGeom xmlns:a="http://schemas.openxmlformats.org/drawingml/2006/main" prst="straightConnector1">
            <a:avLst/>
          </a:prstGeom>
          <a:ln xmlns:a="http://schemas.openxmlformats.org/drawingml/2006/main" w="6191">
            <a:solidFill>
              <a:srgbClr val="A9B8C2"/>
            </a:solidFill>
            <a:prstDash val="solid"/>
          </a:ln>
        </p:spPr>
      </p:cxnSp>
      <p:cxnSp>
        <p:nvCxnSpPr>
          <p:cNvPr id="1194" name="">
            <a:extLst xmlns:a="http://schemas.openxmlformats.org/drawingml/2006/main">
              <a:ext uri="{FF2B5EF4-FFF2-40B4-BE49-F238E27FC236}">
                <a16:creationId xmlns:a16="http://schemas.microsoft.com/office/drawing/2014/main" id="{83FE02C9-C2D9-440E-88D9-8F84C941CD09}"/>
              </a:ext>
            </a:extLst>
          </p:cNvPr>
          <p:cNvCxnSpPr/>
          <p:nvPr/>
        </p:nvCxnSpPr>
        <p:spPr>
          <a:xfrm xmlns:a="http://schemas.openxmlformats.org/drawingml/2006/main" flipH="0" flipV="0">
            <a:off x="6119338" y="4386061"/>
            <a:ext cx="9425" cy="57597"/>
          </a:xfrm>
          <a:prstGeom xmlns:a="http://schemas.openxmlformats.org/drawingml/2006/main" prst="straightConnector1">
            <a:avLst/>
          </a:prstGeom>
          <a:ln xmlns:a="http://schemas.openxmlformats.org/drawingml/2006/main" w="6191">
            <a:solidFill>
              <a:srgbClr val="A9B8C2"/>
            </a:solidFill>
            <a:prstDash val="solid"/>
          </a:ln>
        </p:spPr>
      </p:cxnSp>
      <p:cxnSp>
        <p:nvCxnSpPr>
          <p:cNvPr id="1195" name="">
            <a:extLst xmlns:a="http://schemas.openxmlformats.org/drawingml/2006/main">
              <a:ext uri="{FF2B5EF4-FFF2-40B4-BE49-F238E27FC236}">
                <a16:creationId xmlns:a16="http://schemas.microsoft.com/office/drawing/2014/main" id="{14B5859D-3B03-414D-AE53-F2E42E1170C8}"/>
              </a:ext>
            </a:extLst>
          </p:cNvPr>
          <p:cNvCxnSpPr/>
          <p:nvPr/>
        </p:nvCxnSpPr>
        <p:spPr>
          <a:xfrm xmlns:a="http://schemas.openxmlformats.org/drawingml/2006/main" flipH="0" flipV="0">
            <a:off x="6240599" y="3904513"/>
            <a:ext cx="3793" cy="57044"/>
          </a:xfrm>
          <a:prstGeom xmlns:a="http://schemas.openxmlformats.org/drawingml/2006/main" prst="straightConnector1">
            <a:avLst/>
          </a:prstGeom>
          <a:ln xmlns:a="http://schemas.openxmlformats.org/drawingml/2006/main" w="6191">
            <a:solidFill>
              <a:srgbClr val="A9B8C2"/>
            </a:solidFill>
            <a:prstDash val="solid"/>
          </a:ln>
        </p:spPr>
      </p:cxnSp>
      <p:cxnSp>
        <p:nvCxnSpPr>
          <p:cNvPr id="1196" name="">
            <a:extLst xmlns:a="http://schemas.openxmlformats.org/drawingml/2006/main">
              <a:ext uri="{FF2B5EF4-FFF2-40B4-BE49-F238E27FC236}">
                <a16:creationId xmlns:a16="http://schemas.microsoft.com/office/drawing/2014/main" id="{1D7E7532-9ACE-4F06-9210-D026A632A811}"/>
              </a:ext>
            </a:extLst>
          </p:cNvPr>
          <p:cNvCxnSpPr/>
          <p:nvPr/>
        </p:nvCxnSpPr>
        <p:spPr>
          <a:xfrm xmlns:a="http://schemas.openxmlformats.org/drawingml/2006/main" flipH="0" flipV="0">
            <a:off x="6244393" y="3961556"/>
            <a:ext cx="3782" cy="57032"/>
          </a:xfrm>
          <a:prstGeom xmlns:a="http://schemas.openxmlformats.org/drawingml/2006/main" prst="straightConnector1">
            <a:avLst/>
          </a:prstGeom>
          <a:ln xmlns:a="http://schemas.openxmlformats.org/drawingml/2006/main" w="6191">
            <a:solidFill>
              <a:srgbClr val="A9B8C2"/>
            </a:solidFill>
            <a:prstDash val="solid"/>
          </a:ln>
        </p:spPr>
      </p:cxnSp>
      <p:cxnSp>
        <p:nvCxnSpPr>
          <p:cNvPr id="1197" name="">
            <a:extLst xmlns:a="http://schemas.openxmlformats.org/drawingml/2006/main">
              <a:ext uri="{FF2B5EF4-FFF2-40B4-BE49-F238E27FC236}">
                <a16:creationId xmlns:a16="http://schemas.microsoft.com/office/drawing/2014/main" id="{137B8208-08F2-44C8-85A5-98E7CECC9AF0}"/>
              </a:ext>
            </a:extLst>
          </p:cNvPr>
          <p:cNvCxnSpPr/>
          <p:nvPr/>
        </p:nvCxnSpPr>
        <p:spPr>
          <a:xfrm xmlns:a="http://schemas.openxmlformats.org/drawingml/2006/main" flipH="0" flipV="0">
            <a:off x="6248175" y="4018588"/>
            <a:ext cx="3805" cy="57044"/>
          </a:xfrm>
          <a:prstGeom xmlns:a="http://schemas.openxmlformats.org/drawingml/2006/main" prst="straightConnector1">
            <a:avLst/>
          </a:prstGeom>
          <a:ln xmlns:a="http://schemas.openxmlformats.org/drawingml/2006/main" w="6191">
            <a:solidFill>
              <a:srgbClr val="A9B8C2"/>
            </a:solidFill>
            <a:prstDash val="solid"/>
          </a:ln>
        </p:spPr>
      </p:cxnSp>
      <p:cxnSp>
        <p:nvCxnSpPr>
          <p:cNvPr id="1198" name="">
            <a:extLst xmlns:a="http://schemas.openxmlformats.org/drawingml/2006/main">
              <a:ext uri="{FF2B5EF4-FFF2-40B4-BE49-F238E27FC236}">
                <a16:creationId xmlns:a16="http://schemas.microsoft.com/office/drawing/2014/main" id="{21B211C0-5642-40B0-BF4F-02136E744EAC}"/>
              </a:ext>
            </a:extLst>
          </p:cNvPr>
          <p:cNvCxnSpPr/>
          <p:nvPr/>
        </p:nvCxnSpPr>
        <p:spPr>
          <a:xfrm xmlns:a="http://schemas.openxmlformats.org/drawingml/2006/main" flipH="0" flipV="0">
            <a:off x="6122778" y="4136233"/>
            <a:ext cx="10167" cy="59482"/>
          </a:xfrm>
          <a:prstGeom xmlns:a="http://schemas.openxmlformats.org/drawingml/2006/main" prst="straightConnector1">
            <a:avLst/>
          </a:prstGeom>
          <a:ln xmlns:a="http://schemas.openxmlformats.org/drawingml/2006/main" w="6191">
            <a:solidFill>
              <a:srgbClr val="A9B8C2"/>
            </a:solidFill>
            <a:prstDash val="solid"/>
          </a:ln>
        </p:spPr>
      </p:cxnSp>
      <p:cxnSp>
        <p:nvCxnSpPr>
          <p:cNvPr id="1199" name="">
            <a:extLst xmlns:a="http://schemas.openxmlformats.org/drawingml/2006/main">
              <a:ext uri="{FF2B5EF4-FFF2-40B4-BE49-F238E27FC236}">
                <a16:creationId xmlns:a16="http://schemas.microsoft.com/office/drawing/2014/main" id="{E00AD551-51CA-4A46-AF8C-667CDCC398DE}"/>
              </a:ext>
            </a:extLst>
          </p:cNvPr>
          <p:cNvCxnSpPr/>
          <p:nvPr/>
        </p:nvCxnSpPr>
        <p:spPr>
          <a:xfrm xmlns:a="http://schemas.openxmlformats.org/drawingml/2006/main" flipH="0" flipV="0">
            <a:off x="6132945" y="4195715"/>
            <a:ext cx="10167" cy="59470"/>
          </a:xfrm>
          <a:prstGeom xmlns:a="http://schemas.openxmlformats.org/drawingml/2006/main" prst="straightConnector1">
            <a:avLst/>
          </a:prstGeom>
          <a:ln xmlns:a="http://schemas.openxmlformats.org/drawingml/2006/main" w="6191">
            <a:solidFill>
              <a:srgbClr val="A9B8C2"/>
            </a:solidFill>
            <a:prstDash val="solid"/>
          </a:ln>
        </p:spPr>
      </p:cxnSp>
      <p:cxnSp>
        <p:nvCxnSpPr>
          <p:cNvPr id="1200" name="">
            <a:extLst xmlns:a="http://schemas.openxmlformats.org/drawingml/2006/main">
              <a:ext uri="{FF2B5EF4-FFF2-40B4-BE49-F238E27FC236}">
                <a16:creationId xmlns:a16="http://schemas.microsoft.com/office/drawing/2014/main" id="{6BEF8CAD-9C7E-4DB8-8DDB-DA819ECC0A01}"/>
              </a:ext>
            </a:extLst>
          </p:cNvPr>
          <p:cNvCxnSpPr/>
          <p:nvPr/>
        </p:nvCxnSpPr>
        <p:spPr>
          <a:xfrm xmlns:a="http://schemas.openxmlformats.org/drawingml/2006/main" flipH="0" flipV="0">
            <a:off x="6143112" y="4255186"/>
            <a:ext cx="10179" cy="59482"/>
          </a:xfrm>
          <a:prstGeom xmlns:a="http://schemas.openxmlformats.org/drawingml/2006/main" prst="straightConnector1">
            <a:avLst/>
          </a:prstGeom>
          <a:ln xmlns:a="http://schemas.openxmlformats.org/drawingml/2006/main" w="6191">
            <a:solidFill>
              <a:srgbClr val="A9B8C2"/>
            </a:solidFill>
            <a:prstDash val="solid"/>
          </a:ln>
        </p:spPr>
      </p:cxnSp>
      <p:cxnSp>
        <p:nvCxnSpPr>
          <p:cNvPr id="1201" name="">
            <a:extLst xmlns:a="http://schemas.openxmlformats.org/drawingml/2006/main">
              <a:ext uri="{FF2B5EF4-FFF2-40B4-BE49-F238E27FC236}">
                <a16:creationId xmlns:a16="http://schemas.microsoft.com/office/drawing/2014/main" id="{15A05FE7-9878-4DA4-90E2-F867FF22A00E}"/>
              </a:ext>
            </a:extLst>
          </p:cNvPr>
          <p:cNvCxnSpPr/>
          <p:nvPr/>
        </p:nvCxnSpPr>
        <p:spPr>
          <a:xfrm xmlns:a="http://schemas.openxmlformats.org/drawingml/2006/main" flipH="0" flipV="0">
            <a:off x="6153290" y="4314668"/>
            <a:ext cx="10179" cy="59470"/>
          </a:xfrm>
          <a:prstGeom xmlns:a="http://schemas.openxmlformats.org/drawingml/2006/main" prst="straightConnector1">
            <a:avLst/>
          </a:prstGeom>
          <a:ln xmlns:a="http://schemas.openxmlformats.org/drawingml/2006/main" w="6191">
            <a:solidFill>
              <a:srgbClr val="A9B8C2"/>
            </a:solidFill>
            <a:prstDash val="solid"/>
          </a:ln>
        </p:spPr>
      </p:cxnSp>
      <p:cxnSp>
        <p:nvCxnSpPr>
          <p:cNvPr id="1202" name="">
            <a:extLst xmlns:a="http://schemas.openxmlformats.org/drawingml/2006/main">
              <a:ext uri="{FF2B5EF4-FFF2-40B4-BE49-F238E27FC236}">
                <a16:creationId xmlns:a16="http://schemas.microsoft.com/office/drawing/2014/main" id="{8F60A77B-7042-4AA4-8E37-EAED7FB6CABB}"/>
              </a:ext>
            </a:extLst>
          </p:cNvPr>
          <p:cNvCxnSpPr/>
          <p:nvPr/>
        </p:nvCxnSpPr>
        <p:spPr>
          <a:xfrm xmlns:a="http://schemas.openxmlformats.org/drawingml/2006/main" flipH="0" flipV="0">
            <a:off x="6163469" y="4374138"/>
            <a:ext cx="10167" cy="59482"/>
          </a:xfrm>
          <a:prstGeom xmlns:a="http://schemas.openxmlformats.org/drawingml/2006/main" prst="straightConnector1">
            <a:avLst/>
          </a:prstGeom>
          <a:ln xmlns:a="http://schemas.openxmlformats.org/drawingml/2006/main" w="6191">
            <a:solidFill>
              <a:srgbClr val="A9B8C2"/>
            </a:solidFill>
            <a:prstDash val="solid"/>
          </a:ln>
        </p:spPr>
      </p:cxnSp>
      <p:cxnSp>
        <p:nvCxnSpPr>
          <p:cNvPr id="1203" name="">
            <a:extLst xmlns:a="http://schemas.openxmlformats.org/drawingml/2006/main">
              <a:ext uri="{FF2B5EF4-FFF2-40B4-BE49-F238E27FC236}">
                <a16:creationId xmlns:a16="http://schemas.microsoft.com/office/drawing/2014/main" id="{CC5A2535-E50D-4EE6-8AFF-1CC7345A681F}"/>
              </a:ext>
            </a:extLst>
          </p:cNvPr>
          <p:cNvCxnSpPr/>
          <p:nvPr/>
        </p:nvCxnSpPr>
        <p:spPr>
          <a:xfrm xmlns:a="http://schemas.openxmlformats.org/drawingml/2006/main" flipH="0" flipV="0">
            <a:off x="6164494" y="4116582"/>
            <a:ext cx="6409" cy="62557"/>
          </a:xfrm>
          <a:prstGeom xmlns:a="http://schemas.openxmlformats.org/drawingml/2006/main" prst="straightConnector1">
            <a:avLst/>
          </a:prstGeom>
          <a:ln xmlns:a="http://schemas.openxmlformats.org/drawingml/2006/main" w="6191">
            <a:solidFill>
              <a:srgbClr val="A9B8C2"/>
            </a:solidFill>
            <a:prstDash val="solid"/>
          </a:ln>
        </p:spPr>
      </p:cxnSp>
      <p:cxnSp>
        <p:nvCxnSpPr>
          <p:cNvPr id="1204" name="">
            <a:extLst xmlns:a="http://schemas.openxmlformats.org/drawingml/2006/main">
              <a:ext uri="{FF2B5EF4-FFF2-40B4-BE49-F238E27FC236}">
                <a16:creationId xmlns:a16="http://schemas.microsoft.com/office/drawing/2014/main" id="{5087205F-0161-4DC8-B456-C0D42C80E826}"/>
              </a:ext>
            </a:extLst>
          </p:cNvPr>
          <p:cNvCxnSpPr/>
          <p:nvPr/>
        </p:nvCxnSpPr>
        <p:spPr>
          <a:xfrm xmlns:a="http://schemas.openxmlformats.org/drawingml/2006/main" flipH="0" flipV="0">
            <a:off x="6170903" y="4179139"/>
            <a:ext cx="6397" cy="62545"/>
          </a:xfrm>
          <a:prstGeom xmlns:a="http://schemas.openxmlformats.org/drawingml/2006/main" prst="straightConnector1">
            <a:avLst/>
          </a:prstGeom>
          <a:ln xmlns:a="http://schemas.openxmlformats.org/drawingml/2006/main" w="6191">
            <a:solidFill>
              <a:srgbClr val="A9B8C2"/>
            </a:solidFill>
            <a:prstDash val="solid"/>
          </a:ln>
        </p:spPr>
      </p:cxnSp>
      <p:cxnSp>
        <p:nvCxnSpPr>
          <p:cNvPr id="1205" name="">
            <a:extLst xmlns:a="http://schemas.openxmlformats.org/drawingml/2006/main">
              <a:ext uri="{FF2B5EF4-FFF2-40B4-BE49-F238E27FC236}">
                <a16:creationId xmlns:a16="http://schemas.microsoft.com/office/drawing/2014/main" id="{9D9D242F-9381-4DC2-801A-92DF1EE66364}"/>
              </a:ext>
            </a:extLst>
          </p:cNvPr>
          <p:cNvCxnSpPr/>
          <p:nvPr/>
        </p:nvCxnSpPr>
        <p:spPr>
          <a:xfrm xmlns:a="http://schemas.openxmlformats.org/drawingml/2006/main" flipH="0" flipV="0">
            <a:off x="6177300" y="4241685"/>
            <a:ext cx="6409" cy="62557"/>
          </a:xfrm>
          <a:prstGeom xmlns:a="http://schemas.openxmlformats.org/drawingml/2006/main" prst="straightConnector1">
            <a:avLst/>
          </a:prstGeom>
          <a:ln xmlns:a="http://schemas.openxmlformats.org/drawingml/2006/main" w="6191">
            <a:solidFill>
              <a:srgbClr val="A9B8C2"/>
            </a:solidFill>
            <a:prstDash val="solid"/>
          </a:ln>
        </p:spPr>
      </p:cxnSp>
      <p:cxnSp>
        <p:nvCxnSpPr>
          <p:cNvPr id="1206" name="">
            <a:extLst xmlns:a="http://schemas.openxmlformats.org/drawingml/2006/main">
              <a:ext uri="{FF2B5EF4-FFF2-40B4-BE49-F238E27FC236}">
                <a16:creationId xmlns:a16="http://schemas.microsoft.com/office/drawing/2014/main" id="{B9E64011-814C-4E7B-8EC2-23E623DA2AB1}"/>
              </a:ext>
            </a:extLst>
          </p:cNvPr>
          <p:cNvCxnSpPr/>
          <p:nvPr/>
        </p:nvCxnSpPr>
        <p:spPr>
          <a:xfrm xmlns:a="http://schemas.openxmlformats.org/drawingml/2006/main" flipH="0" flipV="0">
            <a:off x="6183709" y="4304242"/>
            <a:ext cx="6397" cy="62545"/>
          </a:xfrm>
          <a:prstGeom xmlns:a="http://schemas.openxmlformats.org/drawingml/2006/main" prst="straightConnector1">
            <a:avLst/>
          </a:prstGeom>
          <a:ln xmlns:a="http://schemas.openxmlformats.org/drawingml/2006/main" w="6191">
            <a:solidFill>
              <a:srgbClr val="A9B8C2"/>
            </a:solidFill>
            <a:prstDash val="solid"/>
          </a:ln>
        </p:spPr>
      </p:cxnSp>
      <p:cxnSp>
        <p:nvCxnSpPr>
          <p:cNvPr id="1207" name="">
            <a:extLst xmlns:a="http://schemas.openxmlformats.org/drawingml/2006/main">
              <a:ext uri="{FF2B5EF4-FFF2-40B4-BE49-F238E27FC236}">
                <a16:creationId xmlns:a16="http://schemas.microsoft.com/office/drawing/2014/main" id="{6C48AACC-7CD4-432A-B1F8-9B424963CA04}"/>
              </a:ext>
            </a:extLst>
          </p:cNvPr>
          <p:cNvCxnSpPr/>
          <p:nvPr/>
        </p:nvCxnSpPr>
        <p:spPr>
          <a:xfrm xmlns:a="http://schemas.openxmlformats.org/drawingml/2006/main" flipH="0" flipV="0">
            <a:off x="6190106" y="4366787"/>
            <a:ext cx="6409" cy="62569"/>
          </a:xfrm>
          <a:prstGeom xmlns:a="http://schemas.openxmlformats.org/drawingml/2006/main" prst="straightConnector1">
            <a:avLst/>
          </a:prstGeom>
          <a:ln xmlns:a="http://schemas.openxmlformats.org/drawingml/2006/main" w="6191">
            <a:solidFill>
              <a:srgbClr val="A9B8C2"/>
            </a:solidFill>
            <a:prstDash val="solid"/>
          </a:ln>
        </p:spPr>
      </p:cxnSp>
      <p:cxnSp>
        <p:nvCxnSpPr>
          <p:cNvPr id="1208" name="">
            <a:extLst xmlns:a="http://schemas.openxmlformats.org/drawingml/2006/main">
              <a:ext uri="{FF2B5EF4-FFF2-40B4-BE49-F238E27FC236}">
                <a16:creationId xmlns:a16="http://schemas.microsoft.com/office/drawing/2014/main" id="{7BC9C64A-6A22-4E01-AC39-C8402F1E8E6C}"/>
              </a:ext>
            </a:extLst>
          </p:cNvPr>
          <p:cNvCxnSpPr/>
          <p:nvPr/>
        </p:nvCxnSpPr>
        <p:spPr>
          <a:xfrm xmlns:a="http://schemas.openxmlformats.org/drawingml/2006/main" flipH="1" flipV="0">
            <a:off x="6312829" y="3907375"/>
            <a:ext cx="15362" cy="62687"/>
          </a:xfrm>
          <a:prstGeom xmlns:a="http://schemas.openxmlformats.org/drawingml/2006/main" prst="straightConnector1">
            <a:avLst/>
          </a:prstGeom>
          <a:ln xmlns:a="http://schemas.openxmlformats.org/drawingml/2006/main" w="6191">
            <a:solidFill>
              <a:srgbClr val="A9B8C2"/>
            </a:solidFill>
            <a:prstDash val="solid"/>
          </a:ln>
        </p:spPr>
      </p:cxnSp>
      <p:cxnSp>
        <p:nvCxnSpPr>
          <p:cNvPr id="1209" name="">
            <a:extLst xmlns:a="http://schemas.openxmlformats.org/drawingml/2006/main">
              <a:ext uri="{FF2B5EF4-FFF2-40B4-BE49-F238E27FC236}">
                <a16:creationId xmlns:a16="http://schemas.microsoft.com/office/drawing/2014/main" id="{7E3A51AB-7E53-41E1-B724-42E14E884AB0}"/>
              </a:ext>
            </a:extLst>
          </p:cNvPr>
          <p:cNvCxnSpPr/>
          <p:nvPr/>
        </p:nvCxnSpPr>
        <p:spPr>
          <a:xfrm xmlns:a="http://schemas.openxmlformats.org/drawingml/2006/main" flipH="0" flipV="0">
            <a:off x="6312829" y="3970062"/>
            <a:ext cx="1944" cy="57409"/>
          </a:xfrm>
          <a:prstGeom xmlns:a="http://schemas.openxmlformats.org/drawingml/2006/main" prst="straightConnector1">
            <a:avLst/>
          </a:prstGeom>
          <a:ln xmlns:a="http://schemas.openxmlformats.org/drawingml/2006/main" w="6191">
            <a:solidFill>
              <a:srgbClr val="A9B8C2"/>
            </a:solidFill>
            <a:prstDash val="solid"/>
          </a:ln>
        </p:spPr>
      </p:cxnSp>
      <p:cxnSp>
        <p:nvCxnSpPr>
          <p:cNvPr id="1210" name="">
            <a:extLst xmlns:a="http://schemas.openxmlformats.org/drawingml/2006/main">
              <a:ext uri="{FF2B5EF4-FFF2-40B4-BE49-F238E27FC236}">
                <a16:creationId xmlns:a16="http://schemas.microsoft.com/office/drawing/2014/main" id="{D426C240-EC75-4947-9835-454A1FD79959}"/>
              </a:ext>
            </a:extLst>
          </p:cNvPr>
          <p:cNvCxnSpPr/>
          <p:nvPr/>
        </p:nvCxnSpPr>
        <p:spPr>
          <a:xfrm xmlns:a="http://schemas.openxmlformats.org/drawingml/2006/main" flipH="0" flipV="0">
            <a:off x="6328191" y="3907375"/>
            <a:ext cx="37193" cy="8388"/>
          </a:xfrm>
          <a:prstGeom xmlns:a="http://schemas.openxmlformats.org/drawingml/2006/main" prst="straightConnector1">
            <a:avLst/>
          </a:prstGeom>
          <a:ln xmlns:a="http://schemas.openxmlformats.org/drawingml/2006/main" w="6191">
            <a:solidFill>
              <a:srgbClr val="A9B8C2"/>
            </a:solidFill>
            <a:prstDash val="solid"/>
          </a:ln>
        </p:spPr>
      </p:cxnSp>
      <p:cxnSp>
        <p:nvCxnSpPr>
          <p:cNvPr id="1211" name="">
            <a:extLst xmlns:a="http://schemas.openxmlformats.org/drawingml/2006/main">
              <a:ext uri="{FF2B5EF4-FFF2-40B4-BE49-F238E27FC236}">
                <a16:creationId xmlns:a16="http://schemas.microsoft.com/office/drawing/2014/main" id="{FADD00D5-E81A-4ED4-BB59-8133762554BF}"/>
              </a:ext>
            </a:extLst>
          </p:cNvPr>
          <p:cNvCxnSpPr/>
          <p:nvPr/>
        </p:nvCxnSpPr>
        <p:spPr>
          <a:xfrm xmlns:a="http://schemas.openxmlformats.org/drawingml/2006/main" flipH="0" flipV="0">
            <a:off x="6365384" y="3915764"/>
            <a:ext cx="37193" cy="8400"/>
          </a:xfrm>
          <a:prstGeom xmlns:a="http://schemas.openxmlformats.org/drawingml/2006/main" prst="straightConnector1">
            <a:avLst/>
          </a:prstGeom>
          <a:ln xmlns:a="http://schemas.openxmlformats.org/drawingml/2006/main" w="6191">
            <a:solidFill>
              <a:srgbClr val="A9B8C2"/>
            </a:solidFill>
            <a:prstDash val="solid"/>
          </a:ln>
        </p:spPr>
      </p:cxnSp>
      <p:cxnSp>
        <p:nvCxnSpPr>
          <p:cNvPr id="1212" name="">
            <a:extLst xmlns:a="http://schemas.openxmlformats.org/drawingml/2006/main">
              <a:ext uri="{FF2B5EF4-FFF2-40B4-BE49-F238E27FC236}">
                <a16:creationId xmlns:a16="http://schemas.microsoft.com/office/drawing/2014/main" id="{FE43869B-4286-4AC2-AD8B-874D61998AA5}"/>
              </a:ext>
            </a:extLst>
          </p:cNvPr>
          <p:cNvCxnSpPr/>
          <p:nvPr/>
        </p:nvCxnSpPr>
        <p:spPr>
          <a:xfrm xmlns:a="http://schemas.openxmlformats.org/drawingml/2006/main" flipH="0" flipV="1">
            <a:off x="6339324" y="3959412"/>
            <a:ext cx="31632" cy="35260"/>
          </a:xfrm>
          <a:prstGeom xmlns:a="http://schemas.openxmlformats.org/drawingml/2006/main" prst="straightConnector1">
            <a:avLst/>
          </a:prstGeom>
          <a:ln xmlns:a="http://schemas.openxmlformats.org/drawingml/2006/main" w="6191">
            <a:solidFill>
              <a:srgbClr val="A9B8C2"/>
            </a:solidFill>
            <a:prstDash val="solid"/>
          </a:ln>
        </p:spPr>
      </p:cxnSp>
      <p:cxnSp>
        <p:nvCxnSpPr>
          <p:cNvPr id="1213" name="">
            <a:extLst xmlns:a="http://schemas.openxmlformats.org/drawingml/2006/main">
              <a:ext uri="{FF2B5EF4-FFF2-40B4-BE49-F238E27FC236}">
                <a16:creationId xmlns:a16="http://schemas.microsoft.com/office/drawing/2014/main" id="{F76E3CB2-FDA7-4E2E-871F-83D595D914AD}"/>
              </a:ext>
            </a:extLst>
          </p:cNvPr>
          <p:cNvCxnSpPr/>
          <p:nvPr/>
        </p:nvCxnSpPr>
        <p:spPr>
          <a:xfrm xmlns:a="http://schemas.openxmlformats.org/drawingml/2006/main" flipH="0" flipV="1">
            <a:off x="6370956" y="3924163"/>
            <a:ext cx="31620" cy="35249"/>
          </a:xfrm>
          <a:prstGeom xmlns:a="http://schemas.openxmlformats.org/drawingml/2006/main" prst="straightConnector1">
            <a:avLst/>
          </a:prstGeom>
          <a:ln xmlns:a="http://schemas.openxmlformats.org/drawingml/2006/main" w="6191">
            <a:solidFill>
              <a:srgbClr val="A9B8C2"/>
            </a:solidFill>
            <a:prstDash val="solid"/>
          </a:ln>
        </p:spPr>
      </p:cxnSp>
      <p:cxnSp>
        <p:nvCxnSpPr>
          <p:cNvPr id="1214" name="">
            <a:extLst xmlns:a="http://schemas.openxmlformats.org/drawingml/2006/main">
              <a:ext uri="{FF2B5EF4-FFF2-40B4-BE49-F238E27FC236}">
                <a16:creationId xmlns:a16="http://schemas.microsoft.com/office/drawing/2014/main" id="{200DD987-9B3D-4769-8AB9-4F9D5AE11BA7}"/>
              </a:ext>
            </a:extLst>
          </p:cNvPr>
          <p:cNvCxnSpPr/>
          <p:nvPr/>
        </p:nvCxnSpPr>
        <p:spPr>
          <a:xfrm xmlns:a="http://schemas.openxmlformats.org/drawingml/2006/main" flipH="1" flipV="0">
            <a:off x="6353579" y="4078141"/>
            <a:ext cx="1001" cy="58740"/>
          </a:xfrm>
          <a:prstGeom xmlns:a="http://schemas.openxmlformats.org/drawingml/2006/main" prst="straightConnector1">
            <a:avLst/>
          </a:prstGeom>
          <a:ln xmlns:a="http://schemas.openxmlformats.org/drawingml/2006/main" w="6191">
            <a:solidFill>
              <a:srgbClr val="A9B8C2"/>
            </a:solidFill>
            <a:prstDash val="solid"/>
          </a:ln>
        </p:spPr>
      </p:cxnSp>
      <p:cxnSp>
        <p:nvCxnSpPr>
          <p:cNvPr id="1215" name="">
            <a:extLst xmlns:a="http://schemas.openxmlformats.org/drawingml/2006/main">
              <a:ext uri="{FF2B5EF4-FFF2-40B4-BE49-F238E27FC236}">
                <a16:creationId xmlns:a16="http://schemas.microsoft.com/office/drawing/2014/main" id="{11037E45-BC22-40C4-83E8-46DC811CD4BE}"/>
              </a:ext>
            </a:extLst>
          </p:cNvPr>
          <p:cNvCxnSpPr/>
          <p:nvPr/>
        </p:nvCxnSpPr>
        <p:spPr>
          <a:xfrm xmlns:a="http://schemas.openxmlformats.org/drawingml/2006/main" flipH="1" flipV="0">
            <a:off x="6352554" y="4136881"/>
            <a:ext cx="1025" cy="58728"/>
          </a:xfrm>
          <a:prstGeom xmlns:a="http://schemas.openxmlformats.org/drawingml/2006/main" prst="straightConnector1">
            <a:avLst/>
          </a:prstGeom>
          <a:ln xmlns:a="http://schemas.openxmlformats.org/drawingml/2006/main" w="6191">
            <a:solidFill>
              <a:srgbClr val="A9B8C2"/>
            </a:solidFill>
            <a:prstDash val="solid"/>
          </a:ln>
        </p:spPr>
      </p:cxnSp>
      <p:cxnSp>
        <p:nvCxnSpPr>
          <p:cNvPr id="1216" name="">
            <a:extLst xmlns:a="http://schemas.openxmlformats.org/drawingml/2006/main">
              <a:ext uri="{FF2B5EF4-FFF2-40B4-BE49-F238E27FC236}">
                <a16:creationId xmlns:a16="http://schemas.microsoft.com/office/drawing/2014/main" id="{387AE6D0-0F78-4206-B4D4-13B8F5848BD2}"/>
              </a:ext>
            </a:extLst>
          </p:cNvPr>
          <p:cNvCxnSpPr/>
          <p:nvPr/>
        </p:nvCxnSpPr>
        <p:spPr>
          <a:xfrm xmlns:a="http://schemas.openxmlformats.org/drawingml/2006/main" flipH="0" flipV="0">
            <a:off x="6261723" y="4239010"/>
            <a:ext cx="5431" cy="58587"/>
          </a:xfrm>
          <a:prstGeom xmlns:a="http://schemas.openxmlformats.org/drawingml/2006/main" prst="straightConnector1">
            <a:avLst/>
          </a:prstGeom>
          <a:ln xmlns:a="http://schemas.openxmlformats.org/drawingml/2006/main" w="6191">
            <a:solidFill>
              <a:srgbClr val="A9B8C2"/>
            </a:solidFill>
            <a:prstDash val="solid"/>
          </a:ln>
        </p:spPr>
      </p:cxnSp>
      <p:cxnSp>
        <p:nvCxnSpPr>
          <p:cNvPr id="1217" name="">
            <a:extLst xmlns:a="http://schemas.openxmlformats.org/drawingml/2006/main">
              <a:ext uri="{FF2B5EF4-FFF2-40B4-BE49-F238E27FC236}">
                <a16:creationId xmlns:a16="http://schemas.microsoft.com/office/drawing/2014/main" id="{82D1D620-C7A8-4E7C-BEBF-3A5390FFA4E5}"/>
              </a:ext>
            </a:extLst>
          </p:cNvPr>
          <p:cNvCxnSpPr/>
          <p:nvPr/>
        </p:nvCxnSpPr>
        <p:spPr>
          <a:xfrm xmlns:a="http://schemas.openxmlformats.org/drawingml/2006/main" flipH="0" flipV="0">
            <a:off x="6267154" y="4297597"/>
            <a:ext cx="5407" cy="58599"/>
          </a:xfrm>
          <a:prstGeom xmlns:a="http://schemas.openxmlformats.org/drawingml/2006/main" prst="straightConnector1">
            <a:avLst/>
          </a:prstGeom>
          <a:ln xmlns:a="http://schemas.openxmlformats.org/drawingml/2006/main" w="6191">
            <a:solidFill>
              <a:srgbClr val="A9B8C2"/>
            </a:solidFill>
            <a:prstDash val="solid"/>
          </a:ln>
        </p:spPr>
      </p:cxnSp>
      <p:cxnSp>
        <p:nvCxnSpPr>
          <p:cNvPr id="1218" name="">
            <a:extLst xmlns:a="http://schemas.openxmlformats.org/drawingml/2006/main">
              <a:ext uri="{FF2B5EF4-FFF2-40B4-BE49-F238E27FC236}">
                <a16:creationId xmlns:a16="http://schemas.microsoft.com/office/drawing/2014/main" id="{0E62D208-3C23-4580-9BB3-87D4F812D3DA}"/>
              </a:ext>
            </a:extLst>
          </p:cNvPr>
          <p:cNvCxnSpPr/>
          <p:nvPr/>
        </p:nvCxnSpPr>
        <p:spPr>
          <a:xfrm xmlns:a="http://schemas.openxmlformats.org/drawingml/2006/main" flipH="0" flipV="0">
            <a:off x="6272561" y="4356196"/>
            <a:ext cx="5431" cy="58599"/>
          </a:xfrm>
          <a:prstGeom xmlns:a="http://schemas.openxmlformats.org/drawingml/2006/main" prst="straightConnector1">
            <a:avLst/>
          </a:prstGeom>
          <a:ln xmlns:a="http://schemas.openxmlformats.org/drawingml/2006/main" w="6191">
            <a:solidFill>
              <a:srgbClr val="A9B8C2"/>
            </a:solidFill>
            <a:prstDash val="solid"/>
          </a:ln>
        </p:spPr>
      </p:cxnSp>
      <p:cxnSp>
        <p:nvCxnSpPr>
          <p:cNvPr id="1219" name="">
            <a:extLst xmlns:a="http://schemas.openxmlformats.org/drawingml/2006/main">
              <a:ext uri="{FF2B5EF4-FFF2-40B4-BE49-F238E27FC236}">
                <a16:creationId xmlns:a16="http://schemas.microsoft.com/office/drawing/2014/main" id="{1FE5A45D-DCC2-44F6-BC71-16941B8F3B74}"/>
              </a:ext>
            </a:extLst>
          </p:cNvPr>
          <p:cNvCxnSpPr/>
          <p:nvPr/>
        </p:nvCxnSpPr>
        <p:spPr>
          <a:xfrm xmlns:a="http://schemas.openxmlformats.org/drawingml/2006/main" flipH="0" flipV="0">
            <a:off x="6489284" y="3936133"/>
            <a:ext cx="54416" cy="5407"/>
          </a:xfrm>
          <a:prstGeom xmlns:a="http://schemas.openxmlformats.org/drawingml/2006/main" prst="straightConnector1">
            <a:avLst/>
          </a:prstGeom>
          <a:ln xmlns:a="http://schemas.openxmlformats.org/drawingml/2006/main" w="6191">
            <a:solidFill>
              <a:srgbClr val="A9B8C2"/>
            </a:solidFill>
            <a:prstDash val="solid"/>
          </a:ln>
        </p:spPr>
      </p:cxnSp>
      <p:cxnSp>
        <p:nvCxnSpPr>
          <p:cNvPr id="1220" name="">
            <a:extLst xmlns:a="http://schemas.openxmlformats.org/drawingml/2006/main">
              <a:ext uri="{FF2B5EF4-FFF2-40B4-BE49-F238E27FC236}">
                <a16:creationId xmlns:a16="http://schemas.microsoft.com/office/drawing/2014/main" id="{7E06AF20-12E5-4474-B00D-B79D108F73C8}"/>
              </a:ext>
            </a:extLst>
          </p:cNvPr>
          <p:cNvCxnSpPr/>
          <p:nvPr/>
        </p:nvCxnSpPr>
        <p:spPr>
          <a:xfrm xmlns:a="http://schemas.openxmlformats.org/drawingml/2006/main" flipH="0" flipV="0">
            <a:off x="6543701" y="3941540"/>
            <a:ext cx="61391" cy="5784"/>
          </a:xfrm>
          <a:prstGeom xmlns:a="http://schemas.openxmlformats.org/drawingml/2006/main" prst="straightConnector1">
            <a:avLst/>
          </a:prstGeom>
          <a:ln xmlns:a="http://schemas.openxmlformats.org/drawingml/2006/main" w="6191">
            <a:solidFill>
              <a:srgbClr val="A9B8C2"/>
            </a:solidFill>
            <a:prstDash val="solid"/>
          </a:ln>
        </p:spPr>
      </p:cxnSp>
      <p:cxnSp>
        <p:nvCxnSpPr>
          <p:cNvPr id="1221" name="">
            <a:extLst xmlns:a="http://schemas.openxmlformats.org/drawingml/2006/main">
              <a:ext uri="{FF2B5EF4-FFF2-40B4-BE49-F238E27FC236}">
                <a16:creationId xmlns:a16="http://schemas.microsoft.com/office/drawing/2014/main" id="{CC08C58B-CF72-4174-B0DD-7DBF44FE44E4}"/>
              </a:ext>
            </a:extLst>
          </p:cNvPr>
          <p:cNvCxnSpPr/>
          <p:nvPr/>
        </p:nvCxnSpPr>
        <p:spPr>
          <a:xfrm xmlns:a="http://schemas.openxmlformats.org/drawingml/2006/main" flipH="0" flipV="1">
            <a:off x="6605091" y="3944815"/>
            <a:ext cx="54039" cy="2509"/>
          </a:xfrm>
          <a:prstGeom xmlns:a="http://schemas.openxmlformats.org/drawingml/2006/main" prst="straightConnector1">
            <a:avLst/>
          </a:prstGeom>
          <a:ln xmlns:a="http://schemas.openxmlformats.org/drawingml/2006/main" w="6191">
            <a:solidFill>
              <a:srgbClr val="A9B8C2"/>
            </a:solidFill>
            <a:prstDash val="solid"/>
          </a:ln>
        </p:spPr>
      </p:cxnSp>
      <p:cxnSp>
        <p:nvCxnSpPr>
          <p:cNvPr id="1222" name="">
            <a:extLst xmlns:a="http://schemas.openxmlformats.org/drawingml/2006/main">
              <a:ext uri="{FF2B5EF4-FFF2-40B4-BE49-F238E27FC236}">
                <a16:creationId xmlns:a16="http://schemas.microsoft.com/office/drawing/2014/main" id="{AD0F87A3-DC12-4C24-9627-91BD46511B62}"/>
              </a:ext>
            </a:extLst>
          </p:cNvPr>
          <p:cNvCxnSpPr/>
          <p:nvPr/>
        </p:nvCxnSpPr>
        <p:spPr>
          <a:xfrm xmlns:a="http://schemas.openxmlformats.org/drawingml/2006/main" flipH="0" flipV="1">
            <a:off x="6659131" y="3944309"/>
            <a:ext cx="55606" cy="507"/>
          </a:xfrm>
          <a:prstGeom xmlns:a="http://schemas.openxmlformats.org/drawingml/2006/main" prst="straightConnector1">
            <a:avLst/>
          </a:prstGeom>
          <a:ln xmlns:a="http://schemas.openxmlformats.org/drawingml/2006/main" w="6191">
            <a:solidFill>
              <a:srgbClr val="A9B8C2"/>
            </a:solidFill>
            <a:prstDash val="solid"/>
          </a:ln>
        </p:spPr>
      </p:cxnSp>
      <p:cxnSp>
        <p:nvCxnSpPr>
          <p:cNvPr id="1223" name="">
            <a:extLst xmlns:a="http://schemas.openxmlformats.org/drawingml/2006/main">
              <a:ext uri="{FF2B5EF4-FFF2-40B4-BE49-F238E27FC236}">
                <a16:creationId xmlns:a16="http://schemas.microsoft.com/office/drawing/2014/main" id="{1777D340-5278-4A96-9602-76EA6C093127}"/>
              </a:ext>
            </a:extLst>
          </p:cNvPr>
          <p:cNvCxnSpPr/>
          <p:nvPr/>
        </p:nvCxnSpPr>
        <p:spPr>
          <a:xfrm xmlns:a="http://schemas.openxmlformats.org/drawingml/2006/main" flipH="1" flipV="0">
            <a:off x="6484584" y="3936133"/>
            <a:ext cx="4701" cy="49845"/>
          </a:xfrm>
          <a:prstGeom xmlns:a="http://schemas.openxmlformats.org/drawingml/2006/main" prst="straightConnector1">
            <a:avLst/>
          </a:prstGeom>
          <a:ln xmlns:a="http://schemas.openxmlformats.org/drawingml/2006/main" w="6191">
            <a:solidFill>
              <a:srgbClr val="A9B8C2"/>
            </a:solidFill>
            <a:prstDash val="solid"/>
          </a:ln>
        </p:spPr>
      </p:cxnSp>
      <p:cxnSp>
        <p:nvCxnSpPr>
          <p:cNvPr id="1224" name="">
            <a:extLst xmlns:a="http://schemas.openxmlformats.org/drawingml/2006/main">
              <a:ext uri="{FF2B5EF4-FFF2-40B4-BE49-F238E27FC236}">
                <a16:creationId xmlns:a16="http://schemas.microsoft.com/office/drawing/2014/main" id="{7DB2DF7B-B984-4D7A-99F3-C12DF5019F08}"/>
              </a:ext>
            </a:extLst>
          </p:cNvPr>
          <p:cNvCxnSpPr/>
          <p:nvPr/>
        </p:nvCxnSpPr>
        <p:spPr>
          <a:xfrm xmlns:a="http://schemas.openxmlformats.org/drawingml/2006/main" flipH="1" flipV="0">
            <a:off x="6479883" y="3985978"/>
            <a:ext cx="4701" cy="49834"/>
          </a:xfrm>
          <a:prstGeom xmlns:a="http://schemas.openxmlformats.org/drawingml/2006/main" prst="straightConnector1">
            <a:avLst/>
          </a:prstGeom>
          <a:ln xmlns:a="http://schemas.openxmlformats.org/drawingml/2006/main" w="6191">
            <a:solidFill>
              <a:srgbClr val="A9B8C2"/>
            </a:solidFill>
            <a:prstDash val="solid"/>
          </a:ln>
        </p:spPr>
      </p:cxnSp>
      <p:cxnSp>
        <p:nvCxnSpPr>
          <p:cNvPr id="1225" name="">
            <a:extLst xmlns:a="http://schemas.openxmlformats.org/drawingml/2006/main">
              <a:ext uri="{FF2B5EF4-FFF2-40B4-BE49-F238E27FC236}">
                <a16:creationId xmlns:a16="http://schemas.microsoft.com/office/drawing/2014/main" id="{26BE8A7C-55DE-449A-8F34-257B1E9924A2}"/>
              </a:ext>
            </a:extLst>
          </p:cNvPr>
          <p:cNvCxnSpPr/>
          <p:nvPr/>
        </p:nvCxnSpPr>
        <p:spPr>
          <a:xfrm xmlns:a="http://schemas.openxmlformats.org/drawingml/2006/main" flipH="1" flipV="0">
            <a:off x="6475194" y="4035812"/>
            <a:ext cx="4689" cy="49845"/>
          </a:xfrm>
          <a:prstGeom xmlns:a="http://schemas.openxmlformats.org/drawingml/2006/main" prst="straightConnector1">
            <a:avLst/>
          </a:prstGeom>
          <a:ln xmlns:a="http://schemas.openxmlformats.org/drawingml/2006/main" w="6191">
            <a:solidFill>
              <a:srgbClr val="A9B8C2"/>
            </a:solidFill>
            <a:prstDash val="solid"/>
          </a:ln>
        </p:spPr>
      </p:cxnSp>
      <p:cxnSp>
        <p:nvCxnSpPr>
          <p:cNvPr id="1226" name="">
            <a:extLst xmlns:a="http://schemas.openxmlformats.org/drawingml/2006/main">
              <a:ext uri="{FF2B5EF4-FFF2-40B4-BE49-F238E27FC236}">
                <a16:creationId xmlns:a16="http://schemas.microsoft.com/office/drawing/2014/main" id="{D17FD543-8F83-473D-A772-C4BBFE0A2632}"/>
              </a:ext>
            </a:extLst>
          </p:cNvPr>
          <p:cNvCxnSpPr/>
          <p:nvPr/>
        </p:nvCxnSpPr>
        <p:spPr>
          <a:xfrm xmlns:a="http://schemas.openxmlformats.org/drawingml/2006/main" flipH="1" flipV="0">
            <a:off x="6409680" y="4082724"/>
            <a:ext cx="624" cy="60578"/>
          </a:xfrm>
          <a:prstGeom xmlns:a="http://schemas.openxmlformats.org/drawingml/2006/main" prst="straightConnector1">
            <a:avLst/>
          </a:prstGeom>
          <a:ln xmlns:a="http://schemas.openxmlformats.org/drawingml/2006/main" w="6191">
            <a:solidFill>
              <a:srgbClr val="A9B8C2"/>
            </a:solidFill>
            <a:prstDash val="solid"/>
          </a:ln>
        </p:spPr>
      </p:cxnSp>
      <p:cxnSp>
        <p:nvCxnSpPr>
          <p:cNvPr id="1227" name="">
            <a:extLst xmlns:a="http://schemas.openxmlformats.org/drawingml/2006/main">
              <a:ext uri="{FF2B5EF4-FFF2-40B4-BE49-F238E27FC236}">
                <a16:creationId xmlns:a16="http://schemas.microsoft.com/office/drawing/2014/main" id="{6CCFA1A4-F850-49ED-A3AF-A5853CF0A64D}"/>
              </a:ext>
            </a:extLst>
          </p:cNvPr>
          <p:cNvCxnSpPr/>
          <p:nvPr/>
        </p:nvCxnSpPr>
        <p:spPr>
          <a:xfrm xmlns:a="http://schemas.openxmlformats.org/drawingml/2006/main" flipH="1" flipV="0">
            <a:off x="6375291" y="4143302"/>
            <a:ext cx="34389" cy="52202"/>
          </a:xfrm>
          <a:prstGeom xmlns:a="http://schemas.openxmlformats.org/drawingml/2006/main" prst="straightConnector1">
            <a:avLst/>
          </a:prstGeom>
          <a:ln xmlns:a="http://schemas.openxmlformats.org/drawingml/2006/main" w="6191">
            <a:solidFill>
              <a:srgbClr val="A9B8C2"/>
            </a:solidFill>
            <a:prstDash val="solid"/>
          </a:ln>
        </p:spPr>
      </p:cxnSp>
      <p:cxnSp>
        <p:nvCxnSpPr>
          <p:cNvPr id="1228" name="">
            <a:extLst xmlns:a="http://schemas.openxmlformats.org/drawingml/2006/main">
              <a:ext uri="{FF2B5EF4-FFF2-40B4-BE49-F238E27FC236}">
                <a16:creationId xmlns:a16="http://schemas.microsoft.com/office/drawing/2014/main" id="{290A11AD-C843-4E7B-8CB9-C00B147A4EEA}"/>
              </a:ext>
            </a:extLst>
          </p:cNvPr>
          <p:cNvCxnSpPr/>
          <p:nvPr/>
        </p:nvCxnSpPr>
        <p:spPr>
          <a:xfrm xmlns:a="http://schemas.openxmlformats.org/drawingml/2006/main" flipH="0" flipV="0">
            <a:off x="6375291" y="4195503"/>
            <a:ext cx="2380" cy="66881"/>
          </a:xfrm>
          <a:prstGeom xmlns:a="http://schemas.openxmlformats.org/drawingml/2006/main" prst="straightConnector1">
            <a:avLst/>
          </a:prstGeom>
          <a:ln xmlns:a="http://schemas.openxmlformats.org/drawingml/2006/main" w="6191">
            <a:solidFill>
              <a:srgbClr val="A9B8C2"/>
            </a:solidFill>
            <a:prstDash val="solid"/>
          </a:ln>
        </p:spPr>
      </p:cxnSp>
      <p:cxnSp>
        <p:nvCxnSpPr>
          <p:cNvPr id="1229" name="">
            <a:extLst xmlns:a="http://schemas.openxmlformats.org/drawingml/2006/main">
              <a:ext uri="{FF2B5EF4-FFF2-40B4-BE49-F238E27FC236}">
                <a16:creationId xmlns:a16="http://schemas.microsoft.com/office/drawing/2014/main" id="{A1FFCE4C-5F80-47CA-985F-FCC9FD3B0F81}"/>
              </a:ext>
            </a:extLst>
          </p:cNvPr>
          <p:cNvCxnSpPr/>
          <p:nvPr/>
        </p:nvCxnSpPr>
        <p:spPr>
          <a:xfrm xmlns:a="http://schemas.openxmlformats.org/drawingml/2006/main" flipH="0" flipV="0">
            <a:off x="6377671" y="4262384"/>
            <a:ext cx="2368" cy="66892"/>
          </a:xfrm>
          <a:prstGeom xmlns:a="http://schemas.openxmlformats.org/drawingml/2006/main" prst="straightConnector1">
            <a:avLst/>
          </a:prstGeom>
          <a:ln xmlns:a="http://schemas.openxmlformats.org/drawingml/2006/main" w="6191">
            <a:solidFill>
              <a:srgbClr val="A9B8C2"/>
            </a:solidFill>
            <a:prstDash val="solid"/>
          </a:ln>
        </p:spPr>
      </p:cxnSp>
      <p:cxnSp>
        <p:nvCxnSpPr>
          <p:cNvPr id="1230" name="">
            <a:extLst xmlns:a="http://schemas.openxmlformats.org/drawingml/2006/main">
              <a:ext uri="{FF2B5EF4-FFF2-40B4-BE49-F238E27FC236}">
                <a16:creationId xmlns:a16="http://schemas.microsoft.com/office/drawing/2014/main" id="{45BF790E-5253-4095-BDD3-0CED325AC420}"/>
              </a:ext>
            </a:extLst>
          </p:cNvPr>
          <p:cNvCxnSpPr/>
          <p:nvPr/>
        </p:nvCxnSpPr>
        <p:spPr>
          <a:xfrm xmlns:a="http://schemas.openxmlformats.org/drawingml/2006/main" flipH="0" flipV="0">
            <a:off x="6380039" y="4329276"/>
            <a:ext cx="2368" cy="66881"/>
          </a:xfrm>
          <a:prstGeom xmlns:a="http://schemas.openxmlformats.org/drawingml/2006/main" prst="straightConnector1">
            <a:avLst/>
          </a:prstGeom>
          <a:ln xmlns:a="http://schemas.openxmlformats.org/drawingml/2006/main" w="6191">
            <a:solidFill>
              <a:srgbClr val="A9B8C2"/>
            </a:solidFill>
            <a:prstDash val="solid"/>
          </a:ln>
        </p:spPr>
      </p:cxnSp>
      <p:cxnSp>
        <p:nvCxnSpPr>
          <p:cNvPr id="1231" name="">
            <a:extLst xmlns:a="http://schemas.openxmlformats.org/drawingml/2006/main">
              <a:ext uri="{FF2B5EF4-FFF2-40B4-BE49-F238E27FC236}">
                <a16:creationId xmlns:a16="http://schemas.microsoft.com/office/drawing/2014/main" id="{5F05D8F6-1140-4699-BA98-BC00984997CA}"/>
              </a:ext>
            </a:extLst>
          </p:cNvPr>
          <p:cNvCxnSpPr/>
          <p:nvPr/>
        </p:nvCxnSpPr>
        <p:spPr>
          <a:xfrm xmlns:a="http://schemas.openxmlformats.org/drawingml/2006/main" flipH="0" flipV="1">
            <a:off x="6277992" y="4405476"/>
            <a:ext cx="52213" cy="9319"/>
          </a:xfrm>
          <a:prstGeom xmlns:a="http://schemas.openxmlformats.org/drawingml/2006/main" prst="straightConnector1">
            <a:avLst/>
          </a:prstGeom>
          <a:ln xmlns:a="http://schemas.openxmlformats.org/drawingml/2006/main" w="6191">
            <a:solidFill>
              <a:srgbClr val="A9B8C2"/>
            </a:solidFill>
            <a:prstDash val="solid"/>
          </a:ln>
        </p:spPr>
      </p:cxnSp>
      <p:cxnSp>
        <p:nvCxnSpPr>
          <p:cNvPr id="1232" name="">
            <a:extLst xmlns:a="http://schemas.openxmlformats.org/drawingml/2006/main">
              <a:ext uri="{FF2B5EF4-FFF2-40B4-BE49-F238E27FC236}">
                <a16:creationId xmlns:a16="http://schemas.microsoft.com/office/drawing/2014/main" id="{7EA03BE0-99E8-4569-8477-60EA17AECF34}"/>
              </a:ext>
            </a:extLst>
          </p:cNvPr>
          <p:cNvCxnSpPr/>
          <p:nvPr/>
        </p:nvCxnSpPr>
        <p:spPr>
          <a:xfrm xmlns:a="http://schemas.openxmlformats.org/drawingml/2006/main" flipH="0" flipV="1">
            <a:off x="6330206" y="4396157"/>
            <a:ext cx="52202" cy="9319"/>
          </a:xfrm>
          <a:prstGeom xmlns:a="http://schemas.openxmlformats.org/drawingml/2006/main" prst="straightConnector1">
            <a:avLst/>
          </a:prstGeom>
          <a:ln xmlns:a="http://schemas.openxmlformats.org/drawingml/2006/main" w="6191">
            <a:solidFill>
              <a:srgbClr val="A9B8C2"/>
            </a:solidFill>
            <a:prstDash val="solid"/>
          </a:ln>
        </p:spPr>
      </p:cxnSp>
      <p:cxnSp>
        <p:nvCxnSpPr>
          <p:cNvPr id="1233" name="">
            <a:extLst xmlns:a="http://schemas.openxmlformats.org/drawingml/2006/main">
              <a:ext uri="{FF2B5EF4-FFF2-40B4-BE49-F238E27FC236}">
                <a16:creationId xmlns:a16="http://schemas.microsoft.com/office/drawing/2014/main" id="{993BC5FE-A940-4897-93A5-0C5CF26A174A}"/>
              </a:ext>
            </a:extLst>
          </p:cNvPr>
          <p:cNvCxnSpPr/>
          <p:nvPr/>
        </p:nvCxnSpPr>
        <p:spPr>
          <a:xfrm xmlns:a="http://schemas.openxmlformats.org/drawingml/2006/main" flipH="1" flipV="0">
            <a:off x="6473451" y="4085657"/>
            <a:ext cx="1744" cy="59105"/>
          </a:xfrm>
          <a:prstGeom xmlns:a="http://schemas.openxmlformats.org/drawingml/2006/main" prst="straightConnector1">
            <a:avLst/>
          </a:prstGeom>
          <a:ln xmlns:a="http://schemas.openxmlformats.org/drawingml/2006/main" w="6191">
            <a:solidFill>
              <a:srgbClr val="A9B8C2"/>
            </a:solidFill>
            <a:prstDash val="solid"/>
          </a:ln>
        </p:spPr>
      </p:cxnSp>
      <p:cxnSp>
        <p:nvCxnSpPr>
          <p:cNvPr id="1234" name="">
            <a:extLst xmlns:a="http://schemas.openxmlformats.org/drawingml/2006/main">
              <a:ext uri="{FF2B5EF4-FFF2-40B4-BE49-F238E27FC236}">
                <a16:creationId xmlns:a16="http://schemas.microsoft.com/office/drawing/2014/main" id="{04706C8D-1736-40DB-9CDA-81EA9B9C8F8E}"/>
              </a:ext>
            </a:extLst>
          </p:cNvPr>
          <p:cNvCxnSpPr/>
          <p:nvPr/>
        </p:nvCxnSpPr>
        <p:spPr>
          <a:xfrm xmlns:a="http://schemas.openxmlformats.org/drawingml/2006/main" flipH="1" flipV="0">
            <a:off x="6471707" y="4144762"/>
            <a:ext cx="1744" cy="59093"/>
          </a:xfrm>
          <a:prstGeom xmlns:a="http://schemas.openxmlformats.org/drawingml/2006/main" prst="straightConnector1">
            <a:avLst/>
          </a:prstGeom>
          <a:ln xmlns:a="http://schemas.openxmlformats.org/drawingml/2006/main" w="6191">
            <a:solidFill>
              <a:srgbClr val="A9B8C2"/>
            </a:solidFill>
            <a:prstDash val="solid"/>
          </a:ln>
        </p:spPr>
      </p:cxnSp>
      <p:cxnSp>
        <p:nvCxnSpPr>
          <p:cNvPr id="1235" name="">
            <a:extLst xmlns:a="http://schemas.openxmlformats.org/drawingml/2006/main">
              <a:ext uri="{FF2B5EF4-FFF2-40B4-BE49-F238E27FC236}">
                <a16:creationId xmlns:a16="http://schemas.microsoft.com/office/drawing/2014/main" id="{F5147F19-5D23-46B4-8BF7-338D2894B380}"/>
              </a:ext>
            </a:extLst>
          </p:cNvPr>
          <p:cNvCxnSpPr/>
          <p:nvPr/>
        </p:nvCxnSpPr>
        <p:spPr>
          <a:xfrm xmlns:a="http://schemas.openxmlformats.org/drawingml/2006/main" flipH="1" flipV="0">
            <a:off x="6469975" y="4203856"/>
            <a:ext cx="1732" cy="59117"/>
          </a:xfrm>
          <a:prstGeom xmlns:a="http://schemas.openxmlformats.org/drawingml/2006/main" prst="straightConnector1">
            <a:avLst/>
          </a:prstGeom>
          <a:ln xmlns:a="http://schemas.openxmlformats.org/drawingml/2006/main" w="6191">
            <a:solidFill>
              <a:srgbClr val="A9B8C2"/>
            </a:solidFill>
            <a:prstDash val="solid"/>
          </a:ln>
        </p:spPr>
      </p:cxnSp>
      <p:cxnSp>
        <p:nvCxnSpPr>
          <p:cNvPr id="1236" name="">
            <a:extLst xmlns:a="http://schemas.openxmlformats.org/drawingml/2006/main">
              <a:ext uri="{FF2B5EF4-FFF2-40B4-BE49-F238E27FC236}">
                <a16:creationId xmlns:a16="http://schemas.microsoft.com/office/drawing/2014/main" id="{0FB95EF6-14B7-4EE0-A1A3-DE02CD849463}"/>
              </a:ext>
            </a:extLst>
          </p:cNvPr>
          <p:cNvCxnSpPr/>
          <p:nvPr/>
        </p:nvCxnSpPr>
        <p:spPr>
          <a:xfrm xmlns:a="http://schemas.openxmlformats.org/drawingml/2006/main" flipH="1" flipV="0">
            <a:off x="6468232" y="4262973"/>
            <a:ext cx="1744" cy="59093"/>
          </a:xfrm>
          <a:prstGeom xmlns:a="http://schemas.openxmlformats.org/drawingml/2006/main" prst="straightConnector1">
            <a:avLst/>
          </a:prstGeom>
          <a:ln xmlns:a="http://schemas.openxmlformats.org/drawingml/2006/main" w="6191">
            <a:solidFill>
              <a:srgbClr val="A9B8C2"/>
            </a:solidFill>
            <a:prstDash val="solid"/>
          </a:ln>
        </p:spPr>
      </p:cxnSp>
      <p:cxnSp>
        <p:nvCxnSpPr>
          <p:cNvPr id="1237" name="">
            <a:extLst xmlns:a="http://schemas.openxmlformats.org/drawingml/2006/main">
              <a:ext uri="{FF2B5EF4-FFF2-40B4-BE49-F238E27FC236}">
                <a16:creationId xmlns:a16="http://schemas.microsoft.com/office/drawing/2014/main" id="{FE825745-DF07-4FDD-998C-489379522EDC}"/>
              </a:ext>
            </a:extLst>
          </p:cNvPr>
          <p:cNvCxnSpPr/>
          <p:nvPr/>
        </p:nvCxnSpPr>
        <p:spPr>
          <a:xfrm xmlns:a="http://schemas.openxmlformats.org/drawingml/2006/main" flipH="1" flipV="0">
            <a:off x="6466500" y="4322066"/>
            <a:ext cx="1732" cy="59105"/>
          </a:xfrm>
          <a:prstGeom xmlns:a="http://schemas.openxmlformats.org/drawingml/2006/main" prst="straightConnector1">
            <a:avLst/>
          </a:prstGeom>
          <a:ln xmlns:a="http://schemas.openxmlformats.org/drawingml/2006/main" w="6191">
            <a:solidFill>
              <a:srgbClr val="A9B8C2"/>
            </a:solidFill>
            <a:prstDash val="solid"/>
          </a:ln>
        </p:spPr>
      </p:cxnSp>
      <p:cxnSp>
        <p:nvCxnSpPr>
          <p:cNvPr id="1238" name="">
            <a:extLst xmlns:a="http://schemas.openxmlformats.org/drawingml/2006/main">
              <a:ext uri="{FF2B5EF4-FFF2-40B4-BE49-F238E27FC236}">
                <a16:creationId xmlns:a16="http://schemas.microsoft.com/office/drawing/2014/main" id="{396A64B0-1CB9-463F-BFE0-009E4AA6777D}"/>
              </a:ext>
            </a:extLst>
          </p:cNvPr>
          <p:cNvCxnSpPr/>
          <p:nvPr/>
        </p:nvCxnSpPr>
        <p:spPr>
          <a:xfrm xmlns:a="http://schemas.openxmlformats.org/drawingml/2006/main" flipH="0" flipV="0">
            <a:off x="6475194" y="4085657"/>
            <a:ext cx="61014" cy="2721"/>
          </a:xfrm>
          <a:prstGeom xmlns:a="http://schemas.openxmlformats.org/drawingml/2006/main" prst="straightConnector1">
            <a:avLst/>
          </a:prstGeom>
          <a:ln xmlns:a="http://schemas.openxmlformats.org/drawingml/2006/main" w="6191">
            <a:solidFill>
              <a:srgbClr val="A9B8C2"/>
            </a:solidFill>
            <a:prstDash val="solid"/>
          </a:ln>
        </p:spPr>
      </p:cxnSp>
      <p:cxnSp>
        <p:nvCxnSpPr>
          <p:cNvPr id="1239" name="">
            <a:extLst xmlns:a="http://schemas.openxmlformats.org/drawingml/2006/main">
              <a:ext uri="{FF2B5EF4-FFF2-40B4-BE49-F238E27FC236}">
                <a16:creationId xmlns:a16="http://schemas.microsoft.com/office/drawing/2014/main" id="{2E0CE79A-D248-4CD9-9465-E5E71B313191}"/>
              </a:ext>
            </a:extLst>
          </p:cNvPr>
          <p:cNvCxnSpPr/>
          <p:nvPr/>
        </p:nvCxnSpPr>
        <p:spPr>
          <a:xfrm xmlns:a="http://schemas.openxmlformats.org/drawingml/2006/main" flipH="0" flipV="0">
            <a:off x="6536208" y="4088379"/>
            <a:ext cx="61026" cy="2721"/>
          </a:xfrm>
          <a:prstGeom xmlns:a="http://schemas.openxmlformats.org/drawingml/2006/main" prst="straightConnector1">
            <a:avLst/>
          </a:prstGeom>
          <a:ln xmlns:a="http://schemas.openxmlformats.org/drawingml/2006/main" w="6191">
            <a:solidFill>
              <a:srgbClr val="A9B8C2"/>
            </a:solidFill>
            <a:prstDash val="solid"/>
          </a:ln>
        </p:spPr>
      </p:cxnSp>
      <p:cxnSp>
        <p:nvCxnSpPr>
          <p:cNvPr id="1240" name="">
            <a:extLst xmlns:a="http://schemas.openxmlformats.org/drawingml/2006/main">
              <a:ext uri="{FF2B5EF4-FFF2-40B4-BE49-F238E27FC236}">
                <a16:creationId xmlns:a16="http://schemas.microsoft.com/office/drawing/2014/main" id="{3D7AD849-B291-448D-9AF0-BCE5F1A4277C}"/>
              </a:ext>
            </a:extLst>
          </p:cNvPr>
          <p:cNvCxnSpPr/>
          <p:nvPr/>
        </p:nvCxnSpPr>
        <p:spPr>
          <a:xfrm xmlns:a="http://schemas.openxmlformats.org/drawingml/2006/main" flipH="0" flipV="0">
            <a:off x="6597233" y="4091100"/>
            <a:ext cx="61014" cy="2733"/>
          </a:xfrm>
          <a:prstGeom xmlns:a="http://schemas.openxmlformats.org/drawingml/2006/main" prst="straightConnector1">
            <a:avLst/>
          </a:prstGeom>
          <a:ln xmlns:a="http://schemas.openxmlformats.org/drawingml/2006/main" w="6191">
            <a:solidFill>
              <a:srgbClr val="A9B8C2"/>
            </a:solidFill>
            <a:prstDash val="solid"/>
          </a:ln>
        </p:spPr>
      </p:cxnSp>
      <p:cxnSp>
        <p:nvCxnSpPr>
          <p:cNvPr id="1241" name="">
            <a:extLst xmlns:a="http://schemas.openxmlformats.org/drawingml/2006/main">
              <a:ext uri="{FF2B5EF4-FFF2-40B4-BE49-F238E27FC236}">
                <a16:creationId xmlns:a16="http://schemas.microsoft.com/office/drawing/2014/main" id="{1D7AFFA8-7015-4474-B89A-A19A71FD1261}"/>
              </a:ext>
            </a:extLst>
          </p:cNvPr>
          <p:cNvCxnSpPr/>
          <p:nvPr/>
        </p:nvCxnSpPr>
        <p:spPr>
          <a:xfrm xmlns:a="http://schemas.openxmlformats.org/drawingml/2006/main" flipH="0" flipV="0">
            <a:off x="6658247" y="4093833"/>
            <a:ext cx="61014" cy="2733"/>
          </a:xfrm>
          <a:prstGeom xmlns:a="http://schemas.openxmlformats.org/drawingml/2006/main" prst="straightConnector1">
            <a:avLst/>
          </a:prstGeom>
          <a:ln xmlns:a="http://schemas.openxmlformats.org/drawingml/2006/main" w="6191">
            <a:solidFill>
              <a:srgbClr val="A9B8C2"/>
            </a:solidFill>
            <a:prstDash val="solid"/>
          </a:ln>
        </p:spPr>
      </p:cxnSp>
      <p:cxnSp>
        <p:nvCxnSpPr>
          <p:cNvPr id="1242" name="">
            <a:extLst xmlns:a="http://schemas.openxmlformats.org/drawingml/2006/main">
              <a:ext uri="{FF2B5EF4-FFF2-40B4-BE49-F238E27FC236}">
                <a16:creationId xmlns:a16="http://schemas.microsoft.com/office/drawing/2014/main" id="{6688B21D-41BE-4E6F-A00F-9997A3FFDD58}"/>
              </a:ext>
            </a:extLst>
          </p:cNvPr>
          <p:cNvCxnSpPr/>
          <p:nvPr/>
        </p:nvCxnSpPr>
        <p:spPr>
          <a:xfrm xmlns:a="http://schemas.openxmlformats.org/drawingml/2006/main" flipH="0" flipV="1">
            <a:off x="6714737" y="3938654"/>
            <a:ext cx="59859" cy="5655"/>
          </a:xfrm>
          <a:prstGeom xmlns:a="http://schemas.openxmlformats.org/drawingml/2006/main" prst="straightConnector1">
            <a:avLst/>
          </a:prstGeom>
          <a:ln xmlns:a="http://schemas.openxmlformats.org/drawingml/2006/main" w="6191">
            <a:solidFill>
              <a:srgbClr val="A9B8C2"/>
            </a:solidFill>
            <a:prstDash val="solid"/>
          </a:ln>
        </p:spPr>
      </p:cxnSp>
      <p:cxnSp>
        <p:nvCxnSpPr>
          <p:cNvPr id="1243" name="">
            <a:extLst xmlns:a="http://schemas.openxmlformats.org/drawingml/2006/main">
              <a:ext uri="{FF2B5EF4-FFF2-40B4-BE49-F238E27FC236}">
                <a16:creationId xmlns:a16="http://schemas.microsoft.com/office/drawing/2014/main" id="{46EF0A17-A3F1-4352-906F-AB4FE25B4F36}"/>
              </a:ext>
            </a:extLst>
          </p:cNvPr>
          <p:cNvCxnSpPr/>
          <p:nvPr/>
        </p:nvCxnSpPr>
        <p:spPr>
          <a:xfrm xmlns:a="http://schemas.openxmlformats.org/drawingml/2006/main" flipH="0" flipV="0">
            <a:off x="6774596" y="3938654"/>
            <a:ext cx="52414" cy="7340"/>
          </a:xfrm>
          <a:prstGeom xmlns:a="http://schemas.openxmlformats.org/drawingml/2006/main" prst="straightConnector1">
            <a:avLst/>
          </a:prstGeom>
          <a:ln xmlns:a="http://schemas.openxmlformats.org/drawingml/2006/main" w="6191">
            <a:solidFill>
              <a:srgbClr val="A9B8C2"/>
            </a:solidFill>
            <a:prstDash val="solid"/>
          </a:ln>
        </p:spPr>
      </p:cxnSp>
      <p:cxnSp>
        <p:nvCxnSpPr>
          <p:cNvPr id="1244" name="">
            <a:extLst xmlns:a="http://schemas.openxmlformats.org/drawingml/2006/main">
              <a:ext uri="{FF2B5EF4-FFF2-40B4-BE49-F238E27FC236}">
                <a16:creationId xmlns:a16="http://schemas.microsoft.com/office/drawing/2014/main" id="{52786185-0CDE-4C21-8D61-DFBA002041AC}"/>
              </a:ext>
            </a:extLst>
          </p:cNvPr>
          <p:cNvCxnSpPr/>
          <p:nvPr/>
        </p:nvCxnSpPr>
        <p:spPr>
          <a:xfrm xmlns:a="http://schemas.openxmlformats.org/drawingml/2006/main" flipH="0" flipV="0">
            <a:off x="6827010" y="3945994"/>
            <a:ext cx="50717" cy="26590"/>
          </a:xfrm>
          <a:prstGeom xmlns:a="http://schemas.openxmlformats.org/drawingml/2006/main" prst="straightConnector1">
            <a:avLst/>
          </a:prstGeom>
          <a:ln xmlns:a="http://schemas.openxmlformats.org/drawingml/2006/main" w="6191">
            <a:solidFill>
              <a:srgbClr val="A9B8C2"/>
            </a:solidFill>
            <a:prstDash val="solid"/>
          </a:ln>
        </p:spPr>
      </p:cxnSp>
      <p:cxnSp>
        <p:nvCxnSpPr>
          <p:cNvPr id="1245" name="">
            <a:extLst xmlns:a="http://schemas.openxmlformats.org/drawingml/2006/main">
              <a:ext uri="{FF2B5EF4-FFF2-40B4-BE49-F238E27FC236}">
                <a16:creationId xmlns:a16="http://schemas.microsoft.com/office/drawing/2014/main" id="{CD9EE4E2-F73B-46FE-A54C-213E47F0EAE9}"/>
              </a:ext>
            </a:extLst>
          </p:cNvPr>
          <p:cNvCxnSpPr/>
          <p:nvPr/>
        </p:nvCxnSpPr>
        <p:spPr>
          <a:xfrm xmlns:a="http://schemas.openxmlformats.org/drawingml/2006/main" flipH="0" flipV="0">
            <a:off x="6877727" y="3972583"/>
            <a:ext cx="34789" cy="44297"/>
          </a:xfrm>
          <a:prstGeom xmlns:a="http://schemas.openxmlformats.org/drawingml/2006/main" prst="straightConnector1">
            <a:avLst/>
          </a:prstGeom>
          <a:ln xmlns:a="http://schemas.openxmlformats.org/drawingml/2006/main" w="6191">
            <a:solidFill>
              <a:srgbClr val="A9B8C2"/>
            </a:solidFill>
            <a:prstDash val="solid"/>
          </a:ln>
        </p:spPr>
      </p:cxnSp>
      <p:cxnSp>
        <p:nvCxnSpPr>
          <p:cNvPr id="1246" name="">
            <a:extLst xmlns:a="http://schemas.openxmlformats.org/drawingml/2006/main">
              <a:ext uri="{FF2B5EF4-FFF2-40B4-BE49-F238E27FC236}">
                <a16:creationId xmlns:a16="http://schemas.microsoft.com/office/drawing/2014/main" id="{F1F1F9E1-84F1-4DA0-A6B4-B3A8413C9AB0}"/>
              </a:ext>
            </a:extLst>
          </p:cNvPr>
          <p:cNvCxnSpPr/>
          <p:nvPr/>
        </p:nvCxnSpPr>
        <p:spPr>
          <a:xfrm xmlns:a="http://schemas.openxmlformats.org/drawingml/2006/main" flipH="0" flipV="0">
            <a:off x="6714737" y="3944309"/>
            <a:ext cx="1508" cy="50752"/>
          </a:xfrm>
          <a:prstGeom xmlns:a="http://schemas.openxmlformats.org/drawingml/2006/main" prst="straightConnector1">
            <a:avLst/>
          </a:prstGeom>
          <a:ln xmlns:a="http://schemas.openxmlformats.org/drawingml/2006/main" w="6191">
            <a:solidFill>
              <a:srgbClr val="A9B8C2"/>
            </a:solidFill>
            <a:prstDash val="solid"/>
          </a:ln>
        </p:spPr>
      </p:cxnSp>
      <p:cxnSp>
        <p:nvCxnSpPr>
          <p:cNvPr id="1247" name="">
            <a:extLst xmlns:a="http://schemas.openxmlformats.org/drawingml/2006/main">
              <a:ext uri="{FF2B5EF4-FFF2-40B4-BE49-F238E27FC236}">
                <a16:creationId xmlns:a16="http://schemas.microsoft.com/office/drawing/2014/main" id="{43837315-767B-4E08-BBA6-3E42EFBEC85E}"/>
              </a:ext>
            </a:extLst>
          </p:cNvPr>
          <p:cNvCxnSpPr/>
          <p:nvPr/>
        </p:nvCxnSpPr>
        <p:spPr>
          <a:xfrm xmlns:a="http://schemas.openxmlformats.org/drawingml/2006/main" flipH="0" flipV="0">
            <a:off x="6716245" y="3995061"/>
            <a:ext cx="1508" cy="50741"/>
          </a:xfrm>
          <a:prstGeom xmlns:a="http://schemas.openxmlformats.org/drawingml/2006/main" prst="straightConnector1">
            <a:avLst/>
          </a:prstGeom>
          <a:ln xmlns:a="http://schemas.openxmlformats.org/drawingml/2006/main" w="6191">
            <a:solidFill>
              <a:srgbClr val="A9B8C2"/>
            </a:solidFill>
            <a:prstDash val="solid"/>
          </a:ln>
        </p:spPr>
      </p:cxnSp>
      <p:cxnSp>
        <p:nvCxnSpPr>
          <p:cNvPr id="1248" name="">
            <a:extLst xmlns:a="http://schemas.openxmlformats.org/drawingml/2006/main">
              <a:ext uri="{FF2B5EF4-FFF2-40B4-BE49-F238E27FC236}">
                <a16:creationId xmlns:a16="http://schemas.microsoft.com/office/drawing/2014/main" id="{16EE94DA-79D5-4AA6-896B-847BBDBB61E4}"/>
              </a:ext>
            </a:extLst>
          </p:cNvPr>
          <p:cNvCxnSpPr/>
          <p:nvPr/>
        </p:nvCxnSpPr>
        <p:spPr>
          <a:xfrm xmlns:a="http://schemas.openxmlformats.org/drawingml/2006/main" flipH="0" flipV="0">
            <a:off x="6717753" y="4045802"/>
            <a:ext cx="1508" cy="50764"/>
          </a:xfrm>
          <a:prstGeom xmlns:a="http://schemas.openxmlformats.org/drawingml/2006/main" prst="straightConnector1">
            <a:avLst/>
          </a:prstGeom>
          <a:ln xmlns:a="http://schemas.openxmlformats.org/drawingml/2006/main" w="6191">
            <a:solidFill>
              <a:srgbClr val="A9B8C2"/>
            </a:solidFill>
            <a:prstDash val="solid"/>
          </a:ln>
        </p:spPr>
      </p:cxnSp>
      <p:cxnSp>
        <p:nvCxnSpPr>
          <p:cNvPr id="1249" name="">
            <a:extLst xmlns:a="http://schemas.openxmlformats.org/drawingml/2006/main">
              <a:ext uri="{FF2B5EF4-FFF2-40B4-BE49-F238E27FC236}">
                <a16:creationId xmlns:a16="http://schemas.microsoft.com/office/drawing/2014/main" id="{218F8D2A-C41E-40A9-BF52-5DAA79DBF199}"/>
              </a:ext>
            </a:extLst>
          </p:cNvPr>
          <p:cNvCxnSpPr/>
          <p:nvPr/>
        </p:nvCxnSpPr>
        <p:spPr>
          <a:xfrm xmlns:a="http://schemas.openxmlformats.org/drawingml/2006/main" flipH="0" flipV="1">
            <a:off x="6466500" y="4375634"/>
            <a:ext cx="52461" cy="5537"/>
          </a:xfrm>
          <a:prstGeom xmlns:a="http://schemas.openxmlformats.org/drawingml/2006/main" prst="straightConnector1">
            <a:avLst/>
          </a:prstGeom>
          <a:ln xmlns:a="http://schemas.openxmlformats.org/drawingml/2006/main" w="6191">
            <a:solidFill>
              <a:srgbClr val="A9B8C2"/>
            </a:solidFill>
            <a:prstDash val="solid"/>
          </a:ln>
        </p:spPr>
      </p:cxnSp>
      <p:cxnSp>
        <p:nvCxnSpPr>
          <p:cNvPr id="1250" name="">
            <a:extLst xmlns:a="http://schemas.openxmlformats.org/drawingml/2006/main">
              <a:ext uri="{FF2B5EF4-FFF2-40B4-BE49-F238E27FC236}">
                <a16:creationId xmlns:a16="http://schemas.microsoft.com/office/drawing/2014/main" id="{891AAC93-F892-44FA-BF72-ACAE8165DAFB}"/>
              </a:ext>
            </a:extLst>
          </p:cNvPr>
          <p:cNvCxnSpPr/>
          <p:nvPr/>
        </p:nvCxnSpPr>
        <p:spPr>
          <a:xfrm xmlns:a="http://schemas.openxmlformats.org/drawingml/2006/main" flipH="0" flipV="1">
            <a:off x="6518961" y="4370097"/>
            <a:ext cx="52484" cy="5537"/>
          </a:xfrm>
          <a:prstGeom xmlns:a="http://schemas.openxmlformats.org/drawingml/2006/main" prst="straightConnector1">
            <a:avLst/>
          </a:prstGeom>
          <a:ln xmlns:a="http://schemas.openxmlformats.org/drawingml/2006/main" w="6191">
            <a:solidFill>
              <a:srgbClr val="A9B8C2"/>
            </a:solidFill>
            <a:prstDash val="solid"/>
          </a:ln>
        </p:spPr>
      </p:cxnSp>
      <p:cxnSp>
        <p:nvCxnSpPr>
          <p:cNvPr id="1251" name="">
            <a:extLst xmlns:a="http://schemas.openxmlformats.org/drawingml/2006/main">
              <a:ext uri="{FF2B5EF4-FFF2-40B4-BE49-F238E27FC236}">
                <a16:creationId xmlns:a16="http://schemas.microsoft.com/office/drawing/2014/main" id="{979C13C0-7033-4DD7-B6DD-E0F822DADE5B}"/>
              </a:ext>
            </a:extLst>
          </p:cNvPr>
          <p:cNvCxnSpPr/>
          <p:nvPr/>
        </p:nvCxnSpPr>
        <p:spPr>
          <a:xfrm xmlns:a="http://schemas.openxmlformats.org/drawingml/2006/main" flipH="0" flipV="1">
            <a:off x="6571445" y="4364560"/>
            <a:ext cx="52473" cy="5537"/>
          </a:xfrm>
          <a:prstGeom xmlns:a="http://schemas.openxmlformats.org/drawingml/2006/main" prst="straightConnector1">
            <a:avLst/>
          </a:prstGeom>
          <a:ln xmlns:a="http://schemas.openxmlformats.org/drawingml/2006/main" w="6191">
            <a:solidFill>
              <a:srgbClr val="A9B8C2"/>
            </a:solidFill>
            <a:prstDash val="solid"/>
          </a:ln>
        </p:spPr>
      </p:cxnSp>
      <p:cxnSp>
        <p:nvCxnSpPr>
          <p:cNvPr id="1252" name="">
            <a:extLst xmlns:a="http://schemas.openxmlformats.org/drawingml/2006/main">
              <a:ext uri="{FF2B5EF4-FFF2-40B4-BE49-F238E27FC236}">
                <a16:creationId xmlns:a16="http://schemas.microsoft.com/office/drawing/2014/main" id="{9F683EC3-BA84-4B12-A059-15600B156B34}"/>
              </a:ext>
            </a:extLst>
          </p:cNvPr>
          <p:cNvCxnSpPr/>
          <p:nvPr/>
        </p:nvCxnSpPr>
        <p:spPr>
          <a:xfrm xmlns:a="http://schemas.openxmlformats.org/drawingml/2006/main" flipH="0" flipV="1">
            <a:off x="6623917" y="4359035"/>
            <a:ext cx="52473" cy="5525"/>
          </a:xfrm>
          <a:prstGeom xmlns:a="http://schemas.openxmlformats.org/drawingml/2006/main" prst="straightConnector1">
            <a:avLst/>
          </a:prstGeom>
          <a:ln xmlns:a="http://schemas.openxmlformats.org/drawingml/2006/main" w="6191">
            <a:solidFill>
              <a:srgbClr val="A9B8C2"/>
            </a:solidFill>
            <a:prstDash val="solid"/>
          </a:ln>
        </p:spPr>
      </p:cxnSp>
      <p:cxnSp>
        <p:nvCxnSpPr>
          <p:cNvPr id="1253" name="">
            <a:extLst xmlns:a="http://schemas.openxmlformats.org/drawingml/2006/main">
              <a:ext uri="{FF2B5EF4-FFF2-40B4-BE49-F238E27FC236}">
                <a16:creationId xmlns:a16="http://schemas.microsoft.com/office/drawing/2014/main" id="{50EA707E-D04D-4B28-8A90-D49E824F3F87}"/>
              </a:ext>
            </a:extLst>
          </p:cNvPr>
          <p:cNvCxnSpPr/>
          <p:nvPr/>
        </p:nvCxnSpPr>
        <p:spPr>
          <a:xfrm xmlns:a="http://schemas.openxmlformats.org/drawingml/2006/main" flipH="0" flipV="1">
            <a:off x="6676390" y="4353498"/>
            <a:ext cx="52473" cy="5537"/>
          </a:xfrm>
          <a:prstGeom xmlns:a="http://schemas.openxmlformats.org/drawingml/2006/main" prst="straightConnector1">
            <a:avLst/>
          </a:prstGeom>
          <a:ln xmlns:a="http://schemas.openxmlformats.org/drawingml/2006/main" w="6191">
            <a:solidFill>
              <a:srgbClr val="A9B8C2"/>
            </a:solidFill>
            <a:prstDash val="solid"/>
          </a:ln>
        </p:spPr>
      </p:cxnSp>
      <p:cxnSp>
        <p:nvCxnSpPr>
          <p:cNvPr id="1254" name="">
            <a:extLst xmlns:a="http://schemas.openxmlformats.org/drawingml/2006/main">
              <a:ext uri="{FF2B5EF4-FFF2-40B4-BE49-F238E27FC236}">
                <a16:creationId xmlns:a16="http://schemas.microsoft.com/office/drawing/2014/main" id="{6828BC4A-2018-4FD2-AF18-9DE4E5B1F739}"/>
              </a:ext>
            </a:extLst>
          </p:cNvPr>
          <p:cNvCxnSpPr/>
          <p:nvPr/>
        </p:nvCxnSpPr>
        <p:spPr>
          <a:xfrm xmlns:a="http://schemas.openxmlformats.org/drawingml/2006/main" flipH="0" flipV="1">
            <a:off x="6466500" y="4355948"/>
            <a:ext cx="42906" cy="25223"/>
          </a:xfrm>
          <a:prstGeom xmlns:a="http://schemas.openxmlformats.org/drawingml/2006/main" prst="straightConnector1">
            <a:avLst/>
          </a:prstGeom>
          <a:ln xmlns:a="http://schemas.openxmlformats.org/drawingml/2006/main" w="6191">
            <a:solidFill>
              <a:srgbClr val="A9B8C2"/>
            </a:solidFill>
            <a:prstDash val="solid"/>
          </a:ln>
        </p:spPr>
      </p:cxnSp>
      <p:cxnSp>
        <p:nvCxnSpPr>
          <p:cNvPr id="1255" name="">
            <a:extLst xmlns:a="http://schemas.openxmlformats.org/drawingml/2006/main">
              <a:ext uri="{FF2B5EF4-FFF2-40B4-BE49-F238E27FC236}">
                <a16:creationId xmlns:a16="http://schemas.microsoft.com/office/drawing/2014/main" id="{987764E2-6FF9-42E8-B69A-76D635CAB6D8}"/>
              </a:ext>
            </a:extLst>
          </p:cNvPr>
          <p:cNvCxnSpPr/>
          <p:nvPr/>
        </p:nvCxnSpPr>
        <p:spPr>
          <a:xfrm xmlns:a="http://schemas.openxmlformats.org/drawingml/2006/main" flipH="0" flipV="1">
            <a:off x="6509406" y="4293474"/>
            <a:ext cx="22596" cy="62475"/>
          </a:xfrm>
          <a:prstGeom xmlns:a="http://schemas.openxmlformats.org/drawingml/2006/main" prst="straightConnector1">
            <a:avLst/>
          </a:prstGeom>
          <a:ln xmlns:a="http://schemas.openxmlformats.org/drawingml/2006/main" w="6191">
            <a:solidFill>
              <a:srgbClr val="A9B8C2"/>
            </a:solidFill>
            <a:prstDash val="solid"/>
          </a:ln>
        </p:spPr>
      </p:cxnSp>
      <p:cxnSp>
        <p:nvCxnSpPr>
          <p:cNvPr id="1256" name="">
            <a:extLst xmlns:a="http://schemas.openxmlformats.org/drawingml/2006/main">
              <a:ext uri="{FF2B5EF4-FFF2-40B4-BE49-F238E27FC236}">
                <a16:creationId xmlns:a16="http://schemas.microsoft.com/office/drawing/2014/main" id="{04DC3839-8946-423E-BD22-A81C4F5628A2}"/>
              </a:ext>
            </a:extLst>
          </p:cNvPr>
          <p:cNvCxnSpPr/>
          <p:nvPr/>
        </p:nvCxnSpPr>
        <p:spPr>
          <a:xfrm xmlns:a="http://schemas.openxmlformats.org/drawingml/2006/main" flipH="0" flipV="1">
            <a:off x="6532002" y="4231423"/>
            <a:ext cx="20982" cy="62050"/>
          </a:xfrm>
          <a:prstGeom xmlns:a="http://schemas.openxmlformats.org/drawingml/2006/main" prst="straightConnector1">
            <a:avLst/>
          </a:prstGeom>
          <a:ln xmlns:a="http://schemas.openxmlformats.org/drawingml/2006/main" w="6191">
            <a:solidFill>
              <a:srgbClr val="A9B8C2"/>
            </a:solidFill>
            <a:prstDash val="solid"/>
          </a:ln>
        </p:spPr>
      </p:cxnSp>
      <p:cxnSp>
        <p:nvCxnSpPr>
          <p:cNvPr id="1257" name="">
            <a:extLst xmlns:a="http://schemas.openxmlformats.org/drawingml/2006/main">
              <a:ext uri="{FF2B5EF4-FFF2-40B4-BE49-F238E27FC236}">
                <a16:creationId xmlns:a16="http://schemas.microsoft.com/office/drawing/2014/main" id="{523945AB-2078-4DFF-B38F-886AA7C898E9}"/>
              </a:ext>
            </a:extLst>
          </p:cNvPr>
          <p:cNvCxnSpPr/>
          <p:nvPr/>
        </p:nvCxnSpPr>
        <p:spPr>
          <a:xfrm xmlns:a="http://schemas.openxmlformats.org/drawingml/2006/main" flipH="0" flipV="1">
            <a:off x="6552984" y="4181873"/>
            <a:ext cx="28604" cy="49551"/>
          </a:xfrm>
          <a:prstGeom xmlns:a="http://schemas.openxmlformats.org/drawingml/2006/main" prst="straightConnector1">
            <a:avLst/>
          </a:prstGeom>
          <a:ln xmlns:a="http://schemas.openxmlformats.org/drawingml/2006/main" w="6191">
            <a:solidFill>
              <a:srgbClr val="A9B8C2"/>
            </a:solidFill>
            <a:prstDash val="solid"/>
          </a:ln>
        </p:spPr>
      </p:cxnSp>
      <p:cxnSp>
        <p:nvCxnSpPr>
          <p:cNvPr id="1258" name="">
            <a:extLst xmlns:a="http://schemas.openxmlformats.org/drawingml/2006/main">
              <a:ext uri="{FF2B5EF4-FFF2-40B4-BE49-F238E27FC236}">
                <a16:creationId xmlns:a16="http://schemas.microsoft.com/office/drawing/2014/main" id="{0B408324-B713-4C35-955D-9045585D4B3F}"/>
              </a:ext>
            </a:extLst>
          </p:cNvPr>
          <p:cNvCxnSpPr/>
          <p:nvPr/>
        </p:nvCxnSpPr>
        <p:spPr>
          <a:xfrm xmlns:a="http://schemas.openxmlformats.org/drawingml/2006/main" flipH="0" flipV="1">
            <a:off x="6581588" y="4165308"/>
            <a:ext cx="55418" cy="16564"/>
          </a:xfrm>
          <a:prstGeom xmlns:a="http://schemas.openxmlformats.org/drawingml/2006/main" prst="straightConnector1">
            <a:avLst/>
          </a:prstGeom>
          <a:ln xmlns:a="http://schemas.openxmlformats.org/drawingml/2006/main" w="6191">
            <a:solidFill>
              <a:srgbClr val="A9B8C2"/>
            </a:solidFill>
            <a:prstDash val="solid"/>
          </a:ln>
        </p:spPr>
      </p:cxnSp>
      <p:cxnSp>
        <p:nvCxnSpPr>
          <p:cNvPr id="1259" name="">
            <a:extLst xmlns:a="http://schemas.openxmlformats.org/drawingml/2006/main">
              <a:ext uri="{FF2B5EF4-FFF2-40B4-BE49-F238E27FC236}">
                <a16:creationId xmlns:a16="http://schemas.microsoft.com/office/drawing/2014/main" id="{5174546B-3D11-43F3-922C-F2BF3D30F31F}"/>
              </a:ext>
            </a:extLst>
          </p:cNvPr>
          <p:cNvCxnSpPr/>
          <p:nvPr/>
        </p:nvCxnSpPr>
        <p:spPr>
          <a:xfrm xmlns:a="http://schemas.openxmlformats.org/drawingml/2006/main" flipH="0" flipV="1">
            <a:off x="6637006" y="4137211"/>
            <a:ext cx="46146" cy="28098"/>
          </a:xfrm>
          <a:prstGeom xmlns:a="http://schemas.openxmlformats.org/drawingml/2006/main" prst="straightConnector1">
            <a:avLst/>
          </a:prstGeom>
          <a:ln xmlns:a="http://schemas.openxmlformats.org/drawingml/2006/main" w="6191">
            <a:solidFill>
              <a:srgbClr val="A9B8C2"/>
            </a:solidFill>
            <a:prstDash val="solid"/>
          </a:ln>
        </p:spPr>
      </p:cxnSp>
      <p:cxnSp>
        <p:nvCxnSpPr>
          <p:cNvPr id="1260" name="">
            <a:extLst xmlns:a="http://schemas.openxmlformats.org/drawingml/2006/main">
              <a:ext uri="{FF2B5EF4-FFF2-40B4-BE49-F238E27FC236}">
                <a16:creationId xmlns:a16="http://schemas.microsoft.com/office/drawing/2014/main" id="{AD6A1324-7182-44A5-875F-BAD8A6211EA9}"/>
              </a:ext>
            </a:extLst>
          </p:cNvPr>
          <p:cNvCxnSpPr/>
          <p:nvPr/>
        </p:nvCxnSpPr>
        <p:spPr>
          <a:xfrm xmlns:a="http://schemas.openxmlformats.org/drawingml/2006/main" flipH="0" flipV="1">
            <a:off x="6683152" y="4096566"/>
            <a:ext cx="36109" cy="40644"/>
          </a:xfrm>
          <a:prstGeom xmlns:a="http://schemas.openxmlformats.org/drawingml/2006/main" prst="straightConnector1">
            <a:avLst/>
          </a:prstGeom>
          <a:ln xmlns:a="http://schemas.openxmlformats.org/drawingml/2006/main" w="6191">
            <a:solidFill>
              <a:srgbClr val="A9B8C2"/>
            </a:solidFill>
            <a:prstDash val="solid"/>
          </a:ln>
        </p:spPr>
      </p:cxnSp>
      <p:cxnSp>
        <p:nvCxnSpPr>
          <p:cNvPr id="1261" name="">
            <a:extLst xmlns:a="http://schemas.openxmlformats.org/drawingml/2006/main">
              <a:ext uri="{FF2B5EF4-FFF2-40B4-BE49-F238E27FC236}">
                <a16:creationId xmlns:a16="http://schemas.microsoft.com/office/drawing/2014/main" id="{B76FD2BB-DCD4-40A1-BA75-E7C57629D9CB}"/>
              </a:ext>
            </a:extLst>
          </p:cNvPr>
          <p:cNvCxnSpPr/>
          <p:nvPr/>
        </p:nvCxnSpPr>
        <p:spPr>
          <a:xfrm xmlns:a="http://schemas.openxmlformats.org/drawingml/2006/main" flipH="0" flipV="1">
            <a:off x="6719261" y="4090499"/>
            <a:ext cx="62887" cy="6067"/>
          </a:xfrm>
          <a:prstGeom xmlns:a="http://schemas.openxmlformats.org/drawingml/2006/main" prst="straightConnector1">
            <a:avLst/>
          </a:prstGeom>
          <a:ln xmlns:a="http://schemas.openxmlformats.org/drawingml/2006/main" w="6191">
            <a:solidFill>
              <a:srgbClr val="A9B8C2"/>
            </a:solidFill>
            <a:prstDash val="solid"/>
          </a:ln>
        </p:spPr>
      </p:cxnSp>
      <p:cxnSp>
        <p:nvCxnSpPr>
          <p:cNvPr id="1262" name="">
            <a:extLst xmlns:a="http://schemas.openxmlformats.org/drawingml/2006/main">
              <a:ext uri="{FF2B5EF4-FFF2-40B4-BE49-F238E27FC236}">
                <a16:creationId xmlns:a16="http://schemas.microsoft.com/office/drawing/2014/main" id="{B8B12D4E-245A-4FCF-A39B-93681CBA65D4}"/>
              </a:ext>
            </a:extLst>
          </p:cNvPr>
          <p:cNvCxnSpPr/>
          <p:nvPr/>
        </p:nvCxnSpPr>
        <p:spPr>
          <a:xfrm xmlns:a="http://schemas.openxmlformats.org/drawingml/2006/main" flipH="0" flipV="1">
            <a:off x="6782148" y="4084456"/>
            <a:ext cx="62863" cy="6044"/>
          </a:xfrm>
          <a:prstGeom xmlns:a="http://schemas.openxmlformats.org/drawingml/2006/main" prst="straightConnector1">
            <a:avLst/>
          </a:prstGeom>
          <a:ln xmlns:a="http://schemas.openxmlformats.org/drawingml/2006/main" w="6191">
            <a:solidFill>
              <a:srgbClr val="A9B8C2"/>
            </a:solidFill>
            <a:prstDash val="solid"/>
          </a:ln>
        </p:spPr>
      </p:cxnSp>
      <p:cxnSp>
        <p:nvCxnSpPr>
          <p:cNvPr id="1263" name="">
            <a:extLst xmlns:a="http://schemas.openxmlformats.org/drawingml/2006/main">
              <a:ext uri="{FF2B5EF4-FFF2-40B4-BE49-F238E27FC236}">
                <a16:creationId xmlns:a16="http://schemas.microsoft.com/office/drawing/2014/main" id="{B0E373AC-0A48-4F2B-9EB3-2BD24B4D7EED}"/>
              </a:ext>
            </a:extLst>
          </p:cNvPr>
          <p:cNvCxnSpPr/>
          <p:nvPr/>
        </p:nvCxnSpPr>
        <p:spPr>
          <a:xfrm xmlns:a="http://schemas.openxmlformats.org/drawingml/2006/main" flipH="0" flipV="0">
            <a:off x="6719261" y="4096566"/>
            <a:ext cx="342" cy="61143"/>
          </a:xfrm>
          <a:prstGeom xmlns:a="http://schemas.openxmlformats.org/drawingml/2006/main" prst="straightConnector1">
            <a:avLst/>
          </a:prstGeom>
          <a:ln xmlns:a="http://schemas.openxmlformats.org/drawingml/2006/main" w="6191">
            <a:solidFill>
              <a:srgbClr val="A9B8C2"/>
            </a:solidFill>
            <a:prstDash val="solid"/>
          </a:ln>
        </p:spPr>
      </p:cxnSp>
      <p:cxnSp>
        <p:nvCxnSpPr>
          <p:cNvPr id="1264" name="">
            <a:extLst xmlns:a="http://schemas.openxmlformats.org/drawingml/2006/main">
              <a:ext uri="{FF2B5EF4-FFF2-40B4-BE49-F238E27FC236}">
                <a16:creationId xmlns:a16="http://schemas.microsoft.com/office/drawing/2014/main" id="{63DE7F47-8297-4DE3-9FBF-7F65D62B8BAE}"/>
              </a:ext>
            </a:extLst>
          </p:cNvPr>
          <p:cNvCxnSpPr/>
          <p:nvPr/>
        </p:nvCxnSpPr>
        <p:spPr>
          <a:xfrm xmlns:a="http://schemas.openxmlformats.org/drawingml/2006/main" flipH="1" flipV="0">
            <a:off x="6717989" y="4157710"/>
            <a:ext cx="1614" cy="70545"/>
          </a:xfrm>
          <a:prstGeom xmlns:a="http://schemas.openxmlformats.org/drawingml/2006/main" prst="straightConnector1">
            <a:avLst/>
          </a:prstGeom>
          <a:ln xmlns:a="http://schemas.openxmlformats.org/drawingml/2006/main" w="6191">
            <a:solidFill>
              <a:srgbClr val="A9B8C2"/>
            </a:solidFill>
            <a:prstDash val="solid"/>
          </a:ln>
        </p:spPr>
      </p:cxnSp>
      <p:cxnSp>
        <p:nvCxnSpPr>
          <p:cNvPr id="1265" name="">
            <a:extLst xmlns:a="http://schemas.openxmlformats.org/drawingml/2006/main">
              <a:ext uri="{FF2B5EF4-FFF2-40B4-BE49-F238E27FC236}">
                <a16:creationId xmlns:a16="http://schemas.microsoft.com/office/drawing/2014/main" id="{60821F4B-CDCC-4161-8B87-C98AD512CB56}"/>
              </a:ext>
            </a:extLst>
          </p:cNvPr>
          <p:cNvCxnSpPr/>
          <p:nvPr/>
        </p:nvCxnSpPr>
        <p:spPr>
          <a:xfrm xmlns:a="http://schemas.openxmlformats.org/drawingml/2006/main" flipH="1" flipV="0">
            <a:off x="6717741" y="4228254"/>
            <a:ext cx="247" cy="56490"/>
          </a:xfrm>
          <a:prstGeom xmlns:a="http://schemas.openxmlformats.org/drawingml/2006/main" prst="straightConnector1">
            <a:avLst/>
          </a:prstGeom>
          <a:ln xmlns:a="http://schemas.openxmlformats.org/drawingml/2006/main" w="6191">
            <a:solidFill>
              <a:srgbClr val="A9B8C2"/>
            </a:solidFill>
            <a:prstDash val="solid"/>
          </a:ln>
        </p:spPr>
      </p:cxnSp>
      <p:cxnSp>
        <p:nvCxnSpPr>
          <p:cNvPr id="1266" name="">
            <a:extLst xmlns:a="http://schemas.openxmlformats.org/drawingml/2006/main">
              <a:ext uri="{FF2B5EF4-FFF2-40B4-BE49-F238E27FC236}">
                <a16:creationId xmlns:a16="http://schemas.microsoft.com/office/drawing/2014/main" id="{97ADC1FA-A7EB-4650-BF47-2815098A38F9}"/>
              </a:ext>
            </a:extLst>
          </p:cNvPr>
          <p:cNvCxnSpPr/>
          <p:nvPr/>
        </p:nvCxnSpPr>
        <p:spPr>
          <a:xfrm xmlns:a="http://schemas.openxmlformats.org/drawingml/2006/main" flipH="0" flipV="0">
            <a:off x="6717741" y="4284744"/>
            <a:ext cx="11121" cy="68754"/>
          </a:xfrm>
          <a:prstGeom xmlns:a="http://schemas.openxmlformats.org/drawingml/2006/main" prst="straightConnector1">
            <a:avLst/>
          </a:prstGeom>
          <a:ln xmlns:a="http://schemas.openxmlformats.org/drawingml/2006/main" w="6191">
            <a:solidFill>
              <a:srgbClr val="A9B8C2"/>
            </a:solidFill>
            <a:prstDash val="solid"/>
          </a:ln>
        </p:spPr>
      </p:cxnSp>
      <p:cxnSp>
        <p:nvCxnSpPr>
          <p:cNvPr id="1267" name="">
            <a:extLst xmlns:a="http://schemas.openxmlformats.org/drawingml/2006/main">
              <a:ext uri="{FF2B5EF4-FFF2-40B4-BE49-F238E27FC236}">
                <a16:creationId xmlns:a16="http://schemas.microsoft.com/office/drawing/2014/main" id="{B1AAAFB0-7407-417B-A3B8-A7188FB1CAA9}"/>
              </a:ext>
            </a:extLst>
          </p:cNvPr>
          <p:cNvCxnSpPr/>
          <p:nvPr/>
        </p:nvCxnSpPr>
        <p:spPr>
          <a:xfrm xmlns:a="http://schemas.openxmlformats.org/drawingml/2006/main" flipH="0" flipV="1">
            <a:off x="6845011" y="4050668"/>
            <a:ext cx="33753" cy="33788"/>
          </a:xfrm>
          <a:prstGeom xmlns:a="http://schemas.openxmlformats.org/drawingml/2006/main" prst="straightConnector1">
            <a:avLst/>
          </a:prstGeom>
          <a:ln xmlns:a="http://schemas.openxmlformats.org/drawingml/2006/main" w="6191">
            <a:solidFill>
              <a:srgbClr val="A9B8C2"/>
            </a:solidFill>
            <a:prstDash val="solid"/>
          </a:ln>
        </p:spPr>
      </p:cxnSp>
      <p:cxnSp>
        <p:nvCxnSpPr>
          <p:cNvPr id="1268" name="">
            <a:extLst xmlns:a="http://schemas.openxmlformats.org/drawingml/2006/main">
              <a:ext uri="{FF2B5EF4-FFF2-40B4-BE49-F238E27FC236}">
                <a16:creationId xmlns:a16="http://schemas.microsoft.com/office/drawing/2014/main" id="{6365B87D-BD24-454E-9CEB-C82A9E847886}"/>
              </a:ext>
            </a:extLst>
          </p:cNvPr>
          <p:cNvCxnSpPr/>
          <p:nvPr/>
        </p:nvCxnSpPr>
        <p:spPr>
          <a:xfrm xmlns:a="http://schemas.openxmlformats.org/drawingml/2006/main" flipH="0" flipV="1">
            <a:off x="6878764" y="4016880"/>
            <a:ext cx="33753" cy="33788"/>
          </a:xfrm>
          <a:prstGeom xmlns:a="http://schemas.openxmlformats.org/drawingml/2006/main" prst="straightConnector1">
            <a:avLst/>
          </a:prstGeom>
          <a:ln xmlns:a="http://schemas.openxmlformats.org/drawingml/2006/main" w="6191">
            <a:solidFill>
              <a:srgbClr val="A9B8C2"/>
            </a:solidFill>
            <a:prstDash val="solid"/>
          </a:ln>
        </p:spPr>
      </p:cxnSp>
      <p:cxnSp>
        <p:nvCxnSpPr>
          <p:cNvPr id="1269" name="">
            <a:extLst xmlns:a="http://schemas.openxmlformats.org/drawingml/2006/main">
              <a:ext uri="{FF2B5EF4-FFF2-40B4-BE49-F238E27FC236}">
                <a16:creationId xmlns:a16="http://schemas.microsoft.com/office/drawing/2014/main" id="{11521ABE-CE9A-47E1-A7D0-75303852D44E}"/>
              </a:ext>
            </a:extLst>
          </p:cNvPr>
          <p:cNvCxnSpPr/>
          <p:nvPr/>
        </p:nvCxnSpPr>
        <p:spPr>
          <a:xfrm xmlns:a="http://schemas.openxmlformats.org/drawingml/2006/main" flipH="0" flipV="0">
            <a:off x="6847827" y="4117395"/>
            <a:ext cx="212" cy="54546"/>
          </a:xfrm>
          <a:prstGeom xmlns:a="http://schemas.openxmlformats.org/drawingml/2006/main" prst="straightConnector1">
            <a:avLst/>
          </a:prstGeom>
          <a:ln xmlns:a="http://schemas.openxmlformats.org/drawingml/2006/main" w="6191">
            <a:solidFill>
              <a:srgbClr val="A9B8C2"/>
            </a:solidFill>
            <a:prstDash val="solid"/>
          </a:ln>
        </p:spPr>
      </p:cxnSp>
      <p:cxnSp>
        <p:nvCxnSpPr>
          <p:cNvPr id="1270" name="">
            <a:extLst xmlns:a="http://schemas.openxmlformats.org/drawingml/2006/main">
              <a:ext uri="{FF2B5EF4-FFF2-40B4-BE49-F238E27FC236}">
                <a16:creationId xmlns:a16="http://schemas.microsoft.com/office/drawing/2014/main" id="{0DC60971-A179-476F-82D6-AA740A5ADE6D}"/>
              </a:ext>
            </a:extLst>
          </p:cNvPr>
          <p:cNvCxnSpPr/>
          <p:nvPr/>
        </p:nvCxnSpPr>
        <p:spPr>
          <a:xfrm xmlns:a="http://schemas.openxmlformats.org/drawingml/2006/main" flipH="0" flipV="0">
            <a:off x="6848039" y="4171941"/>
            <a:ext cx="200" cy="54546"/>
          </a:xfrm>
          <a:prstGeom xmlns:a="http://schemas.openxmlformats.org/drawingml/2006/main" prst="straightConnector1">
            <a:avLst/>
          </a:prstGeom>
          <a:ln xmlns:a="http://schemas.openxmlformats.org/drawingml/2006/main" w="6191">
            <a:solidFill>
              <a:srgbClr val="A9B8C2"/>
            </a:solidFill>
            <a:prstDash val="solid"/>
          </a:ln>
        </p:spPr>
      </p:cxnSp>
      <p:cxnSp>
        <p:nvCxnSpPr>
          <p:cNvPr id="1271" name="">
            <a:extLst xmlns:a="http://schemas.openxmlformats.org/drawingml/2006/main">
              <a:ext uri="{FF2B5EF4-FFF2-40B4-BE49-F238E27FC236}">
                <a16:creationId xmlns:a16="http://schemas.microsoft.com/office/drawing/2014/main" id="{3BC055A5-0833-45B7-B966-814601899870}"/>
              </a:ext>
            </a:extLst>
          </p:cNvPr>
          <p:cNvCxnSpPr/>
          <p:nvPr/>
        </p:nvCxnSpPr>
        <p:spPr>
          <a:xfrm xmlns:a="http://schemas.openxmlformats.org/drawingml/2006/main" flipH="0" flipV="0">
            <a:off x="6848239" y="4226487"/>
            <a:ext cx="200" cy="54558"/>
          </a:xfrm>
          <a:prstGeom xmlns:a="http://schemas.openxmlformats.org/drawingml/2006/main" prst="straightConnector1">
            <a:avLst/>
          </a:prstGeom>
          <a:ln xmlns:a="http://schemas.openxmlformats.org/drawingml/2006/main" w="6191">
            <a:solidFill>
              <a:srgbClr val="A9B8C2"/>
            </a:solidFill>
            <a:prstDash val="solid"/>
          </a:ln>
        </p:spPr>
      </p:cxnSp>
      <p:cxnSp>
        <p:nvCxnSpPr>
          <p:cNvPr id="1272" name="">
            <a:extLst xmlns:a="http://schemas.openxmlformats.org/drawingml/2006/main">
              <a:ext uri="{FF2B5EF4-FFF2-40B4-BE49-F238E27FC236}">
                <a16:creationId xmlns:a16="http://schemas.microsoft.com/office/drawing/2014/main" id="{F79872B2-1EEB-4C68-8AF8-7A2ABF8D9599}"/>
              </a:ext>
            </a:extLst>
          </p:cNvPr>
          <p:cNvCxnSpPr/>
          <p:nvPr/>
        </p:nvCxnSpPr>
        <p:spPr>
          <a:xfrm xmlns:a="http://schemas.openxmlformats.org/drawingml/2006/main" flipH="0" flipV="0">
            <a:off x="6848439" y="4281045"/>
            <a:ext cx="200" cy="54546"/>
          </a:xfrm>
          <a:prstGeom xmlns:a="http://schemas.openxmlformats.org/drawingml/2006/main" prst="straightConnector1">
            <a:avLst/>
          </a:prstGeom>
          <a:ln xmlns:a="http://schemas.openxmlformats.org/drawingml/2006/main" w="6191">
            <a:solidFill>
              <a:srgbClr val="A9B8C2"/>
            </a:solidFill>
            <a:prstDash val="solid"/>
          </a:ln>
        </p:spPr>
      </p:cxnSp>
      <p:cxnSp>
        <p:nvCxnSpPr>
          <p:cNvPr id="1273" name="">
            <a:extLst xmlns:a="http://schemas.openxmlformats.org/drawingml/2006/main">
              <a:ext uri="{FF2B5EF4-FFF2-40B4-BE49-F238E27FC236}">
                <a16:creationId xmlns:a16="http://schemas.microsoft.com/office/drawing/2014/main" id="{7E78CA6E-C2B6-4FC7-992D-63E226C6D88E}"/>
              </a:ext>
            </a:extLst>
          </p:cNvPr>
          <p:cNvCxnSpPr/>
          <p:nvPr/>
        </p:nvCxnSpPr>
        <p:spPr>
          <a:xfrm xmlns:a="http://schemas.openxmlformats.org/drawingml/2006/main" flipH="0" flipV="1">
            <a:off x="6728862" y="4344544"/>
            <a:ext cx="59895" cy="8954"/>
          </a:xfrm>
          <a:prstGeom xmlns:a="http://schemas.openxmlformats.org/drawingml/2006/main" prst="straightConnector1">
            <a:avLst/>
          </a:prstGeom>
          <a:ln xmlns:a="http://schemas.openxmlformats.org/drawingml/2006/main" w="6191">
            <a:solidFill>
              <a:srgbClr val="A9B8C2"/>
            </a:solidFill>
            <a:prstDash val="solid"/>
          </a:ln>
        </p:spPr>
      </p:cxnSp>
      <p:cxnSp>
        <p:nvCxnSpPr>
          <p:cNvPr id="1274" name="">
            <a:extLst xmlns:a="http://schemas.openxmlformats.org/drawingml/2006/main">
              <a:ext uri="{FF2B5EF4-FFF2-40B4-BE49-F238E27FC236}">
                <a16:creationId xmlns:a16="http://schemas.microsoft.com/office/drawing/2014/main" id="{8B9C2CDF-5142-4913-B91B-1B11FA400FB5}"/>
              </a:ext>
            </a:extLst>
          </p:cNvPr>
          <p:cNvCxnSpPr/>
          <p:nvPr/>
        </p:nvCxnSpPr>
        <p:spPr>
          <a:xfrm xmlns:a="http://schemas.openxmlformats.org/drawingml/2006/main" flipH="0" flipV="1">
            <a:off x="6788757" y="4335591"/>
            <a:ext cx="59883" cy="8954"/>
          </a:xfrm>
          <a:prstGeom xmlns:a="http://schemas.openxmlformats.org/drawingml/2006/main" prst="straightConnector1">
            <a:avLst/>
          </a:prstGeom>
          <a:ln xmlns:a="http://schemas.openxmlformats.org/drawingml/2006/main" w="6191">
            <a:solidFill>
              <a:srgbClr val="A9B8C2"/>
            </a:solidFill>
            <a:prstDash val="solid"/>
          </a:ln>
        </p:spPr>
      </p:cxnSp>
      <p:cxnSp>
        <p:nvCxnSpPr>
          <p:cNvPr id="1275" name="">
            <a:extLst xmlns:a="http://schemas.openxmlformats.org/drawingml/2006/main">
              <a:ext uri="{FF2B5EF4-FFF2-40B4-BE49-F238E27FC236}">
                <a16:creationId xmlns:a16="http://schemas.microsoft.com/office/drawing/2014/main" id="{B1121DCB-7B06-4F15-B255-7320EFEC6DEB}"/>
              </a:ext>
            </a:extLst>
          </p:cNvPr>
          <p:cNvCxnSpPr/>
          <p:nvPr/>
        </p:nvCxnSpPr>
        <p:spPr>
          <a:xfrm xmlns:a="http://schemas.openxmlformats.org/drawingml/2006/main" flipH="0" flipV="0">
            <a:off x="6998270" y="3982668"/>
            <a:ext cx="44956" cy="26331"/>
          </a:xfrm>
          <a:prstGeom xmlns:a="http://schemas.openxmlformats.org/drawingml/2006/main" prst="straightConnector1">
            <a:avLst/>
          </a:prstGeom>
          <a:ln xmlns:a="http://schemas.openxmlformats.org/drawingml/2006/main" w="6191">
            <a:solidFill>
              <a:srgbClr val="A9B8C2"/>
            </a:solidFill>
            <a:prstDash val="solid"/>
          </a:ln>
        </p:spPr>
      </p:cxnSp>
      <p:cxnSp>
        <p:nvCxnSpPr>
          <p:cNvPr id="1276" name="">
            <a:extLst xmlns:a="http://schemas.openxmlformats.org/drawingml/2006/main">
              <a:ext uri="{FF2B5EF4-FFF2-40B4-BE49-F238E27FC236}">
                <a16:creationId xmlns:a16="http://schemas.microsoft.com/office/drawing/2014/main" id="{911377CB-ADCA-43EC-AE34-098954BC8F49}"/>
              </a:ext>
            </a:extLst>
          </p:cNvPr>
          <p:cNvCxnSpPr/>
          <p:nvPr/>
        </p:nvCxnSpPr>
        <p:spPr>
          <a:xfrm xmlns:a="http://schemas.openxmlformats.org/drawingml/2006/main" flipH="0" flipV="0">
            <a:off x="7043226" y="4008998"/>
            <a:ext cx="44944" cy="26331"/>
          </a:xfrm>
          <a:prstGeom xmlns:a="http://schemas.openxmlformats.org/drawingml/2006/main" prst="straightConnector1">
            <a:avLst/>
          </a:prstGeom>
          <a:ln xmlns:a="http://schemas.openxmlformats.org/drawingml/2006/main" w="6191">
            <a:solidFill>
              <a:srgbClr val="A9B8C2"/>
            </a:solidFill>
            <a:prstDash val="solid"/>
          </a:ln>
        </p:spPr>
      </p:cxnSp>
      <p:cxnSp>
        <p:nvCxnSpPr>
          <p:cNvPr id="1277" name="">
            <a:extLst xmlns:a="http://schemas.openxmlformats.org/drawingml/2006/main">
              <a:ext uri="{FF2B5EF4-FFF2-40B4-BE49-F238E27FC236}">
                <a16:creationId xmlns:a16="http://schemas.microsoft.com/office/drawing/2014/main" id="{C24B1240-47D3-436C-B0CB-69E30B2C03B5}"/>
              </a:ext>
            </a:extLst>
          </p:cNvPr>
          <p:cNvCxnSpPr/>
          <p:nvPr/>
        </p:nvCxnSpPr>
        <p:spPr>
          <a:xfrm xmlns:a="http://schemas.openxmlformats.org/drawingml/2006/main" flipH="0" flipV="1">
            <a:off x="6906532" y="4164083"/>
            <a:ext cx="45663" cy="4041"/>
          </a:xfrm>
          <a:prstGeom xmlns:a="http://schemas.openxmlformats.org/drawingml/2006/main" prst="straightConnector1">
            <a:avLst/>
          </a:prstGeom>
          <a:ln xmlns:a="http://schemas.openxmlformats.org/drawingml/2006/main" w="6191">
            <a:solidFill>
              <a:srgbClr val="A9B8C2"/>
            </a:solidFill>
            <a:prstDash val="solid"/>
          </a:ln>
        </p:spPr>
      </p:cxnSp>
      <p:cxnSp>
        <p:nvCxnSpPr>
          <p:cNvPr id="1278" name="">
            <a:extLst xmlns:a="http://schemas.openxmlformats.org/drawingml/2006/main">
              <a:ext uri="{FF2B5EF4-FFF2-40B4-BE49-F238E27FC236}">
                <a16:creationId xmlns:a16="http://schemas.microsoft.com/office/drawing/2014/main" id="{E4658435-F058-4169-AB30-662042BB27D7}"/>
              </a:ext>
            </a:extLst>
          </p:cNvPr>
          <p:cNvCxnSpPr/>
          <p:nvPr/>
        </p:nvCxnSpPr>
        <p:spPr>
          <a:xfrm xmlns:a="http://schemas.openxmlformats.org/drawingml/2006/main" flipH="0" flipV="1">
            <a:off x="6952195" y="4160066"/>
            <a:ext cx="45675" cy="4017"/>
          </a:xfrm>
          <a:prstGeom xmlns:a="http://schemas.openxmlformats.org/drawingml/2006/main" prst="straightConnector1">
            <a:avLst/>
          </a:prstGeom>
          <a:ln xmlns:a="http://schemas.openxmlformats.org/drawingml/2006/main" w="6191">
            <a:solidFill>
              <a:srgbClr val="A9B8C2"/>
            </a:solidFill>
            <a:prstDash val="solid"/>
          </a:ln>
        </p:spPr>
      </p:cxnSp>
      <p:cxnSp>
        <p:nvCxnSpPr>
          <p:cNvPr id="1279" name="">
            <a:extLst xmlns:a="http://schemas.openxmlformats.org/drawingml/2006/main">
              <a:ext uri="{FF2B5EF4-FFF2-40B4-BE49-F238E27FC236}">
                <a16:creationId xmlns:a16="http://schemas.microsoft.com/office/drawing/2014/main" id="{E6ABB7ED-A2E7-48A0-8A09-CEF703EDAF19}"/>
              </a:ext>
            </a:extLst>
          </p:cNvPr>
          <p:cNvCxnSpPr/>
          <p:nvPr/>
        </p:nvCxnSpPr>
        <p:spPr>
          <a:xfrm xmlns:a="http://schemas.openxmlformats.org/drawingml/2006/main" flipH="1" flipV="0">
            <a:off x="6938800" y="4071767"/>
            <a:ext cx="50493" cy="3970"/>
          </a:xfrm>
          <a:prstGeom xmlns:a="http://schemas.openxmlformats.org/drawingml/2006/main" prst="straightConnector1">
            <a:avLst/>
          </a:prstGeom>
          <a:ln xmlns:a="http://schemas.openxmlformats.org/drawingml/2006/main" w="6191">
            <a:solidFill>
              <a:srgbClr val="A9B8C2"/>
            </a:solidFill>
            <a:prstDash val="solid"/>
          </a:ln>
        </p:spPr>
      </p:cxnSp>
      <p:cxnSp>
        <p:nvCxnSpPr>
          <p:cNvPr id="1280" name="">
            <a:extLst xmlns:a="http://schemas.openxmlformats.org/drawingml/2006/main">
              <a:ext uri="{FF2B5EF4-FFF2-40B4-BE49-F238E27FC236}">
                <a16:creationId xmlns:a16="http://schemas.microsoft.com/office/drawing/2014/main" id="{1A0A1B4C-C0BE-44DB-A288-9B50FC5A88BA}"/>
              </a:ext>
            </a:extLst>
          </p:cNvPr>
          <p:cNvCxnSpPr/>
          <p:nvPr/>
        </p:nvCxnSpPr>
        <p:spPr>
          <a:xfrm xmlns:a="http://schemas.openxmlformats.org/drawingml/2006/main" flipH="1" flipV="0">
            <a:off x="6888306" y="4075738"/>
            <a:ext cx="50493" cy="3970"/>
          </a:xfrm>
          <a:prstGeom xmlns:a="http://schemas.openxmlformats.org/drawingml/2006/main" prst="straightConnector1">
            <a:avLst/>
          </a:prstGeom>
          <a:ln xmlns:a="http://schemas.openxmlformats.org/drawingml/2006/main" w="6191">
            <a:solidFill>
              <a:srgbClr val="A9B8C2"/>
            </a:solidFill>
            <a:prstDash val="solid"/>
          </a:ln>
        </p:spPr>
      </p:cxnSp>
      <p:cxnSp>
        <p:nvCxnSpPr>
          <p:cNvPr id="1281" name="">
            <a:extLst xmlns:a="http://schemas.openxmlformats.org/drawingml/2006/main">
              <a:ext uri="{FF2B5EF4-FFF2-40B4-BE49-F238E27FC236}">
                <a16:creationId xmlns:a16="http://schemas.microsoft.com/office/drawing/2014/main" id="{9CBAB0F8-71A4-4BAA-9ED0-9D11738BB906}"/>
              </a:ext>
            </a:extLst>
          </p:cNvPr>
          <p:cNvCxnSpPr/>
          <p:nvPr/>
        </p:nvCxnSpPr>
        <p:spPr>
          <a:xfrm xmlns:a="http://schemas.openxmlformats.org/drawingml/2006/main" flipH="0" flipV="1">
            <a:off x="7040434" y="4096743"/>
            <a:ext cx="40692" cy="3852"/>
          </a:xfrm>
          <a:prstGeom xmlns:a="http://schemas.openxmlformats.org/drawingml/2006/main" prst="straightConnector1">
            <a:avLst/>
          </a:prstGeom>
          <a:ln xmlns:a="http://schemas.openxmlformats.org/drawingml/2006/main" w="6191">
            <a:solidFill>
              <a:srgbClr val="A9B8C2"/>
            </a:solidFill>
            <a:prstDash val="solid"/>
          </a:ln>
        </p:spPr>
      </p:cxnSp>
      <p:cxnSp>
        <p:nvCxnSpPr>
          <p:cNvPr id="1282" name="">
            <a:extLst xmlns:a="http://schemas.openxmlformats.org/drawingml/2006/main">
              <a:ext uri="{FF2B5EF4-FFF2-40B4-BE49-F238E27FC236}">
                <a16:creationId xmlns:a16="http://schemas.microsoft.com/office/drawing/2014/main" id="{EB394640-7583-41BC-BF04-DF66DD572299}"/>
              </a:ext>
            </a:extLst>
          </p:cNvPr>
          <p:cNvCxnSpPr/>
          <p:nvPr/>
        </p:nvCxnSpPr>
        <p:spPr>
          <a:xfrm xmlns:a="http://schemas.openxmlformats.org/drawingml/2006/main" flipH="0" flipV="0">
            <a:off x="7081126" y="4096743"/>
            <a:ext cx="56584" cy="18744"/>
          </a:xfrm>
          <a:prstGeom xmlns:a="http://schemas.openxmlformats.org/drawingml/2006/main" prst="straightConnector1">
            <a:avLst/>
          </a:prstGeom>
          <a:ln xmlns:a="http://schemas.openxmlformats.org/drawingml/2006/main" w="6191">
            <a:solidFill>
              <a:srgbClr val="A9B8C2"/>
            </a:solidFill>
            <a:prstDash val="solid"/>
          </a:ln>
        </p:spPr>
      </p:cxnSp>
      <p:cxnSp>
        <p:nvCxnSpPr>
          <p:cNvPr id="1283" name="">
            <a:extLst xmlns:a="http://schemas.openxmlformats.org/drawingml/2006/main">
              <a:ext uri="{FF2B5EF4-FFF2-40B4-BE49-F238E27FC236}">
                <a16:creationId xmlns:a16="http://schemas.microsoft.com/office/drawing/2014/main" id="{C76FB096-7B09-4190-9822-6CD5A17BE9CC}"/>
              </a:ext>
            </a:extLst>
          </p:cNvPr>
          <p:cNvCxnSpPr/>
          <p:nvPr/>
        </p:nvCxnSpPr>
        <p:spPr>
          <a:xfrm xmlns:a="http://schemas.openxmlformats.org/drawingml/2006/main" flipH="0" flipV="1">
            <a:off x="6911079" y="3703128"/>
            <a:ext cx="49468" cy="10179"/>
          </a:xfrm>
          <a:prstGeom xmlns:a="http://schemas.openxmlformats.org/drawingml/2006/main" prst="straightConnector1">
            <a:avLst/>
          </a:prstGeom>
          <a:ln xmlns:a="http://schemas.openxmlformats.org/drawingml/2006/main" w="6191">
            <a:solidFill>
              <a:srgbClr val="A9B8C2"/>
            </a:solidFill>
            <a:prstDash val="solid"/>
          </a:ln>
        </p:spPr>
      </p:cxnSp>
      <p:cxnSp>
        <p:nvCxnSpPr>
          <p:cNvPr id="1284" name="">
            <a:extLst xmlns:a="http://schemas.openxmlformats.org/drawingml/2006/main">
              <a:ext uri="{FF2B5EF4-FFF2-40B4-BE49-F238E27FC236}">
                <a16:creationId xmlns:a16="http://schemas.microsoft.com/office/drawing/2014/main" id="{67818E02-CCAA-441A-8AAE-80A9765BDB9C}"/>
              </a:ext>
            </a:extLst>
          </p:cNvPr>
          <p:cNvCxnSpPr/>
          <p:nvPr/>
        </p:nvCxnSpPr>
        <p:spPr>
          <a:xfrm xmlns:a="http://schemas.openxmlformats.org/drawingml/2006/main" flipH="0" flipV="1">
            <a:off x="6960547" y="3692950"/>
            <a:ext cx="49480" cy="10179"/>
          </a:xfrm>
          <a:prstGeom xmlns:a="http://schemas.openxmlformats.org/drawingml/2006/main" prst="straightConnector1">
            <a:avLst/>
          </a:prstGeom>
          <a:ln xmlns:a="http://schemas.openxmlformats.org/drawingml/2006/main" w="6191">
            <a:solidFill>
              <a:srgbClr val="A9B8C2"/>
            </a:solidFill>
            <a:prstDash val="solid"/>
          </a:ln>
        </p:spPr>
      </p:cxnSp>
      <p:cxnSp>
        <p:nvCxnSpPr>
          <p:cNvPr id="1285" name="">
            <a:extLst xmlns:a="http://schemas.openxmlformats.org/drawingml/2006/main">
              <a:ext uri="{FF2B5EF4-FFF2-40B4-BE49-F238E27FC236}">
                <a16:creationId xmlns:a16="http://schemas.microsoft.com/office/drawing/2014/main" id="{3BC948D3-C994-4730-9178-0135485C5D55}"/>
              </a:ext>
            </a:extLst>
          </p:cNvPr>
          <p:cNvCxnSpPr/>
          <p:nvPr/>
        </p:nvCxnSpPr>
        <p:spPr>
          <a:xfrm xmlns:a="http://schemas.openxmlformats.org/drawingml/2006/main" flipH="1" flipV="1">
            <a:off x="6846413" y="3709149"/>
            <a:ext cx="64666" cy="4159"/>
          </a:xfrm>
          <a:prstGeom xmlns:a="http://schemas.openxmlformats.org/drawingml/2006/main" prst="straightConnector1">
            <a:avLst/>
          </a:prstGeom>
          <a:ln xmlns:a="http://schemas.openxmlformats.org/drawingml/2006/main" w="6191">
            <a:solidFill>
              <a:srgbClr val="A9B8C2"/>
            </a:solidFill>
            <a:prstDash val="solid"/>
          </a:ln>
        </p:spPr>
      </p:cxnSp>
      <p:cxnSp>
        <p:nvCxnSpPr>
          <p:cNvPr id="1286" name="">
            <a:extLst xmlns:a="http://schemas.openxmlformats.org/drawingml/2006/main">
              <a:ext uri="{FF2B5EF4-FFF2-40B4-BE49-F238E27FC236}">
                <a16:creationId xmlns:a16="http://schemas.microsoft.com/office/drawing/2014/main" id="{D638ED47-7E64-4559-8A88-CBBDFFA3DED2}"/>
              </a:ext>
            </a:extLst>
          </p:cNvPr>
          <p:cNvCxnSpPr/>
          <p:nvPr/>
        </p:nvCxnSpPr>
        <p:spPr>
          <a:xfrm xmlns:a="http://schemas.openxmlformats.org/drawingml/2006/main" flipH="1" flipV="1">
            <a:off x="6781747" y="3704990"/>
            <a:ext cx="64666" cy="4159"/>
          </a:xfrm>
          <a:prstGeom xmlns:a="http://schemas.openxmlformats.org/drawingml/2006/main" prst="straightConnector1">
            <a:avLst/>
          </a:prstGeom>
          <a:ln xmlns:a="http://schemas.openxmlformats.org/drawingml/2006/main" w="6191">
            <a:solidFill>
              <a:srgbClr val="A9B8C2"/>
            </a:solidFill>
            <a:prstDash val="solid"/>
          </a:ln>
        </p:spPr>
      </p:cxnSp>
      <p:cxnSp>
        <p:nvCxnSpPr>
          <p:cNvPr id="1287" name="">
            <a:extLst xmlns:a="http://schemas.openxmlformats.org/drawingml/2006/main">
              <a:ext uri="{FF2B5EF4-FFF2-40B4-BE49-F238E27FC236}">
                <a16:creationId xmlns:a16="http://schemas.microsoft.com/office/drawing/2014/main" id="{E2E13B81-54BE-4845-A1B3-671020216A88}"/>
              </a:ext>
            </a:extLst>
          </p:cNvPr>
          <p:cNvCxnSpPr/>
          <p:nvPr/>
        </p:nvCxnSpPr>
        <p:spPr>
          <a:xfrm xmlns:a="http://schemas.openxmlformats.org/drawingml/2006/main" flipH="1" flipV="1">
            <a:off x="6717081" y="3700831"/>
            <a:ext cx="64666" cy="4159"/>
          </a:xfrm>
          <a:prstGeom xmlns:a="http://schemas.openxmlformats.org/drawingml/2006/main" prst="straightConnector1">
            <a:avLst/>
          </a:prstGeom>
          <a:ln xmlns:a="http://schemas.openxmlformats.org/drawingml/2006/main" w="6191">
            <a:solidFill>
              <a:srgbClr val="A9B8C2"/>
            </a:solidFill>
            <a:prstDash val="solid"/>
          </a:ln>
        </p:spPr>
      </p:cxnSp>
      <p:cxnSp>
        <p:nvCxnSpPr>
          <p:cNvPr id="1288" name="">
            <a:extLst xmlns:a="http://schemas.openxmlformats.org/drawingml/2006/main">
              <a:ext uri="{FF2B5EF4-FFF2-40B4-BE49-F238E27FC236}">
                <a16:creationId xmlns:a16="http://schemas.microsoft.com/office/drawing/2014/main" id="{DD0158B5-19BB-4B5A-9B8A-D9ABF73A0E65}"/>
              </a:ext>
            </a:extLst>
          </p:cNvPr>
          <p:cNvCxnSpPr/>
          <p:nvPr/>
        </p:nvCxnSpPr>
        <p:spPr>
          <a:xfrm xmlns:a="http://schemas.openxmlformats.org/drawingml/2006/main" flipH="0" flipV="0">
            <a:off x="6906649" y="3773838"/>
            <a:ext cx="48667" cy="2957"/>
          </a:xfrm>
          <a:prstGeom xmlns:a="http://schemas.openxmlformats.org/drawingml/2006/main" prst="straightConnector1">
            <a:avLst/>
          </a:prstGeom>
          <a:ln xmlns:a="http://schemas.openxmlformats.org/drawingml/2006/main" w="6191">
            <a:solidFill>
              <a:srgbClr val="A9B8C2"/>
            </a:solidFill>
            <a:prstDash val="solid"/>
          </a:ln>
        </p:spPr>
      </p:cxnSp>
      <p:cxnSp>
        <p:nvCxnSpPr>
          <p:cNvPr id="1289" name="">
            <a:extLst xmlns:a="http://schemas.openxmlformats.org/drawingml/2006/main">
              <a:ext uri="{FF2B5EF4-FFF2-40B4-BE49-F238E27FC236}">
                <a16:creationId xmlns:a16="http://schemas.microsoft.com/office/drawing/2014/main" id="{68F5CDF6-C404-4A48-8BF1-B20E3B547751}"/>
              </a:ext>
            </a:extLst>
          </p:cNvPr>
          <p:cNvCxnSpPr/>
          <p:nvPr/>
        </p:nvCxnSpPr>
        <p:spPr>
          <a:xfrm xmlns:a="http://schemas.openxmlformats.org/drawingml/2006/main" flipH="0" flipV="0">
            <a:off x="6955317" y="3776795"/>
            <a:ext cx="48667" cy="2957"/>
          </a:xfrm>
          <a:prstGeom xmlns:a="http://schemas.openxmlformats.org/drawingml/2006/main" prst="straightConnector1">
            <a:avLst/>
          </a:prstGeom>
          <a:ln xmlns:a="http://schemas.openxmlformats.org/drawingml/2006/main" w="6191">
            <a:solidFill>
              <a:srgbClr val="A9B8C2"/>
            </a:solidFill>
            <a:prstDash val="solid"/>
          </a:ln>
        </p:spPr>
      </p:cxnSp>
      <p:cxnSp>
        <p:nvCxnSpPr>
          <p:cNvPr id="1290" name="">
            <a:extLst xmlns:a="http://schemas.openxmlformats.org/drawingml/2006/main">
              <a:ext uri="{FF2B5EF4-FFF2-40B4-BE49-F238E27FC236}">
                <a16:creationId xmlns:a16="http://schemas.microsoft.com/office/drawing/2014/main" id="{16EB123F-B8A0-4A99-97DF-3996F58FABCB}"/>
              </a:ext>
            </a:extLst>
          </p:cNvPr>
          <p:cNvCxnSpPr/>
          <p:nvPr/>
        </p:nvCxnSpPr>
        <p:spPr>
          <a:xfrm xmlns:a="http://schemas.openxmlformats.org/drawingml/2006/main" flipH="1" flipV="0">
            <a:off x="6884866" y="3773838"/>
            <a:ext cx="21783" cy="40809"/>
          </a:xfrm>
          <a:prstGeom xmlns:a="http://schemas.openxmlformats.org/drawingml/2006/main" prst="straightConnector1">
            <a:avLst/>
          </a:prstGeom>
          <a:ln xmlns:a="http://schemas.openxmlformats.org/drawingml/2006/main" w="6191">
            <a:solidFill>
              <a:srgbClr val="A9B8C2"/>
            </a:solidFill>
            <a:prstDash val="solid"/>
          </a:ln>
        </p:spPr>
      </p:cxnSp>
      <p:cxnSp>
        <p:nvCxnSpPr>
          <p:cNvPr id="1291" name="">
            <a:extLst xmlns:a="http://schemas.openxmlformats.org/drawingml/2006/main">
              <a:ext uri="{FF2B5EF4-FFF2-40B4-BE49-F238E27FC236}">
                <a16:creationId xmlns:a16="http://schemas.microsoft.com/office/drawing/2014/main" id="{A178D702-9D5F-4CED-ADF7-074898302F7C}"/>
              </a:ext>
            </a:extLst>
          </p:cNvPr>
          <p:cNvCxnSpPr/>
          <p:nvPr/>
        </p:nvCxnSpPr>
        <p:spPr>
          <a:xfrm xmlns:a="http://schemas.openxmlformats.org/drawingml/2006/main" flipH="1" flipV="0">
            <a:off x="6863083" y="3814647"/>
            <a:ext cx="21783" cy="40798"/>
          </a:xfrm>
          <a:prstGeom xmlns:a="http://schemas.openxmlformats.org/drawingml/2006/main" prst="straightConnector1">
            <a:avLst/>
          </a:prstGeom>
          <a:ln xmlns:a="http://schemas.openxmlformats.org/drawingml/2006/main" w="6191">
            <a:solidFill>
              <a:srgbClr val="A9B8C2"/>
            </a:solidFill>
            <a:prstDash val="solid"/>
          </a:ln>
        </p:spPr>
      </p:cxnSp>
      <p:cxnSp>
        <p:nvCxnSpPr>
          <p:cNvPr id="1292" name="">
            <a:extLst xmlns:a="http://schemas.openxmlformats.org/drawingml/2006/main">
              <a:ext uri="{FF2B5EF4-FFF2-40B4-BE49-F238E27FC236}">
                <a16:creationId xmlns:a16="http://schemas.microsoft.com/office/drawing/2014/main" id="{A21DE351-08B2-4EE2-A26B-4317B3157E04}"/>
              </a:ext>
            </a:extLst>
          </p:cNvPr>
          <p:cNvCxnSpPr/>
          <p:nvPr/>
        </p:nvCxnSpPr>
        <p:spPr>
          <a:xfrm xmlns:a="http://schemas.openxmlformats.org/drawingml/2006/main" flipH="0" flipV="1">
            <a:off x="7010027" y="3686022"/>
            <a:ext cx="58339" cy="6927"/>
          </a:xfrm>
          <a:prstGeom xmlns:a="http://schemas.openxmlformats.org/drawingml/2006/main" prst="straightConnector1">
            <a:avLst/>
          </a:prstGeom>
          <a:ln xmlns:a="http://schemas.openxmlformats.org/drawingml/2006/main" w="6191">
            <a:solidFill>
              <a:srgbClr val="A9B8C2"/>
            </a:solidFill>
            <a:prstDash val="solid"/>
          </a:ln>
        </p:spPr>
      </p:cxnSp>
      <p:cxnSp>
        <p:nvCxnSpPr>
          <p:cNvPr id="1293" name="">
            <a:extLst xmlns:a="http://schemas.openxmlformats.org/drawingml/2006/main">
              <a:ext uri="{FF2B5EF4-FFF2-40B4-BE49-F238E27FC236}">
                <a16:creationId xmlns:a16="http://schemas.microsoft.com/office/drawing/2014/main" id="{EAC995CA-7183-4065-89BF-7E84AED0A232}"/>
              </a:ext>
            </a:extLst>
          </p:cNvPr>
          <p:cNvCxnSpPr/>
          <p:nvPr/>
        </p:nvCxnSpPr>
        <p:spPr>
          <a:xfrm xmlns:a="http://schemas.openxmlformats.org/drawingml/2006/main" flipH="0" flipV="1">
            <a:off x="7068367" y="3679107"/>
            <a:ext cx="58351" cy="6915"/>
          </a:xfrm>
          <a:prstGeom xmlns:a="http://schemas.openxmlformats.org/drawingml/2006/main" prst="straightConnector1">
            <a:avLst/>
          </a:prstGeom>
          <a:ln xmlns:a="http://schemas.openxmlformats.org/drawingml/2006/main" w="6191">
            <a:solidFill>
              <a:srgbClr val="A9B8C2"/>
            </a:solidFill>
            <a:prstDash val="solid"/>
          </a:ln>
        </p:spPr>
      </p:cxnSp>
      <p:cxnSp>
        <p:nvCxnSpPr>
          <p:cNvPr id="1294" name="">
            <a:extLst xmlns:a="http://schemas.openxmlformats.org/drawingml/2006/main">
              <a:ext uri="{FF2B5EF4-FFF2-40B4-BE49-F238E27FC236}">
                <a16:creationId xmlns:a16="http://schemas.microsoft.com/office/drawing/2014/main" id="{FF813C97-7A75-4CC6-8751-B0543FEDCB0B}"/>
              </a:ext>
            </a:extLst>
          </p:cNvPr>
          <p:cNvCxnSpPr/>
          <p:nvPr/>
        </p:nvCxnSpPr>
        <p:spPr>
          <a:xfrm xmlns:a="http://schemas.openxmlformats.org/drawingml/2006/main" flipH="0" flipV="1">
            <a:off x="7126718" y="3672192"/>
            <a:ext cx="58351" cy="6915"/>
          </a:xfrm>
          <a:prstGeom xmlns:a="http://schemas.openxmlformats.org/drawingml/2006/main" prst="straightConnector1">
            <a:avLst/>
          </a:prstGeom>
          <a:ln xmlns:a="http://schemas.openxmlformats.org/drawingml/2006/main" w="6191">
            <a:solidFill>
              <a:srgbClr val="A9B8C2"/>
            </a:solidFill>
            <a:prstDash val="solid"/>
          </a:ln>
        </p:spPr>
      </p:cxnSp>
      <p:cxnSp>
        <p:nvCxnSpPr>
          <p:cNvPr id="1295" name="">
            <a:extLst xmlns:a="http://schemas.openxmlformats.org/drawingml/2006/main">
              <a:ext uri="{FF2B5EF4-FFF2-40B4-BE49-F238E27FC236}">
                <a16:creationId xmlns:a16="http://schemas.microsoft.com/office/drawing/2014/main" id="{C1F5A4DE-C41C-47F7-8F5E-534261A3ED3A}"/>
              </a:ext>
            </a:extLst>
          </p:cNvPr>
          <p:cNvCxnSpPr/>
          <p:nvPr/>
        </p:nvCxnSpPr>
        <p:spPr>
          <a:xfrm xmlns:a="http://schemas.openxmlformats.org/drawingml/2006/main" flipH="0" flipV="1">
            <a:off x="7185069" y="3665264"/>
            <a:ext cx="58339" cy="6927"/>
          </a:xfrm>
          <a:prstGeom xmlns:a="http://schemas.openxmlformats.org/drawingml/2006/main" prst="straightConnector1">
            <a:avLst/>
          </a:prstGeom>
          <a:ln xmlns:a="http://schemas.openxmlformats.org/drawingml/2006/main" w="6191">
            <a:solidFill>
              <a:srgbClr val="A9B8C2"/>
            </a:solidFill>
            <a:prstDash val="solid"/>
          </a:ln>
        </p:spPr>
      </p:cxnSp>
      <p:cxnSp>
        <p:nvCxnSpPr>
          <p:cNvPr id="1296" name="">
            <a:extLst xmlns:a="http://schemas.openxmlformats.org/drawingml/2006/main">
              <a:ext uri="{FF2B5EF4-FFF2-40B4-BE49-F238E27FC236}">
                <a16:creationId xmlns:a16="http://schemas.microsoft.com/office/drawing/2014/main" id="{D4332BA7-20F0-46A9-8B5B-B14D03FF9D16}"/>
              </a:ext>
            </a:extLst>
          </p:cNvPr>
          <p:cNvCxnSpPr/>
          <p:nvPr/>
        </p:nvCxnSpPr>
        <p:spPr>
          <a:xfrm xmlns:a="http://schemas.openxmlformats.org/drawingml/2006/main" flipH="0" flipV="1">
            <a:off x="7243409" y="3658349"/>
            <a:ext cx="58351" cy="6915"/>
          </a:xfrm>
          <a:prstGeom xmlns:a="http://schemas.openxmlformats.org/drawingml/2006/main" prst="straightConnector1">
            <a:avLst/>
          </a:prstGeom>
          <a:ln xmlns:a="http://schemas.openxmlformats.org/drawingml/2006/main" w="6191">
            <a:solidFill>
              <a:srgbClr val="A9B8C2"/>
            </a:solidFill>
            <a:prstDash val="solid"/>
          </a:ln>
        </p:spPr>
      </p:cxnSp>
      <p:cxnSp>
        <p:nvCxnSpPr>
          <p:cNvPr id="1297" name="">
            <a:extLst xmlns:a="http://schemas.openxmlformats.org/drawingml/2006/main">
              <a:ext uri="{FF2B5EF4-FFF2-40B4-BE49-F238E27FC236}">
                <a16:creationId xmlns:a16="http://schemas.microsoft.com/office/drawing/2014/main" id="{3EBC7F03-06C7-444B-A808-DF066C5C01CC}"/>
              </a:ext>
            </a:extLst>
          </p:cNvPr>
          <p:cNvCxnSpPr/>
          <p:nvPr/>
        </p:nvCxnSpPr>
        <p:spPr>
          <a:xfrm xmlns:a="http://schemas.openxmlformats.org/drawingml/2006/main" flipH="0" flipV="1">
            <a:off x="7301760" y="3651422"/>
            <a:ext cx="58339" cy="6927"/>
          </a:xfrm>
          <a:prstGeom xmlns:a="http://schemas.openxmlformats.org/drawingml/2006/main" prst="straightConnector1">
            <a:avLst/>
          </a:prstGeom>
          <a:ln xmlns:a="http://schemas.openxmlformats.org/drawingml/2006/main" w="6191">
            <a:solidFill>
              <a:srgbClr val="A9B8C2"/>
            </a:solidFill>
            <a:prstDash val="solid"/>
          </a:ln>
        </p:spPr>
      </p:cxnSp>
      <p:cxnSp>
        <p:nvCxnSpPr>
          <p:cNvPr id="1298" name="">
            <a:extLst xmlns:a="http://schemas.openxmlformats.org/drawingml/2006/main">
              <a:ext uri="{FF2B5EF4-FFF2-40B4-BE49-F238E27FC236}">
                <a16:creationId xmlns:a16="http://schemas.microsoft.com/office/drawing/2014/main" id="{9241251A-1574-4E8F-A48B-2A0A49EB1984}"/>
              </a:ext>
            </a:extLst>
          </p:cNvPr>
          <p:cNvCxnSpPr/>
          <p:nvPr/>
        </p:nvCxnSpPr>
        <p:spPr>
          <a:xfrm xmlns:a="http://schemas.openxmlformats.org/drawingml/2006/main" flipH="1" flipV="0">
            <a:off x="7001651" y="3779752"/>
            <a:ext cx="2333" cy="45922"/>
          </a:xfrm>
          <a:prstGeom xmlns:a="http://schemas.openxmlformats.org/drawingml/2006/main" prst="straightConnector1">
            <a:avLst/>
          </a:prstGeom>
          <a:ln xmlns:a="http://schemas.openxmlformats.org/drawingml/2006/main" w="6191">
            <a:solidFill>
              <a:srgbClr val="A9B8C2"/>
            </a:solidFill>
            <a:prstDash val="solid"/>
          </a:ln>
        </p:spPr>
      </p:cxnSp>
      <p:cxnSp>
        <p:nvCxnSpPr>
          <p:cNvPr id="1299" name="">
            <a:extLst xmlns:a="http://schemas.openxmlformats.org/drawingml/2006/main">
              <a:ext uri="{FF2B5EF4-FFF2-40B4-BE49-F238E27FC236}">
                <a16:creationId xmlns:a16="http://schemas.microsoft.com/office/drawing/2014/main" id="{FA2C92DB-DED2-4484-ACB1-459E00532721}"/>
              </a:ext>
            </a:extLst>
          </p:cNvPr>
          <p:cNvCxnSpPr/>
          <p:nvPr/>
        </p:nvCxnSpPr>
        <p:spPr>
          <a:xfrm xmlns:a="http://schemas.openxmlformats.org/drawingml/2006/main" flipH="1" flipV="0">
            <a:off x="6994748" y="3825674"/>
            <a:ext cx="6904" cy="54004"/>
          </a:xfrm>
          <a:prstGeom xmlns:a="http://schemas.openxmlformats.org/drawingml/2006/main" prst="straightConnector1">
            <a:avLst/>
          </a:prstGeom>
          <a:ln xmlns:a="http://schemas.openxmlformats.org/drawingml/2006/main" w="6191">
            <a:solidFill>
              <a:srgbClr val="A9B8C2"/>
            </a:solidFill>
            <a:prstDash val="solid"/>
          </a:ln>
        </p:spPr>
      </p:cxnSp>
      <p:cxnSp>
        <p:nvCxnSpPr>
          <p:cNvPr id="1300" name="">
            <a:extLst xmlns:a="http://schemas.openxmlformats.org/drawingml/2006/main">
              <a:ext uri="{FF2B5EF4-FFF2-40B4-BE49-F238E27FC236}">
                <a16:creationId xmlns:a16="http://schemas.microsoft.com/office/drawing/2014/main" id="{12F63CF2-A2CB-40D5-BAF7-96A56DCA4417}"/>
              </a:ext>
            </a:extLst>
          </p:cNvPr>
          <p:cNvCxnSpPr/>
          <p:nvPr/>
        </p:nvCxnSpPr>
        <p:spPr>
          <a:xfrm xmlns:a="http://schemas.openxmlformats.org/drawingml/2006/main" flipH="0" flipV="0">
            <a:off x="6994748" y="3879678"/>
            <a:ext cx="23833" cy="47466"/>
          </a:xfrm>
          <a:prstGeom xmlns:a="http://schemas.openxmlformats.org/drawingml/2006/main" prst="straightConnector1">
            <a:avLst/>
          </a:prstGeom>
          <a:ln xmlns:a="http://schemas.openxmlformats.org/drawingml/2006/main" w="6191">
            <a:solidFill>
              <a:srgbClr val="A9B8C2"/>
            </a:solidFill>
            <a:prstDash val="solid"/>
          </a:ln>
        </p:spPr>
      </p:cxnSp>
      <p:cxnSp>
        <p:nvCxnSpPr>
          <p:cNvPr id="1301" name="">
            <a:extLst xmlns:a="http://schemas.openxmlformats.org/drawingml/2006/main">
              <a:ext uri="{FF2B5EF4-FFF2-40B4-BE49-F238E27FC236}">
                <a16:creationId xmlns:a16="http://schemas.microsoft.com/office/drawing/2014/main" id="{43D3EB8B-0A21-4DE1-94AE-B4356C7EAD7F}"/>
              </a:ext>
            </a:extLst>
          </p:cNvPr>
          <p:cNvCxnSpPr/>
          <p:nvPr/>
        </p:nvCxnSpPr>
        <p:spPr>
          <a:xfrm xmlns:a="http://schemas.openxmlformats.org/drawingml/2006/main" flipH="0" flipV="0">
            <a:off x="7018580" y="3927144"/>
            <a:ext cx="56042" cy="33705"/>
          </a:xfrm>
          <a:prstGeom xmlns:a="http://schemas.openxmlformats.org/drawingml/2006/main" prst="straightConnector1">
            <a:avLst/>
          </a:prstGeom>
          <a:ln xmlns:a="http://schemas.openxmlformats.org/drawingml/2006/main" w="6191">
            <a:solidFill>
              <a:srgbClr val="A9B8C2"/>
            </a:solidFill>
            <a:prstDash val="solid"/>
          </a:ln>
        </p:spPr>
      </p:cxnSp>
      <p:cxnSp>
        <p:nvCxnSpPr>
          <p:cNvPr id="1302" name="">
            <a:extLst xmlns:a="http://schemas.openxmlformats.org/drawingml/2006/main">
              <a:ext uri="{FF2B5EF4-FFF2-40B4-BE49-F238E27FC236}">
                <a16:creationId xmlns:a16="http://schemas.microsoft.com/office/drawing/2014/main" id="{BD1E81F3-3995-434B-BDEE-A7BC04E2AAEA}"/>
              </a:ext>
            </a:extLst>
          </p:cNvPr>
          <p:cNvCxnSpPr/>
          <p:nvPr/>
        </p:nvCxnSpPr>
        <p:spPr>
          <a:xfrm xmlns:a="http://schemas.openxmlformats.org/drawingml/2006/main" flipH="0" flipV="0">
            <a:off x="7074623" y="3960849"/>
            <a:ext cx="60342" cy="14608"/>
          </a:xfrm>
          <a:prstGeom xmlns:a="http://schemas.openxmlformats.org/drawingml/2006/main" prst="straightConnector1">
            <a:avLst/>
          </a:prstGeom>
          <a:ln xmlns:a="http://schemas.openxmlformats.org/drawingml/2006/main" w="6191">
            <a:solidFill>
              <a:srgbClr val="A9B8C2"/>
            </a:solidFill>
            <a:prstDash val="solid"/>
          </a:ln>
        </p:spPr>
      </p:cxnSp>
      <p:cxnSp>
        <p:nvCxnSpPr>
          <p:cNvPr id="1303" name="">
            <a:extLst xmlns:a="http://schemas.openxmlformats.org/drawingml/2006/main">
              <a:ext uri="{FF2B5EF4-FFF2-40B4-BE49-F238E27FC236}">
                <a16:creationId xmlns:a16="http://schemas.microsoft.com/office/drawing/2014/main" id="{83A52356-71BA-4E62-AAC9-3EA5EEA60E9E}"/>
              </a:ext>
            </a:extLst>
          </p:cNvPr>
          <p:cNvCxnSpPr/>
          <p:nvPr/>
        </p:nvCxnSpPr>
        <p:spPr>
          <a:xfrm xmlns:a="http://schemas.openxmlformats.org/drawingml/2006/main" flipH="0" flipV="0">
            <a:off x="7134965" y="3975458"/>
            <a:ext cx="5796" cy="45215"/>
          </a:xfrm>
          <a:prstGeom xmlns:a="http://schemas.openxmlformats.org/drawingml/2006/main" prst="straightConnector1">
            <a:avLst/>
          </a:prstGeom>
          <a:ln xmlns:a="http://schemas.openxmlformats.org/drawingml/2006/main" w="6191">
            <a:solidFill>
              <a:srgbClr val="A9B8C2"/>
            </a:solidFill>
            <a:prstDash val="solid"/>
          </a:ln>
        </p:spPr>
      </p:cxnSp>
      <p:cxnSp>
        <p:nvCxnSpPr>
          <p:cNvPr id="1304" name="">
            <a:extLst xmlns:a="http://schemas.openxmlformats.org/drawingml/2006/main">
              <a:ext uri="{FF2B5EF4-FFF2-40B4-BE49-F238E27FC236}">
                <a16:creationId xmlns:a16="http://schemas.microsoft.com/office/drawing/2014/main" id="{54849466-FDEB-47BC-B7FE-9A9DCE2EB8B7}"/>
              </a:ext>
            </a:extLst>
          </p:cNvPr>
          <p:cNvCxnSpPr/>
          <p:nvPr/>
        </p:nvCxnSpPr>
        <p:spPr>
          <a:xfrm xmlns:a="http://schemas.openxmlformats.org/drawingml/2006/main" flipH="0" flipV="0">
            <a:off x="7061452" y="3777360"/>
            <a:ext cx="62121" cy="2533"/>
          </a:xfrm>
          <a:prstGeom xmlns:a="http://schemas.openxmlformats.org/drawingml/2006/main" prst="straightConnector1">
            <a:avLst/>
          </a:prstGeom>
          <a:ln xmlns:a="http://schemas.openxmlformats.org/drawingml/2006/main" w="6191">
            <a:solidFill>
              <a:srgbClr val="A9B8C2"/>
            </a:solidFill>
            <a:prstDash val="solid"/>
          </a:ln>
        </p:spPr>
      </p:cxnSp>
      <p:cxnSp>
        <p:nvCxnSpPr>
          <p:cNvPr id="1305" name="">
            <a:extLst xmlns:a="http://schemas.openxmlformats.org/drawingml/2006/main">
              <a:ext uri="{FF2B5EF4-FFF2-40B4-BE49-F238E27FC236}">
                <a16:creationId xmlns:a16="http://schemas.microsoft.com/office/drawing/2014/main" id="{56D2DCB5-3111-49F3-8283-978194B08EC0}"/>
              </a:ext>
            </a:extLst>
          </p:cNvPr>
          <p:cNvCxnSpPr/>
          <p:nvPr/>
        </p:nvCxnSpPr>
        <p:spPr>
          <a:xfrm xmlns:a="http://schemas.openxmlformats.org/drawingml/2006/main" flipH="0" flipV="0">
            <a:off x="7123573" y="3779893"/>
            <a:ext cx="62133" cy="2521"/>
          </a:xfrm>
          <a:prstGeom xmlns:a="http://schemas.openxmlformats.org/drawingml/2006/main" prst="straightConnector1">
            <a:avLst/>
          </a:prstGeom>
          <a:ln xmlns:a="http://schemas.openxmlformats.org/drawingml/2006/main" w="6191">
            <a:solidFill>
              <a:srgbClr val="A9B8C2"/>
            </a:solidFill>
            <a:prstDash val="solid"/>
          </a:ln>
        </p:spPr>
      </p:cxnSp>
      <p:cxnSp>
        <p:nvCxnSpPr>
          <p:cNvPr id="1306" name="">
            <a:extLst xmlns:a="http://schemas.openxmlformats.org/drawingml/2006/main">
              <a:ext uri="{FF2B5EF4-FFF2-40B4-BE49-F238E27FC236}">
                <a16:creationId xmlns:a16="http://schemas.microsoft.com/office/drawing/2014/main" id="{F5A0D369-C24C-4BFD-BA50-7641FDA8244A}"/>
              </a:ext>
            </a:extLst>
          </p:cNvPr>
          <p:cNvCxnSpPr/>
          <p:nvPr/>
        </p:nvCxnSpPr>
        <p:spPr>
          <a:xfrm xmlns:a="http://schemas.openxmlformats.org/drawingml/2006/main" flipH="0" flipV="0">
            <a:off x="7185706" y="3782415"/>
            <a:ext cx="62109" cy="2521"/>
          </a:xfrm>
          <a:prstGeom xmlns:a="http://schemas.openxmlformats.org/drawingml/2006/main" prst="straightConnector1">
            <a:avLst/>
          </a:prstGeom>
          <a:ln xmlns:a="http://schemas.openxmlformats.org/drawingml/2006/main" w="6191">
            <a:solidFill>
              <a:srgbClr val="A9B8C2"/>
            </a:solidFill>
            <a:prstDash val="solid"/>
          </a:ln>
        </p:spPr>
      </p:cxnSp>
      <p:cxnSp>
        <p:nvCxnSpPr>
          <p:cNvPr id="1307" name="">
            <a:extLst xmlns:a="http://schemas.openxmlformats.org/drawingml/2006/main">
              <a:ext uri="{FF2B5EF4-FFF2-40B4-BE49-F238E27FC236}">
                <a16:creationId xmlns:a16="http://schemas.microsoft.com/office/drawing/2014/main" id="{32CD899B-E827-46CA-9EF5-80134224F296}"/>
              </a:ext>
            </a:extLst>
          </p:cNvPr>
          <p:cNvCxnSpPr/>
          <p:nvPr/>
        </p:nvCxnSpPr>
        <p:spPr>
          <a:xfrm xmlns:a="http://schemas.openxmlformats.org/drawingml/2006/main" flipH="0" flipV="0">
            <a:off x="7247815" y="3784936"/>
            <a:ext cx="62121" cy="2521"/>
          </a:xfrm>
          <a:prstGeom xmlns:a="http://schemas.openxmlformats.org/drawingml/2006/main" prst="straightConnector1">
            <a:avLst/>
          </a:prstGeom>
          <a:ln xmlns:a="http://schemas.openxmlformats.org/drawingml/2006/main" w="6191">
            <a:solidFill>
              <a:srgbClr val="A9B8C2"/>
            </a:solidFill>
            <a:prstDash val="solid"/>
          </a:ln>
        </p:spPr>
      </p:cxnSp>
      <p:cxnSp>
        <p:nvCxnSpPr>
          <p:cNvPr id="1308" name="">
            <a:extLst xmlns:a="http://schemas.openxmlformats.org/drawingml/2006/main">
              <a:ext uri="{FF2B5EF4-FFF2-40B4-BE49-F238E27FC236}">
                <a16:creationId xmlns:a16="http://schemas.microsoft.com/office/drawing/2014/main" id="{25A9AD49-C1AE-4108-A389-BE91A34D7546}"/>
              </a:ext>
            </a:extLst>
          </p:cNvPr>
          <p:cNvCxnSpPr/>
          <p:nvPr/>
        </p:nvCxnSpPr>
        <p:spPr>
          <a:xfrm xmlns:a="http://schemas.openxmlformats.org/drawingml/2006/main" flipH="0" flipV="1">
            <a:off x="7061452" y="3723262"/>
            <a:ext cx="3369" cy="54098"/>
          </a:xfrm>
          <a:prstGeom xmlns:a="http://schemas.openxmlformats.org/drawingml/2006/main" prst="straightConnector1">
            <a:avLst/>
          </a:prstGeom>
          <a:ln xmlns:a="http://schemas.openxmlformats.org/drawingml/2006/main" w="6191">
            <a:solidFill>
              <a:srgbClr val="A9B8C2"/>
            </a:solidFill>
            <a:prstDash val="solid"/>
          </a:ln>
        </p:spPr>
      </p:cxnSp>
      <p:cxnSp>
        <p:nvCxnSpPr>
          <p:cNvPr id="1309" name="">
            <a:extLst xmlns:a="http://schemas.openxmlformats.org/drawingml/2006/main">
              <a:ext uri="{FF2B5EF4-FFF2-40B4-BE49-F238E27FC236}">
                <a16:creationId xmlns:a16="http://schemas.microsoft.com/office/drawing/2014/main" id="{E6E99EBF-EF2A-4D1E-9102-06133ED6CCA6}"/>
              </a:ext>
            </a:extLst>
          </p:cNvPr>
          <p:cNvCxnSpPr/>
          <p:nvPr/>
        </p:nvCxnSpPr>
        <p:spPr>
          <a:xfrm xmlns:a="http://schemas.openxmlformats.org/drawingml/2006/main" flipH="0" flipV="1">
            <a:off x="7064821" y="3718880"/>
            <a:ext cx="57821" cy="4383"/>
          </a:xfrm>
          <a:prstGeom xmlns:a="http://schemas.openxmlformats.org/drawingml/2006/main" prst="straightConnector1">
            <a:avLst/>
          </a:prstGeom>
          <a:ln xmlns:a="http://schemas.openxmlformats.org/drawingml/2006/main" w="6191">
            <a:solidFill>
              <a:srgbClr val="A9B8C2"/>
            </a:solidFill>
            <a:prstDash val="solid"/>
          </a:ln>
        </p:spPr>
      </p:cxnSp>
      <p:cxnSp>
        <p:nvCxnSpPr>
          <p:cNvPr id="1310" name="">
            <a:extLst xmlns:a="http://schemas.openxmlformats.org/drawingml/2006/main">
              <a:ext uri="{FF2B5EF4-FFF2-40B4-BE49-F238E27FC236}">
                <a16:creationId xmlns:a16="http://schemas.microsoft.com/office/drawing/2014/main" id="{015F5E18-E040-406F-8EF8-12DB2CF8E24B}"/>
              </a:ext>
            </a:extLst>
          </p:cNvPr>
          <p:cNvCxnSpPr/>
          <p:nvPr/>
        </p:nvCxnSpPr>
        <p:spPr>
          <a:xfrm xmlns:a="http://schemas.openxmlformats.org/drawingml/2006/main" flipH="0" flipV="1">
            <a:off x="7122642" y="3715404"/>
            <a:ext cx="64041" cy="3475"/>
          </a:xfrm>
          <a:prstGeom xmlns:a="http://schemas.openxmlformats.org/drawingml/2006/main" prst="straightConnector1">
            <a:avLst/>
          </a:prstGeom>
          <a:ln xmlns:a="http://schemas.openxmlformats.org/drawingml/2006/main" w="6191">
            <a:solidFill>
              <a:srgbClr val="A9B8C2"/>
            </a:solidFill>
            <a:prstDash val="solid"/>
          </a:ln>
        </p:spPr>
      </p:cxnSp>
      <p:cxnSp>
        <p:nvCxnSpPr>
          <p:cNvPr id="1311" name="">
            <a:extLst xmlns:a="http://schemas.openxmlformats.org/drawingml/2006/main">
              <a:ext uri="{FF2B5EF4-FFF2-40B4-BE49-F238E27FC236}">
                <a16:creationId xmlns:a16="http://schemas.microsoft.com/office/drawing/2014/main" id="{EFB27EC2-4818-4063-84B3-2FCF921CE59C}"/>
              </a:ext>
            </a:extLst>
          </p:cNvPr>
          <p:cNvCxnSpPr/>
          <p:nvPr/>
        </p:nvCxnSpPr>
        <p:spPr>
          <a:xfrm xmlns:a="http://schemas.openxmlformats.org/drawingml/2006/main" flipH="0" flipV="1">
            <a:off x="7186683" y="3715381"/>
            <a:ext cx="60684" cy="24"/>
          </a:xfrm>
          <a:prstGeom xmlns:a="http://schemas.openxmlformats.org/drawingml/2006/main" prst="straightConnector1">
            <a:avLst/>
          </a:prstGeom>
          <a:ln xmlns:a="http://schemas.openxmlformats.org/drawingml/2006/main" w="6191">
            <a:solidFill>
              <a:srgbClr val="A9B8C2"/>
            </a:solidFill>
            <a:prstDash val="solid"/>
          </a:ln>
        </p:spPr>
      </p:cxnSp>
      <p:cxnSp>
        <p:nvCxnSpPr>
          <p:cNvPr id="1312" name="">
            <a:extLst xmlns:a="http://schemas.openxmlformats.org/drawingml/2006/main">
              <a:ext uri="{FF2B5EF4-FFF2-40B4-BE49-F238E27FC236}">
                <a16:creationId xmlns:a16="http://schemas.microsoft.com/office/drawing/2014/main" id="{6B02F207-4EC4-4336-A9C1-0198F0C509C6}"/>
              </a:ext>
            </a:extLst>
          </p:cNvPr>
          <p:cNvCxnSpPr/>
          <p:nvPr/>
        </p:nvCxnSpPr>
        <p:spPr>
          <a:xfrm xmlns:a="http://schemas.openxmlformats.org/drawingml/2006/main" flipH="0" flipV="0">
            <a:off x="7247367" y="3715381"/>
            <a:ext cx="66091" cy="695"/>
          </a:xfrm>
          <a:prstGeom xmlns:a="http://schemas.openxmlformats.org/drawingml/2006/main" prst="straightConnector1">
            <a:avLst/>
          </a:prstGeom>
          <a:ln xmlns:a="http://schemas.openxmlformats.org/drawingml/2006/main" w="6191">
            <a:solidFill>
              <a:srgbClr val="A9B8C2"/>
            </a:solidFill>
            <a:prstDash val="solid"/>
          </a:ln>
        </p:spPr>
      </p:cxnSp>
      <p:cxnSp>
        <p:nvCxnSpPr>
          <p:cNvPr id="1313" name="">
            <a:extLst xmlns:a="http://schemas.openxmlformats.org/drawingml/2006/main">
              <a:ext uri="{FF2B5EF4-FFF2-40B4-BE49-F238E27FC236}">
                <a16:creationId xmlns:a16="http://schemas.microsoft.com/office/drawing/2014/main" id="{4795D662-797F-488D-9930-E23D850FA5B5}"/>
              </a:ext>
            </a:extLst>
          </p:cNvPr>
          <p:cNvCxnSpPr/>
          <p:nvPr/>
        </p:nvCxnSpPr>
        <p:spPr>
          <a:xfrm xmlns:a="http://schemas.openxmlformats.org/drawingml/2006/main" flipH="0" flipV="0">
            <a:off x="7063490" y="3848577"/>
            <a:ext cx="60731" cy="2721"/>
          </a:xfrm>
          <a:prstGeom xmlns:a="http://schemas.openxmlformats.org/drawingml/2006/main" prst="straightConnector1">
            <a:avLst/>
          </a:prstGeom>
          <a:ln xmlns:a="http://schemas.openxmlformats.org/drawingml/2006/main" w="6191">
            <a:solidFill>
              <a:srgbClr val="A9B8C2"/>
            </a:solidFill>
            <a:prstDash val="solid"/>
          </a:ln>
        </p:spPr>
      </p:cxnSp>
      <p:cxnSp>
        <p:nvCxnSpPr>
          <p:cNvPr id="1314" name="">
            <a:extLst xmlns:a="http://schemas.openxmlformats.org/drawingml/2006/main">
              <a:ext uri="{FF2B5EF4-FFF2-40B4-BE49-F238E27FC236}">
                <a16:creationId xmlns:a16="http://schemas.microsoft.com/office/drawing/2014/main" id="{B4FD12FB-CF09-4759-A539-6A1E26A0F174}"/>
              </a:ext>
            </a:extLst>
          </p:cNvPr>
          <p:cNvCxnSpPr/>
          <p:nvPr/>
        </p:nvCxnSpPr>
        <p:spPr>
          <a:xfrm xmlns:a="http://schemas.openxmlformats.org/drawingml/2006/main" flipH="0" flipV="0">
            <a:off x="7124221" y="3851298"/>
            <a:ext cx="60743" cy="2733"/>
          </a:xfrm>
          <a:prstGeom xmlns:a="http://schemas.openxmlformats.org/drawingml/2006/main" prst="straightConnector1">
            <a:avLst/>
          </a:prstGeom>
          <a:ln xmlns:a="http://schemas.openxmlformats.org/drawingml/2006/main" w="6191">
            <a:solidFill>
              <a:srgbClr val="A9B8C2"/>
            </a:solidFill>
            <a:prstDash val="solid"/>
          </a:ln>
        </p:spPr>
      </p:cxnSp>
      <p:cxnSp>
        <p:nvCxnSpPr>
          <p:cNvPr id="1315" name="">
            <a:extLst xmlns:a="http://schemas.openxmlformats.org/drawingml/2006/main">
              <a:ext uri="{FF2B5EF4-FFF2-40B4-BE49-F238E27FC236}">
                <a16:creationId xmlns:a16="http://schemas.microsoft.com/office/drawing/2014/main" id="{ABF0E461-DE14-4E6D-860F-EDB959EF0988}"/>
              </a:ext>
            </a:extLst>
          </p:cNvPr>
          <p:cNvCxnSpPr/>
          <p:nvPr/>
        </p:nvCxnSpPr>
        <p:spPr>
          <a:xfrm xmlns:a="http://schemas.openxmlformats.org/drawingml/2006/main" flipH="0" flipV="0">
            <a:off x="7184963" y="3854031"/>
            <a:ext cx="60719" cy="2733"/>
          </a:xfrm>
          <a:prstGeom xmlns:a="http://schemas.openxmlformats.org/drawingml/2006/main" prst="straightConnector1">
            <a:avLst/>
          </a:prstGeom>
          <a:ln xmlns:a="http://schemas.openxmlformats.org/drawingml/2006/main" w="6191">
            <a:solidFill>
              <a:srgbClr val="A9B8C2"/>
            </a:solidFill>
            <a:prstDash val="solid"/>
          </a:ln>
        </p:spPr>
      </p:cxnSp>
      <p:cxnSp>
        <p:nvCxnSpPr>
          <p:cNvPr id="1316" name="">
            <a:extLst xmlns:a="http://schemas.openxmlformats.org/drawingml/2006/main">
              <a:ext uri="{FF2B5EF4-FFF2-40B4-BE49-F238E27FC236}">
                <a16:creationId xmlns:a16="http://schemas.microsoft.com/office/drawing/2014/main" id="{79C9491E-46B9-430C-B16A-D2C1361BC1E6}"/>
              </a:ext>
            </a:extLst>
          </p:cNvPr>
          <p:cNvCxnSpPr/>
          <p:nvPr/>
        </p:nvCxnSpPr>
        <p:spPr>
          <a:xfrm xmlns:a="http://schemas.openxmlformats.org/drawingml/2006/main" flipH="0" flipV="0">
            <a:off x="7245683" y="3856764"/>
            <a:ext cx="60731" cy="2733"/>
          </a:xfrm>
          <a:prstGeom xmlns:a="http://schemas.openxmlformats.org/drawingml/2006/main" prst="straightConnector1">
            <a:avLst/>
          </a:prstGeom>
          <a:ln xmlns:a="http://schemas.openxmlformats.org/drawingml/2006/main" w="6191">
            <a:solidFill>
              <a:srgbClr val="A9B8C2"/>
            </a:solidFill>
            <a:prstDash val="solid"/>
          </a:ln>
        </p:spPr>
      </p:cxnSp>
      <p:cxnSp>
        <p:nvCxnSpPr>
          <p:cNvPr id="1317" name="">
            <a:extLst xmlns:a="http://schemas.openxmlformats.org/drawingml/2006/main">
              <a:ext uri="{FF2B5EF4-FFF2-40B4-BE49-F238E27FC236}">
                <a16:creationId xmlns:a16="http://schemas.microsoft.com/office/drawing/2014/main" id="{ABD3E6FB-B7EB-4E1E-B40A-D168577B9EEA}"/>
              </a:ext>
            </a:extLst>
          </p:cNvPr>
          <p:cNvCxnSpPr/>
          <p:nvPr/>
        </p:nvCxnSpPr>
        <p:spPr>
          <a:xfrm xmlns:a="http://schemas.openxmlformats.org/drawingml/2006/main" flipH="0" flipV="0">
            <a:off x="7063490" y="3848577"/>
            <a:ext cx="2875" cy="49527"/>
          </a:xfrm>
          <a:prstGeom xmlns:a="http://schemas.openxmlformats.org/drawingml/2006/main" prst="straightConnector1">
            <a:avLst/>
          </a:prstGeom>
          <a:ln xmlns:a="http://schemas.openxmlformats.org/drawingml/2006/main" w="6191">
            <a:solidFill>
              <a:srgbClr val="A9B8C2"/>
            </a:solidFill>
            <a:prstDash val="solid"/>
          </a:ln>
        </p:spPr>
      </p:cxnSp>
      <p:cxnSp>
        <p:nvCxnSpPr>
          <p:cNvPr id="1318" name="">
            <a:extLst xmlns:a="http://schemas.openxmlformats.org/drawingml/2006/main">
              <a:ext uri="{FF2B5EF4-FFF2-40B4-BE49-F238E27FC236}">
                <a16:creationId xmlns:a16="http://schemas.microsoft.com/office/drawing/2014/main" id="{9BE1C292-5B0F-4626-9EBA-4D2225BA8DB6}"/>
              </a:ext>
            </a:extLst>
          </p:cNvPr>
          <p:cNvCxnSpPr/>
          <p:nvPr/>
        </p:nvCxnSpPr>
        <p:spPr>
          <a:xfrm xmlns:a="http://schemas.openxmlformats.org/drawingml/2006/main" flipH="0" flipV="0">
            <a:off x="7066364" y="3898104"/>
            <a:ext cx="73831" cy="7693"/>
          </a:xfrm>
          <a:prstGeom xmlns:a="http://schemas.openxmlformats.org/drawingml/2006/main" prst="straightConnector1">
            <a:avLst/>
          </a:prstGeom>
          <a:ln xmlns:a="http://schemas.openxmlformats.org/drawingml/2006/main" w="6191">
            <a:solidFill>
              <a:srgbClr val="A9B8C2"/>
            </a:solidFill>
            <a:prstDash val="solid"/>
          </a:ln>
        </p:spPr>
      </p:cxnSp>
      <p:cxnSp>
        <p:nvCxnSpPr>
          <p:cNvPr id="1319" name="">
            <a:extLst xmlns:a="http://schemas.openxmlformats.org/drawingml/2006/main">
              <a:ext uri="{FF2B5EF4-FFF2-40B4-BE49-F238E27FC236}">
                <a16:creationId xmlns:a16="http://schemas.microsoft.com/office/drawing/2014/main" id="{FF595D91-6F63-4D3E-84D4-4032E0DDFCCB}"/>
              </a:ext>
            </a:extLst>
          </p:cNvPr>
          <p:cNvCxnSpPr/>
          <p:nvPr/>
        </p:nvCxnSpPr>
        <p:spPr>
          <a:xfrm xmlns:a="http://schemas.openxmlformats.org/drawingml/2006/main" flipH="0" flipV="0">
            <a:off x="7140196" y="3905797"/>
            <a:ext cx="54251" cy="6256"/>
          </a:xfrm>
          <a:prstGeom xmlns:a="http://schemas.openxmlformats.org/drawingml/2006/main" prst="straightConnector1">
            <a:avLst/>
          </a:prstGeom>
          <a:ln xmlns:a="http://schemas.openxmlformats.org/drawingml/2006/main" w="6191">
            <a:solidFill>
              <a:srgbClr val="A9B8C2"/>
            </a:solidFill>
            <a:prstDash val="solid"/>
          </a:ln>
        </p:spPr>
      </p:cxnSp>
      <p:cxnSp>
        <p:nvCxnSpPr>
          <p:cNvPr id="1320" name="">
            <a:extLst xmlns:a="http://schemas.openxmlformats.org/drawingml/2006/main">
              <a:ext uri="{FF2B5EF4-FFF2-40B4-BE49-F238E27FC236}">
                <a16:creationId xmlns:a16="http://schemas.microsoft.com/office/drawing/2014/main" id="{69614E8E-F83D-484F-AD08-CC0463A8377B}"/>
              </a:ext>
            </a:extLst>
          </p:cNvPr>
          <p:cNvCxnSpPr/>
          <p:nvPr/>
        </p:nvCxnSpPr>
        <p:spPr>
          <a:xfrm xmlns:a="http://schemas.openxmlformats.org/drawingml/2006/main" flipH="0" flipV="0">
            <a:off x="7194447" y="3912053"/>
            <a:ext cx="54251" cy="6267"/>
          </a:xfrm>
          <a:prstGeom xmlns:a="http://schemas.openxmlformats.org/drawingml/2006/main" prst="straightConnector1">
            <a:avLst/>
          </a:prstGeom>
          <a:ln xmlns:a="http://schemas.openxmlformats.org/drawingml/2006/main" w="6191">
            <a:solidFill>
              <a:srgbClr val="A9B8C2"/>
            </a:solidFill>
            <a:prstDash val="solid"/>
          </a:ln>
        </p:spPr>
      </p:cxnSp>
      <p:cxnSp>
        <p:nvCxnSpPr>
          <p:cNvPr id="1321" name="">
            <a:extLst xmlns:a="http://schemas.openxmlformats.org/drawingml/2006/main">
              <a:ext uri="{FF2B5EF4-FFF2-40B4-BE49-F238E27FC236}">
                <a16:creationId xmlns:a16="http://schemas.microsoft.com/office/drawing/2014/main" id="{0139561F-A0E3-4D28-8AA3-6EBA72587C8B}"/>
              </a:ext>
            </a:extLst>
          </p:cNvPr>
          <p:cNvCxnSpPr/>
          <p:nvPr/>
        </p:nvCxnSpPr>
        <p:spPr>
          <a:xfrm xmlns:a="http://schemas.openxmlformats.org/drawingml/2006/main" flipH="0" flipV="0">
            <a:off x="7248699" y="3918320"/>
            <a:ext cx="54251" cy="6267"/>
          </a:xfrm>
          <a:prstGeom xmlns:a="http://schemas.openxmlformats.org/drawingml/2006/main" prst="straightConnector1">
            <a:avLst/>
          </a:prstGeom>
          <a:ln xmlns:a="http://schemas.openxmlformats.org/drawingml/2006/main" w="6191">
            <a:solidFill>
              <a:srgbClr val="A9B8C2"/>
            </a:solidFill>
            <a:prstDash val="solid"/>
          </a:ln>
        </p:spPr>
      </p:cxnSp>
      <p:cxnSp>
        <p:nvCxnSpPr>
          <p:cNvPr id="1322" name="">
            <a:extLst xmlns:a="http://schemas.openxmlformats.org/drawingml/2006/main">
              <a:ext uri="{FF2B5EF4-FFF2-40B4-BE49-F238E27FC236}">
                <a16:creationId xmlns:a16="http://schemas.microsoft.com/office/drawing/2014/main" id="{AA5B8116-E12B-4FA3-AD26-D2281697B2C1}"/>
              </a:ext>
            </a:extLst>
          </p:cNvPr>
          <p:cNvCxnSpPr/>
          <p:nvPr/>
        </p:nvCxnSpPr>
        <p:spPr>
          <a:xfrm xmlns:a="http://schemas.openxmlformats.org/drawingml/2006/main" flipH="1" flipV="0">
            <a:off x="7138829" y="3905797"/>
            <a:ext cx="1367" cy="48974"/>
          </a:xfrm>
          <a:prstGeom xmlns:a="http://schemas.openxmlformats.org/drawingml/2006/main" prst="straightConnector1">
            <a:avLst/>
          </a:prstGeom>
          <a:ln xmlns:a="http://schemas.openxmlformats.org/drawingml/2006/main" w="6191">
            <a:solidFill>
              <a:srgbClr val="A9B8C2"/>
            </a:solidFill>
            <a:prstDash val="solid"/>
          </a:ln>
        </p:spPr>
      </p:cxnSp>
      <p:cxnSp>
        <p:nvCxnSpPr>
          <p:cNvPr id="1323" name="">
            <a:extLst xmlns:a="http://schemas.openxmlformats.org/drawingml/2006/main">
              <a:ext uri="{FF2B5EF4-FFF2-40B4-BE49-F238E27FC236}">
                <a16:creationId xmlns:a16="http://schemas.microsoft.com/office/drawing/2014/main" id="{A8733673-C205-4BAF-BD57-5B806F273DA6}"/>
              </a:ext>
            </a:extLst>
          </p:cNvPr>
          <p:cNvCxnSpPr/>
          <p:nvPr/>
        </p:nvCxnSpPr>
        <p:spPr>
          <a:xfrm xmlns:a="http://schemas.openxmlformats.org/drawingml/2006/main" flipH="0" flipV="0">
            <a:off x="7138829" y="3954770"/>
            <a:ext cx="49680" cy="365"/>
          </a:xfrm>
          <a:prstGeom xmlns:a="http://schemas.openxmlformats.org/drawingml/2006/main" prst="straightConnector1">
            <a:avLst/>
          </a:prstGeom>
          <a:ln xmlns:a="http://schemas.openxmlformats.org/drawingml/2006/main" w="6191">
            <a:solidFill>
              <a:srgbClr val="A9B8C2"/>
            </a:solidFill>
            <a:prstDash val="solid"/>
          </a:ln>
        </p:spPr>
      </p:cxnSp>
      <p:cxnSp>
        <p:nvCxnSpPr>
          <p:cNvPr id="1324" name="">
            <a:extLst xmlns:a="http://schemas.openxmlformats.org/drawingml/2006/main">
              <a:ext uri="{FF2B5EF4-FFF2-40B4-BE49-F238E27FC236}">
                <a16:creationId xmlns:a16="http://schemas.microsoft.com/office/drawing/2014/main" id="{80EACD2F-DD87-4E00-83DC-5F3EE53378A1}"/>
              </a:ext>
            </a:extLst>
          </p:cNvPr>
          <p:cNvCxnSpPr/>
          <p:nvPr/>
        </p:nvCxnSpPr>
        <p:spPr>
          <a:xfrm xmlns:a="http://schemas.openxmlformats.org/drawingml/2006/main" flipH="0" flipV="0">
            <a:off x="7188509" y="3955136"/>
            <a:ext cx="60107" cy="990"/>
          </a:xfrm>
          <a:prstGeom xmlns:a="http://schemas.openxmlformats.org/drawingml/2006/main" prst="straightConnector1">
            <a:avLst/>
          </a:prstGeom>
          <a:ln xmlns:a="http://schemas.openxmlformats.org/drawingml/2006/main" w="6191">
            <a:solidFill>
              <a:srgbClr val="A9B8C2"/>
            </a:solidFill>
            <a:prstDash val="solid"/>
          </a:ln>
        </p:spPr>
      </p:cxnSp>
      <p:cxnSp>
        <p:nvCxnSpPr>
          <p:cNvPr id="1325" name="">
            <a:extLst xmlns:a="http://schemas.openxmlformats.org/drawingml/2006/main">
              <a:ext uri="{FF2B5EF4-FFF2-40B4-BE49-F238E27FC236}">
                <a16:creationId xmlns:a16="http://schemas.microsoft.com/office/drawing/2014/main" id="{5EEF4314-997C-4632-B8F1-FF9BB41C1F11}"/>
              </a:ext>
            </a:extLst>
          </p:cNvPr>
          <p:cNvCxnSpPr/>
          <p:nvPr/>
        </p:nvCxnSpPr>
        <p:spPr>
          <a:xfrm xmlns:a="http://schemas.openxmlformats.org/drawingml/2006/main" flipH="0" flipV="0">
            <a:off x="7248616" y="3956125"/>
            <a:ext cx="51801" cy="8954"/>
          </a:xfrm>
          <a:prstGeom xmlns:a="http://schemas.openxmlformats.org/drawingml/2006/main" prst="straightConnector1">
            <a:avLst/>
          </a:prstGeom>
          <a:ln xmlns:a="http://schemas.openxmlformats.org/drawingml/2006/main" w="6191">
            <a:solidFill>
              <a:srgbClr val="A9B8C2"/>
            </a:solidFill>
            <a:prstDash val="solid"/>
          </a:ln>
        </p:spPr>
      </p:cxnSp>
      <p:cxnSp>
        <p:nvCxnSpPr>
          <p:cNvPr id="1326" name="">
            <a:extLst xmlns:a="http://schemas.openxmlformats.org/drawingml/2006/main">
              <a:ext uri="{FF2B5EF4-FFF2-40B4-BE49-F238E27FC236}">
                <a16:creationId xmlns:a16="http://schemas.microsoft.com/office/drawing/2014/main" id="{EE54935B-F553-4376-A3F6-3A159FD9B05D}"/>
              </a:ext>
            </a:extLst>
          </p:cNvPr>
          <p:cNvCxnSpPr/>
          <p:nvPr/>
        </p:nvCxnSpPr>
        <p:spPr>
          <a:xfrm xmlns:a="http://schemas.openxmlformats.org/drawingml/2006/main" flipH="0" flipV="0">
            <a:off x="7313459" y="3716076"/>
            <a:ext cx="59035" cy="106"/>
          </a:xfrm>
          <a:prstGeom xmlns:a="http://schemas.openxmlformats.org/drawingml/2006/main" prst="straightConnector1">
            <a:avLst/>
          </a:prstGeom>
          <a:ln xmlns:a="http://schemas.openxmlformats.org/drawingml/2006/main" w="6191">
            <a:solidFill>
              <a:srgbClr val="A9B8C2"/>
            </a:solidFill>
            <a:prstDash val="solid"/>
          </a:ln>
        </p:spPr>
      </p:cxnSp>
      <p:cxnSp>
        <p:nvCxnSpPr>
          <p:cNvPr id="1327" name="">
            <a:extLst xmlns:a="http://schemas.openxmlformats.org/drawingml/2006/main">
              <a:ext uri="{FF2B5EF4-FFF2-40B4-BE49-F238E27FC236}">
                <a16:creationId xmlns:a16="http://schemas.microsoft.com/office/drawing/2014/main" id="{B5ACDB5D-447E-4EB3-AC87-CD9FF36EF8A1}"/>
              </a:ext>
            </a:extLst>
          </p:cNvPr>
          <p:cNvCxnSpPr/>
          <p:nvPr/>
        </p:nvCxnSpPr>
        <p:spPr>
          <a:xfrm xmlns:a="http://schemas.openxmlformats.org/drawingml/2006/main" flipH="0" flipV="0">
            <a:off x="7372493" y="3716182"/>
            <a:ext cx="59035" cy="106"/>
          </a:xfrm>
          <a:prstGeom xmlns:a="http://schemas.openxmlformats.org/drawingml/2006/main" prst="straightConnector1">
            <a:avLst/>
          </a:prstGeom>
          <a:ln xmlns:a="http://schemas.openxmlformats.org/drawingml/2006/main" w="6191">
            <a:solidFill>
              <a:srgbClr val="A9B8C2"/>
            </a:solidFill>
            <a:prstDash val="solid"/>
          </a:ln>
        </p:spPr>
      </p:cxnSp>
      <p:cxnSp>
        <p:nvCxnSpPr>
          <p:cNvPr id="1328" name="">
            <a:extLst xmlns:a="http://schemas.openxmlformats.org/drawingml/2006/main">
              <a:ext uri="{FF2B5EF4-FFF2-40B4-BE49-F238E27FC236}">
                <a16:creationId xmlns:a16="http://schemas.microsoft.com/office/drawing/2014/main" id="{96DD5A38-8286-46C0-93AA-7C3E5E5D18D9}"/>
              </a:ext>
            </a:extLst>
          </p:cNvPr>
          <p:cNvCxnSpPr/>
          <p:nvPr/>
        </p:nvCxnSpPr>
        <p:spPr>
          <a:xfrm xmlns:a="http://schemas.openxmlformats.org/drawingml/2006/main" flipH="0" flipV="0">
            <a:off x="7360100" y="3651422"/>
            <a:ext cx="61838" cy="1461"/>
          </a:xfrm>
          <a:prstGeom xmlns:a="http://schemas.openxmlformats.org/drawingml/2006/main" prst="straightConnector1">
            <a:avLst/>
          </a:prstGeom>
          <a:ln xmlns:a="http://schemas.openxmlformats.org/drawingml/2006/main" w="6191">
            <a:solidFill>
              <a:srgbClr val="A9B8C2"/>
            </a:solidFill>
            <a:prstDash val="solid"/>
          </a:ln>
        </p:spPr>
      </p:cxnSp>
      <p:cxnSp>
        <p:nvCxnSpPr>
          <p:cNvPr id="1329" name="">
            <a:extLst xmlns:a="http://schemas.openxmlformats.org/drawingml/2006/main">
              <a:ext uri="{FF2B5EF4-FFF2-40B4-BE49-F238E27FC236}">
                <a16:creationId xmlns:a16="http://schemas.microsoft.com/office/drawing/2014/main" id="{35EB2CAD-7E8C-44F8-9BCB-A3CEB2BFA30E}"/>
              </a:ext>
            </a:extLst>
          </p:cNvPr>
          <p:cNvCxnSpPr/>
          <p:nvPr/>
        </p:nvCxnSpPr>
        <p:spPr>
          <a:xfrm xmlns:a="http://schemas.openxmlformats.org/drawingml/2006/main" flipH="0" flipV="0">
            <a:off x="7421938" y="3652883"/>
            <a:ext cx="61827" cy="1461"/>
          </a:xfrm>
          <a:prstGeom xmlns:a="http://schemas.openxmlformats.org/drawingml/2006/main" prst="straightConnector1">
            <a:avLst/>
          </a:prstGeom>
          <a:ln xmlns:a="http://schemas.openxmlformats.org/drawingml/2006/main" w="6191">
            <a:solidFill>
              <a:srgbClr val="A9B8C2"/>
            </a:solidFill>
            <a:prstDash val="solid"/>
          </a:ln>
        </p:spPr>
      </p:cxnSp>
      <p:cxnSp>
        <p:nvCxnSpPr>
          <p:cNvPr id="1330" name="">
            <a:extLst xmlns:a="http://schemas.openxmlformats.org/drawingml/2006/main">
              <a:ext uri="{FF2B5EF4-FFF2-40B4-BE49-F238E27FC236}">
                <a16:creationId xmlns:a16="http://schemas.microsoft.com/office/drawing/2014/main" id="{FB8EA4BB-5F15-4B65-86F7-DC9FCBB32F9A}"/>
              </a:ext>
            </a:extLst>
          </p:cNvPr>
          <p:cNvCxnSpPr/>
          <p:nvPr/>
        </p:nvCxnSpPr>
        <p:spPr>
          <a:xfrm xmlns:a="http://schemas.openxmlformats.org/drawingml/2006/main" flipH="0" flipV="0">
            <a:off x="7483765" y="3654343"/>
            <a:ext cx="61827" cy="1449"/>
          </a:xfrm>
          <a:prstGeom xmlns:a="http://schemas.openxmlformats.org/drawingml/2006/main" prst="straightConnector1">
            <a:avLst/>
          </a:prstGeom>
          <a:ln xmlns:a="http://schemas.openxmlformats.org/drawingml/2006/main" w="6191">
            <a:solidFill>
              <a:srgbClr val="A9B8C2"/>
            </a:solidFill>
            <a:prstDash val="solid"/>
          </a:ln>
        </p:spPr>
      </p:cxnSp>
      <p:cxnSp>
        <p:nvCxnSpPr>
          <p:cNvPr id="1331" name="">
            <a:extLst xmlns:a="http://schemas.openxmlformats.org/drawingml/2006/main">
              <a:ext uri="{FF2B5EF4-FFF2-40B4-BE49-F238E27FC236}">
                <a16:creationId xmlns:a16="http://schemas.microsoft.com/office/drawing/2014/main" id="{021997C8-5131-48CD-B6D7-86470569CC7B}"/>
              </a:ext>
            </a:extLst>
          </p:cNvPr>
          <p:cNvCxnSpPr/>
          <p:nvPr/>
        </p:nvCxnSpPr>
        <p:spPr>
          <a:xfrm xmlns:a="http://schemas.openxmlformats.org/drawingml/2006/main" flipH="0" flipV="0">
            <a:off x="7431528" y="3716288"/>
            <a:ext cx="4854" cy="66421"/>
          </a:xfrm>
          <a:prstGeom xmlns:a="http://schemas.openxmlformats.org/drawingml/2006/main" prst="straightConnector1">
            <a:avLst/>
          </a:prstGeom>
          <a:ln xmlns:a="http://schemas.openxmlformats.org/drawingml/2006/main" w="6191">
            <a:solidFill>
              <a:srgbClr val="A9B8C2"/>
            </a:solidFill>
            <a:prstDash val="solid"/>
          </a:ln>
        </p:spPr>
      </p:cxnSp>
      <p:cxnSp>
        <p:nvCxnSpPr>
          <p:cNvPr id="1332" name="">
            <a:extLst xmlns:a="http://schemas.openxmlformats.org/drawingml/2006/main">
              <a:ext uri="{FF2B5EF4-FFF2-40B4-BE49-F238E27FC236}">
                <a16:creationId xmlns:a16="http://schemas.microsoft.com/office/drawing/2014/main" id="{3E6039F9-1272-417E-B849-4F9156A50D58}"/>
              </a:ext>
            </a:extLst>
          </p:cNvPr>
          <p:cNvCxnSpPr/>
          <p:nvPr/>
        </p:nvCxnSpPr>
        <p:spPr>
          <a:xfrm xmlns:a="http://schemas.openxmlformats.org/drawingml/2006/main" flipH="0" flipV="0">
            <a:off x="7436381" y="3782709"/>
            <a:ext cx="2203" cy="59258"/>
          </a:xfrm>
          <a:prstGeom xmlns:a="http://schemas.openxmlformats.org/drawingml/2006/main" prst="straightConnector1">
            <a:avLst/>
          </a:prstGeom>
          <a:ln xmlns:a="http://schemas.openxmlformats.org/drawingml/2006/main" w="6191">
            <a:solidFill>
              <a:srgbClr val="A9B8C2"/>
            </a:solidFill>
            <a:prstDash val="solid"/>
          </a:ln>
        </p:spPr>
      </p:cxnSp>
      <p:cxnSp>
        <p:nvCxnSpPr>
          <p:cNvPr id="1333" name="">
            <a:extLst xmlns:a="http://schemas.openxmlformats.org/drawingml/2006/main">
              <a:ext uri="{FF2B5EF4-FFF2-40B4-BE49-F238E27FC236}">
                <a16:creationId xmlns:a16="http://schemas.microsoft.com/office/drawing/2014/main" id="{E98AD964-4CE4-4738-B4BE-119875950749}"/>
              </a:ext>
            </a:extLst>
          </p:cNvPr>
          <p:cNvCxnSpPr/>
          <p:nvPr/>
        </p:nvCxnSpPr>
        <p:spPr>
          <a:xfrm xmlns:a="http://schemas.openxmlformats.org/drawingml/2006/main" flipH="0" flipV="0">
            <a:off x="7438585" y="3841967"/>
            <a:ext cx="836" cy="73290"/>
          </a:xfrm>
          <a:prstGeom xmlns:a="http://schemas.openxmlformats.org/drawingml/2006/main" prst="straightConnector1">
            <a:avLst/>
          </a:prstGeom>
          <a:ln xmlns:a="http://schemas.openxmlformats.org/drawingml/2006/main" w="6191">
            <a:solidFill>
              <a:srgbClr val="A9B8C2"/>
            </a:solidFill>
            <a:prstDash val="solid"/>
          </a:ln>
        </p:spPr>
      </p:cxnSp>
      <p:cxnSp>
        <p:nvCxnSpPr>
          <p:cNvPr id="1334" name="">
            <a:extLst xmlns:a="http://schemas.openxmlformats.org/drawingml/2006/main">
              <a:ext uri="{FF2B5EF4-FFF2-40B4-BE49-F238E27FC236}">
                <a16:creationId xmlns:a16="http://schemas.microsoft.com/office/drawing/2014/main" id="{534F6E2E-58BF-424E-A5E2-1A7412D0581A}"/>
              </a:ext>
            </a:extLst>
          </p:cNvPr>
          <p:cNvCxnSpPr/>
          <p:nvPr/>
        </p:nvCxnSpPr>
        <p:spPr>
          <a:xfrm xmlns:a="http://schemas.openxmlformats.org/drawingml/2006/main" flipH="1" flipV="0">
            <a:off x="7424530" y="3915257"/>
            <a:ext cx="14891" cy="38229"/>
          </a:xfrm>
          <a:prstGeom xmlns:a="http://schemas.openxmlformats.org/drawingml/2006/main" prst="straightConnector1">
            <a:avLst/>
          </a:prstGeom>
          <a:ln xmlns:a="http://schemas.openxmlformats.org/drawingml/2006/main" w="6191">
            <a:solidFill>
              <a:srgbClr val="A9B8C2"/>
            </a:solidFill>
            <a:prstDash val="solid"/>
          </a:ln>
        </p:spPr>
      </p:cxnSp>
      <p:cxnSp>
        <p:nvCxnSpPr>
          <p:cNvPr id="1335" name="">
            <a:extLst xmlns:a="http://schemas.openxmlformats.org/drawingml/2006/main">
              <a:ext uri="{FF2B5EF4-FFF2-40B4-BE49-F238E27FC236}">
                <a16:creationId xmlns:a16="http://schemas.microsoft.com/office/drawing/2014/main" id="{28007B38-474A-4178-864B-A60F904E51D1}"/>
              </a:ext>
            </a:extLst>
          </p:cNvPr>
          <p:cNvCxnSpPr/>
          <p:nvPr/>
        </p:nvCxnSpPr>
        <p:spPr>
          <a:xfrm xmlns:a="http://schemas.openxmlformats.org/drawingml/2006/main" flipH="0" flipV="0">
            <a:off x="7481679" y="3716229"/>
            <a:ext cx="2380" cy="59600"/>
          </a:xfrm>
          <a:prstGeom xmlns:a="http://schemas.openxmlformats.org/drawingml/2006/main" prst="straightConnector1">
            <a:avLst/>
          </a:prstGeom>
          <a:ln xmlns:a="http://schemas.openxmlformats.org/drawingml/2006/main" w="6191">
            <a:solidFill>
              <a:srgbClr val="A9B8C2"/>
            </a:solidFill>
            <a:prstDash val="solid"/>
          </a:ln>
        </p:spPr>
      </p:cxnSp>
      <p:cxnSp>
        <p:nvCxnSpPr>
          <p:cNvPr id="1336" name="">
            <a:extLst xmlns:a="http://schemas.openxmlformats.org/drawingml/2006/main">
              <a:ext uri="{FF2B5EF4-FFF2-40B4-BE49-F238E27FC236}">
                <a16:creationId xmlns:a16="http://schemas.microsoft.com/office/drawing/2014/main" id="{7D513AAE-F874-4D91-A145-EE58356A97C5}"/>
              </a:ext>
            </a:extLst>
          </p:cNvPr>
          <p:cNvCxnSpPr/>
          <p:nvPr/>
        </p:nvCxnSpPr>
        <p:spPr>
          <a:xfrm xmlns:a="http://schemas.openxmlformats.org/drawingml/2006/main" flipH="0" flipV="0">
            <a:off x="7484059" y="3775829"/>
            <a:ext cx="2356" cy="59600"/>
          </a:xfrm>
          <a:prstGeom xmlns:a="http://schemas.openxmlformats.org/drawingml/2006/main" prst="straightConnector1">
            <a:avLst/>
          </a:prstGeom>
          <a:ln xmlns:a="http://schemas.openxmlformats.org/drawingml/2006/main" w="6191">
            <a:solidFill>
              <a:srgbClr val="A9B8C2"/>
            </a:solidFill>
            <a:prstDash val="solid"/>
          </a:ln>
        </p:spPr>
      </p:cxnSp>
      <p:cxnSp>
        <p:nvCxnSpPr>
          <p:cNvPr id="1337" name="">
            <a:extLst xmlns:a="http://schemas.openxmlformats.org/drawingml/2006/main">
              <a:ext uri="{FF2B5EF4-FFF2-40B4-BE49-F238E27FC236}">
                <a16:creationId xmlns:a16="http://schemas.microsoft.com/office/drawing/2014/main" id="{E4D14815-7700-46D6-AE7C-777F2D535EF5}"/>
              </a:ext>
            </a:extLst>
          </p:cNvPr>
          <p:cNvCxnSpPr/>
          <p:nvPr/>
        </p:nvCxnSpPr>
        <p:spPr>
          <a:xfrm xmlns:a="http://schemas.openxmlformats.org/drawingml/2006/main" flipH="0" flipV="0">
            <a:off x="7486415" y="3835429"/>
            <a:ext cx="2380" cy="59588"/>
          </a:xfrm>
          <a:prstGeom xmlns:a="http://schemas.openxmlformats.org/drawingml/2006/main" prst="straightConnector1">
            <a:avLst/>
          </a:prstGeom>
          <a:ln xmlns:a="http://schemas.openxmlformats.org/drawingml/2006/main" w="6191">
            <a:solidFill>
              <a:srgbClr val="A9B8C2"/>
            </a:solidFill>
            <a:prstDash val="solid"/>
          </a:ln>
        </p:spPr>
      </p:cxnSp>
      <p:cxnSp>
        <p:nvCxnSpPr>
          <p:cNvPr id="1338" name="">
            <a:extLst xmlns:a="http://schemas.openxmlformats.org/drawingml/2006/main">
              <a:ext uri="{FF2B5EF4-FFF2-40B4-BE49-F238E27FC236}">
                <a16:creationId xmlns:a16="http://schemas.microsoft.com/office/drawing/2014/main" id="{288B450D-0FA4-4350-B2CA-69F1773FD678}"/>
              </a:ext>
            </a:extLst>
          </p:cNvPr>
          <p:cNvCxnSpPr/>
          <p:nvPr/>
        </p:nvCxnSpPr>
        <p:spPr>
          <a:xfrm xmlns:a="http://schemas.openxmlformats.org/drawingml/2006/main" flipH="0" flipV="0">
            <a:off x="7488795" y="3895017"/>
            <a:ext cx="2368" cy="59600"/>
          </a:xfrm>
          <a:prstGeom xmlns:a="http://schemas.openxmlformats.org/drawingml/2006/main" prst="straightConnector1">
            <a:avLst/>
          </a:prstGeom>
          <a:ln xmlns:a="http://schemas.openxmlformats.org/drawingml/2006/main" w="6191">
            <a:solidFill>
              <a:srgbClr val="A9B8C2"/>
            </a:solidFill>
            <a:prstDash val="solid"/>
          </a:ln>
        </p:spPr>
      </p:cxnSp>
      <p:cxnSp>
        <p:nvCxnSpPr>
          <p:cNvPr id="1339" name="">
            <a:extLst xmlns:a="http://schemas.openxmlformats.org/drawingml/2006/main">
              <a:ext uri="{FF2B5EF4-FFF2-40B4-BE49-F238E27FC236}">
                <a16:creationId xmlns:a16="http://schemas.microsoft.com/office/drawing/2014/main" id="{66777554-BEF9-468B-AB19-26B4837CE3AA}"/>
              </a:ext>
            </a:extLst>
          </p:cNvPr>
          <p:cNvCxnSpPr/>
          <p:nvPr/>
        </p:nvCxnSpPr>
        <p:spPr>
          <a:xfrm xmlns:a="http://schemas.openxmlformats.org/drawingml/2006/main" flipH="0" flipV="0">
            <a:off x="7157738" y="4282482"/>
            <a:ext cx="29182" cy="30419"/>
          </a:xfrm>
          <a:prstGeom xmlns:a="http://schemas.openxmlformats.org/drawingml/2006/main" prst="straightConnector1">
            <a:avLst/>
          </a:prstGeom>
          <a:ln xmlns:a="http://schemas.openxmlformats.org/drawingml/2006/main" w="6191">
            <a:solidFill>
              <a:srgbClr val="A9B8C2"/>
            </a:solidFill>
            <a:prstDash val="solid"/>
          </a:ln>
        </p:spPr>
      </p:cxnSp>
      <p:cxnSp>
        <p:nvCxnSpPr>
          <p:cNvPr id="1340" name="">
            <a:extLst xmlns:a="http://schemas.openxmlformats.org/drawingml/2006/main">
              <a:ext uri="{FF2B5EF4-FFF2-40B4-BE49-F238E27FC236}">
                <a16:creationId xmlns:a16="http://schemas.microsoft.com/office/drawing/2014/main" id="{F803DEFC-0A53-4D9B-BC88-9E728D2DF8C6}"/>
              </a:ext>
            </a:extLst>
          </p:cNvPr>
          <p:cNvCxnSpPr/>
          <p:nvPr/>
        </p:nvCxnSpPr>
        <p:spPr>
          <a:xfrm xmlns:a="http://schemas.openxmlformats.org/drawingml/2006/main" flipH="0" flipV="1">
            <a:off x="7186919" y="4309331"/>
            <a:ext cx="61273" cy="3570"/>
          </a:xfrm>
          <a:prstGeom xmlns:a="http://schemas.openxmlformats.org/drawingml/2006/main" prst="straightConnector1">
            <a:avLst/>
          </a:prstGeom>
          <a:ln xmlns:a="http://schemas.openxmlformats.org/drawingml/2006/main" w="6191">
            <a:solidFill>
              <a:srgbClr val="A9B8C2"/>
            </a:solidFill>
            <a:prstDash val="solid"/>
          </a:ln>
        </p:spPr>
      </p:cxnSp>
      <p:cxnSp>
        <p:nvCxnSpPr>
          <p:cNvPr id="1341" name="">
            <a:extLst xmlns:a="http://schemas.openxmlformats.org/drawingml/2006/main">
              <a:ext uri="{FF2B5EF4-FFF2-40B4-BE49-F238E27FC236}">
                <a16:creationId xmlns:a16="http://schemas.microsoft.com/office/drawing/2014/main" id="{81DDB767-5999-4898-9C06-44517723A53D}"/>
              </a:ext>
            </a:extLst>
          </p:cNvPr>
          <p:cNvCxnSpPr/>
          <p:nvPr/>
        </p:nvCxnSpPr>
        <p:spPr>
          <a:xfrm xmlns:a="http://schemas.openxmlformats.org/drawingml/2006/main" flipH="0" flipV="1">
            <a:off x="7545591" y="3648111"/>
            <a:ext cx="57444" cy="7681"/>
          </a:xfrm>
          <a:prstGeom xmlns:a="http://schemas.openxmlformats.org/drawingml/2006/main" prst="straightConnector1">
            <a:avLst/>
          </a:prstGeom>
          <a:ln xmlns:a="http://schemas.openxmlformats.org/drawingml/2006/main" w="6191">
            <a:solidFill>
              <a:srgbClr val="A9B8C2"/>
            </a:solidFill>
            <a:prstDash val="solid"/>
          </a:ln>
        </p:spPr>
      </p:cxnSp>
      <p:cxnSp>
        <p:nvCxnSpPr>
          <p:cNvPr id="1342" name="">
            <a:extLst xmlns:a="http://schemas.openxmlformats.org/drawingml/2006/main">
              <a:ext uri="{FF2B5EF4-FFF2-40B4-BE49-F238E27FC236}">
                <a16:creationId xmlns:a16="http://schemas.microsoft.com/office/drawing/2014/main" id="{F3A1202E-9C81-461A-BD06-A238AFFBD899}"/>
              </a:ext>
            </a:extLst>
          </p:cNvPr>
          <p:cNvCxnSpPr/>
          <p:nvPr/>
        </p:nvCxnSpPr>
        <p:spPr>
          <a:xfrm xmlns:a="http://schemas.openxmlformats.org/drawingml/2006/main" flipH="0" flipV="0">
            <a:off x="7603035" y="3648111"/>
            <a:ext cx="60048" cy="1190"/>
          </a:xfrm>
          <a:prstGeom xmlns:a="http://schemas.openxmlformats.org/drawingml/2006/main" prst="straightConnector1">
            <a:avLst/>
          </a:prstGeom>
          <a:ln xmlns:a="http://schemas.openxmlformats.org/drawingml/2006/main" w="6191">
            <a:solidFill>
              <a:srgbClr val="A9B8C2"/>
            </a:solidFill>
            <a:prstDash val="solid"/>
          </a:ln>
        </p:spPr>
      </p:cxnSp>
      <p:cxnSp>
        <p:nvCxnSpPr>
          <p:cNvPr id="1343" name="">
            <a:extLst xmlns:a="http://schemas.openxmlformats.org/drawingml/2006/main">
              <a:ext uri="{FF2B5EF4-FFF2-40B4-BE49-F238E27FC236}">
                <a16:creationId xmlns:a16="http://schemas.microsoft.com/office/drawing/2014/main" id="{374DC58F-EAD1-4637-8765-BF7FB239BA56}"/>
              </a:ext>
            </a:extLst>
          </p:cNvPr>
          <p:cNvCxnSpPr/>
          <p:nvPr/>
        </p:nvCxnSpPr>
        <p:spPr>
          <a:xfrm xmlns:a="http://schemas.openxmlformats.org/drawingml/2006/main" flipH="0" flipV="1">
            <a:off x="7663083" y="3641573"/>
            <a:ext cx="54357" cy="7728"/>
          </a:xfrm>
          <a:prstGeom xmlns:a="http://schemas.openxmlformats.org/drawingml/2006/main" prst="straightConnector1">
            <a:avLst/>
          </a:prstGeom>
          <a:ln xmlns:a="http://schemas.openxmlformats.org/drawingml/2006/main" w="6191">
            <a:solidFill>
              <a:srgbClr val="A9B8C2"/>
            </a:solidFill>
            <a:prstDash val="solid"/>
          </a:ln>
        </p:spPr>
      </p:cxnSp>
      <p:cxnSp>
        <p:nvCxnSpPr>
          <p:cNvPr id="1344" name="">
            <a:extLst xmlns:a="http://schemas.openxmlformats.org/drawingml/2006/main">
              <a:ext uri="{FF2B5EF4-FFF2-40B4-BE49-F238E27FC236}">
                <a16:creationId xmlns:a16="http://schemas.microsoft.com/office/drawing/2014/main" id="{4C1AF8DC-5828-481B-AE6C-76B18A0826B1}"/>
              </a:ext>
            </a:extLst>
          </p:cNvPr>
          <p:cNvCxnSpPr/>
          <p:nvPr/>
        </p:nvCxnSpPr>
        <p:spPr>
          <a:xfrm xmlns:a="http://schemas.openxmlformats.org/drawingml/2006/main" flipH="0" flipV="1">
            <a:off x="7717441" y="3632831"/>
            <a:ext cx="54935" cy="8741"/>
          </a:xfrm>
          <a:prstGeom xmlns:a="http://schemas.openxmlformats.org/drawingml/2006/main" prst="straightConnector1">
            <a:avLst/>
          </a:prstGeom>
          <a:ln xmlns:a="http://schemas.openxmlformats.org/drawingml/2006/main" w="6191">
            <a:solidFill>
              <a:srgbClr val="A9B8C2"/>
            </a:solidFill>
            <a:prstDash val="solid"/>
          </a:ln>
        </p:spPr>
      </p:cxnSp>
      <p:cxnSp>
        <p:nvCxnSpPr>
          <p:cNvPr id="1345" name="">
            <a:extLst xmlns:a="http://schemas.openxmlformats.org/drawingml/2006/main">
              <a:ext uri="{FF2B5EF4-FFF2-40B4-BE49-F238E27FC236}">
                <a16:creationId xmlns:a16="http://schemas.microsoft.com/office/drawing/2014/main" id="{3916FB19-D002-4BB0-82C5-BEE6A2D4274F}"/>
              </a:ext>
            </a:extLst>
          </p:cNvPr>
          <p:cNvCxnSpPr/>
          <p:nvPr/>
        </p:nvCxnSpPr>
        <p:spPr>
          <a:xfrm xmlns:a="http://schemas.openxmlformats.org/drawingml/2006/main" flipH="0" flipV="1">
            <a:off x="7772375" y="3619625"/>
            <a:ext cx="58870" cy="13206"/>
          </a:xfrm>
          <a:prstGeom xmlns:a="http://schemas.openxmlformats.org/drawingml/2006/main" prst="straightConnector1">
            <a:avLst/>
          </a:prstGeom>
          <a:ln xmlns:a="http://schemas.openxmlformats.org/drawingml/2006/main" w="6191">
            <a:solidFill>
              <a:srgbClr val="A9B8C2"/>
            </a:solidFill>
            <a:prstDash val="solid"/>
          </a:ln>
        </p:spPr>
      </p:cxnSp>
      <p:cxnSp>
        <p:nvCxnSpPr>
          <p:cNvPr id="1346" name="">
            <a:extLst xmlns:a="http://schemas.openxmlformats.org/drawingml/2006/main">
              <a:ext uri="{FF2B5EF4-FFF2-40B4-BE49-F238E27FC236}">
                <a16:creationId xmlns:a16="http://schemas.microsoft.com/office/drawing/2014/main" id="{32D76749-7473-4F3A-8797-A79D84AC3477}"/>
              </a:ext>
            </a:extLst>
          </p:cNvPr>
          <p:cNvCxnSpPr/>
          <p:nvPr/>
        </p:nvCxnSpPr>
        <p:spPr>
          <a:xfrm xmlns:a="http://schemas.openxmlformats.org/drawingml/2006/main" flipH="0" flipV="1">
            <a:off x="7831245" y="3609693"/>
            <a:ext cx="59011" cy="9931"/>
          </a:xfrm>
          <a:prstGeom xmlns:a="http://schemas.openxmlformats.org/drawingml/2006/main" prst="straightConnector1">
            <a:avLst/>
          </a:prstGeom>
          <a:ln xmlns:a="http://schemas.openxmlformats.org/drawingml/2006/main" w="6191">
            <a:solidFill>
              <a:srgbClr val="A9B8C2"/>
            </a:solidFill>
            <a:prstDash val="solid"/>
          </a:ln>
        </p:spPr>
      </p:cxnSp>
      <p:cxnSp>
        <p:nvCxnSpPr>
          <p:cNvPr id="1347" name="">
            <a:extLst xmlns:a="http://schemas.openxmlformats.org/drawingml/2006/main">
              <a:ext uri="{FF2B5EF4-FFF2-40B4-BE49-F238E27FC236}">
                <a16:creationId xmlns:a16="http://schemas.microsoft.com/office/drawing/2014/main" id="{DB9840D0-7838-4421-9EB2-8CD6DBDC78D7}"/>
              </a:ext>
            </a:extLst>
          </p:cNvPr>
          <p:cNvCxnSpPr/>
          <p:nvPr/>
        </p:nvCxnSpPr>
        <p:spPr>
          <a:xfrm xmlns:a="http://schemas.openxmlformats.org/drawingml/2006/main" flipH="1" flipV="0">
            <a:off x="7364082" y="4036566"/>
            <a:ext cx="6692" cy="51942"/>
          </a:xfrm>
          <a:prstGeom xmlns:a="http://schemas.openxmlformats.org/drawingml/2006/main" prst="straightConnector1">
            <a:avLst/>
          </a:prstGeom>
          <a:ln xmlns:a="http://schemas.openxmlformats.org/drawingml/2006/main" w="6191">
            <a:solidFill>
              <a:srgbClr val="A9B8C2"/>
            </a:solidFill>
            <a:prstDash val="solid"/>
          </a:ln>
        </p:spPr>
      </p:cxnSp>
      <p:cxnSp>
        <p:nvCxnSpPr>
          <p:cNvPr id="1348" name="">
            <a:extLst xmlns:a="http://schemas.openxmlformats.org/drawingml/2006/main">
              <a:ext uri="{FF2B5EF4-FFF2-40B4-BE49-F238E27FC236}">
                <a16:creationId xmlns:a16="http://schemas.microsoft.com/office/drawing/2014/main" id="{8351EF97-51D9-4B11-83A1-7AA4B2CE745E}"/>
              </a:ext>
            </a:extLst>
          </p:cNvPr>
          <p:cNvCxnSpPr/>
          <p:nvPr/>
        </p:nvCxnSpPr>
        <p:spPr>
          <a:xfrm xmlns:a="http://schemas.openxmlformats.org/drawingml/2006/main" flipH="1" flipV="0">
            <a:off x="7357402" y="4088508"/>
            <a:ext cx="6680" cy="51931"/>
          </a:xfrm>
          <a:prstGeom xmlns:a="http://schemas.openxmlformats.org/drawingml/2006/main" prst="straightConnector1">
            <a:avLst/>
          </a:prstGeom>
          <a:ln xmlns:a="http://schemas.openxmlformats.org/drawingml/2006/main" w="6191">
            <a:solidFill>
              <a:srgbClr val="A9B8C2"/>
            </a:solidFill>
            <a:prstDash val="solid"/>
          </a:ln>
        </p:spPr>
      </p:cxnSp>
      <p:cxnSp>
        <p:nvCxnSpPr>
          <p:cNvPr id="1349" name="">
            <a:extLst xmlns:a="http://schemas.openxmlformats.org/drawingml/2006/main">
              <a:ext uri="{FF2B5EF4-FFF2-40B4-BE49-F238E27FC236}">
                <a16:creationId xmlns:a16="http://schemas.microsoft.com/office/drawing/2014/main" id="{68DA7FAB-2835-496C-9049-2B9A93763C4D}"/>
              </a:ext>
            </a:extLst>
          </p:cNvPr>
          <p:cNvCxnSpPr/>
          <p:nvPr/>
        </p:nvCxnSpPr>
        <p:spPr>
          <a:xfrm xmlns:a="http://schemas.openxmlformats.org/drawingml/2006/main" flipH="1" flipV="0">
            <a:off x="7350722" y="4140439"/>
            <a:ext cx="6680" cy="51942"/>
          </a:xfrm>
          <a:prstGeom xmlns:a="http://schemas.openxmlformats.org/drawingml/2006/main" prst="straightConnector1">
            <a:avLst/>
          </a:prstGeom>
          <a:ln xmlns:a="http://schemas.openxmlformats.org/drawingml/2006/main" w="6191">
            <a:solidFill>
              <a:srgbClr val="A9B8C2"/>
            </a:solidFill>
            <a:prstDash val="solid"/>
          </a:ln>
        </p:spPr>
      </p:cxnSp>
      <p:cxnSp>
        <p:nvCxnSpPr>
          <p:cNvPr id="1350" name="">
            <a:extLst xmlns:a="http://schemas.openxmlformats.org/drawingml/2006/main">
              <a:ext uri="{FF2B5EF4-FFF2-40B4-BE49-F238E27FC236}">
                <a16:creationId xmlns:a16="http://schemas.microsoft.com/office/drawing/2014/main" id="{657C7E85-EFEF-400D-92F5-1C90EF975609}"/>
              </a:ext>
            </a:extLst>
          </p:cNvPr>
          <p:cNvCxnSpPr/>
          <p:nvPr/>
        </p:nvCxnSpPr>
        <p:spPr>
          <a:xfrm xmlns:a="http://schemas.openxmlformats.org/drawingml/2006/main" flipH="1" flipV="0">
            <a:off x="7344030" y="4192381"/>
            <a:ext cx="6692" cy="51942"/>
          </a:xfrm>
          <a:prstGeom xmlns:a="http://schemas.openxmlformats.org/drawingml/2006/main" prst="straightConnector1">
            <a:avLst/>
          </a:prstGeom>
          <a:ln xmlns:a="http://schemas.openxmlformats.org/drawingml/2006/main" w="6191">
            <a:solidFill>
              <a:srgbClr val="A9B8C2"/>
            </a:solidFill>
            <a:prstDash val="solid"/>
          </a:ln>
        </p:spPr>
      </p:cxnSp>
      <p:cxnSp>
        <p:nvCxnSpPr>
          <p:cNvPr id="1351" name="">
            <a:extLst xmlns:a="http://schemas.openxmlformats.org/drawingml/2006/main">
              <a:ext uri="{FF2B5EF4-FFF2-40B4-BE49-F238E27FC236}">
                <a16:creationId xmlns:a16="http://schemas.microsoft.com/office/drawing/2014/main" id="{A1D3BD25-7AB5-461E-959B-E5747DA8B3EA}"/>
              </a:ext>
            </a:extLst>
          </p:cNvPr>
          <p:cNvCxnSpPr/>
          <p:nvPr/>
        </p:nvCxnSpPr>
        <p:spPr>
          <a:xfrm xmlns:a="http://schemas.openxmlformats.org/drawingml/2006/main" flipH="1" flipV="0">
            <a:off x="7415246" y="3953486"/>
            <a:ext cx="9283" cy="44603"/>
          </a:xfrm>
          <a:prstGeom xmlns:a="http://schemas.openxmlformats.org/drawingml/2006/main" prst="straightConnector1">
            <a:avLst/>
          </a:prstGeom>
          <a:ln xmlns:a="http://schemas.openxmlformats.org/drawingml/2006/main" w="6191">
            <a:solidFill>
              <a:srgbClr val="A9B8C2"/>
            </a:solidFill>
            <a:prstDash val="solid"/>
          </a:ln>
        </p:spPr>
      </p:cxnSp>
      <p:cxnSp>
        <p:nvCxnSpPr>
          <p:cNvPr id="1352" name="">
            <a:extLst xmlns:a="http://schemas.openxmlformats.org/drawingml/2006/main">
              <a:ext uri="{FF2B5EF4-FFF2-40B4-BE49-F238E27FC236}">
                <a16:creationId xmlns:a16="http://schemas.microsoft.com/office/drawing/2014/main" id="{A8A500E3-FDB1-4F08-A51A-45536DD19500}"/>
              </a:ext>
            </a:extLst>
          </p:cNvPr>
          <p:cNvCxnSpPr/>
          <p:nvPr/>
        </p:nvCxnSpPr>
        <p:spPr>
          <a:xfrm xmlns:a="http://schemas.openxmlformats.org/drawingml/2006/main" flipH="1" flipV="0">
            <a:off x="7405951" y="3998089"/>
            <a:ext cx="9295" cy="44615"/>
          </a:xfrm>
          <a:prstGeom xmlns:a="http://schemas.openxmlformats.org/drawingml/2006/main" prst="straightConnector1">
            <a:avLst/>
          </a:prstGeom>
          <a:ln xmlns:a="http://schemas.openxmlformats.org/drawingml/2006/main" w="6191">
            <a:solidFill>
              <a:srgbClr val="A9B8C2"/>
            </a:solidFill>
            <a:prstDash val="solid"/>
          </a:ln>
        </p:spPr>
      </p:cxnSp>
      <p:cxnSp>
        <p:nvCxnSpPr>
          <p:cNvPr id="1353" name="">
            <a:extLst xmlns:a="http://schemas.openxmlformats.org/drawingml/2006/main">
              <a:ext uri="{FF2B5EF4-FFF2-40B4-BE49-F238E27FC236}">
                <a16:creationId xmlns:a16="http://schemas.microsoft.com/office/drawing/2014/main" id="{AC83EDC9-11C1-4619-8BB2-6AF2562CF922}"/>
              </a:ext>
            </a:extLst>
          </p:cNvPr>
          <p:cNvCxnSpPr/>
          <p:nvPr/>
        </p:nvCxnSpPr>
        <p:spPr>
          <a:xfrm xmlns:a="http://schemas.openxmlformats.org/drawingml/2006/main" flipH="0" flipV="0">
            <a:off x="7405951" y="4042704"/>
            <a:ext cx="57703" cy="20075"/>
          </a:xfrm>
          <a:prstGeom xmlns:a="http://schemas.openxmlformats.org/drawingml/2006/main" prst="straightConnector1">
            <a:avLst/>
          </a:prstGeom>
          <a:ln xmlns:a="http://schemas.openxmlformats.org/drawingml/2006/main" w="6191">
            <a:solidFill>
              <a:srgbClr val="A9B8C2"/>
            </a:solidFill>
            <a:prstDash val="solid"/>
          </a:ln>
        </p:spPr>
      </p:cxnSp>
      <p:cxnSp>
        <p:nvCxnSpPr>
          <p:cNvPr id="1354" name="">
            <a:extLst xmlns:a="http://schemas.openxmlformats.org/drawingml/2006/main">
              <a:ext uri="{FF2B5EF4-FFF2-40B4-BE49-F238E27FC236}">
                <a16:creationId xmlns:a16="http://schemas.microsoft.com/office/drawing/2014/main" id="{1609D8BF-B15D-4A0C-8575-FF6D2250F809}"/>
              </a:ext>
            </a:extLst>
          </p:cNvPr>
          <p:cNvCxnSpPr/>
          <p:nvPr/>
        </p:nvCxnSpPr>
        <p:spPr>
          <a:xfrm xmlns:a="http://schemas.openxmlformats.org/drawingml/2006/main" flipH="0" flipV="0">
            <a:off x="7463654" y="4062779"/>
            <a:ext cx="57703" cy="20075"/>
          </a:xfrm>
          <a:prstGeom xmlns:a="http://schemas.openxmlformats.org/drawingml/2006/main" prst="straightConnector1">
            <a:avLst/>
          </a:prstGeom>
          <a:ln xmlns:a="http://schemas.openxmlformats.org/drawingml/2006/main" w="6191">
            <a:solidFill>
              <a:srgbClr val="A9B8C2"/>
            </a:solidFill>
            <a:prstDash val="solid"/>
          </a:ln>
        </p:spPr>
      </p:cxnSp>
      <p:cxnSp>
        <p:nvCxnSpPr>
          <p:cNvPr id="1355" name="">
            <a:extLst xmlns:a="http://schemas.openxmlformats.org/drawingml/2006/main">
              <a:ext uri="{FF2B5EF4-FFF2-40B4-BE49-F238E27FC236}">
                <a16:creationId xmlns:a16="http://schemas.microsoft.com/office/drawing/2014/main" id="{7C846038-44D7-4243-81F0-5B84AB810D26}"/>
              </a:ext>
            </a:extLst>
          </p:cNvPr>
          <p:cNvCxnSpPr/>
          <p:nvPr/>
        </p:nvCxnSpPr>
        <p:spPr>
          <a:xfrm xmlns:a="http://schemas.openxmlformats.org/drawingml/2006/main" flipH="0" flipV="1">
            <a:off x="7618339" y="3720376"/>
            <a:ext cx="67623" cy="860"/>
          </a:xfrm>
          <a:prstGeom xmlns:a="http://schemas.openxmlformats.org/drawingml/2006/main" prst="straightConnector1">
            <a:avLst/>
          </a:prstGeom>
          <a:ln xmlns:a="http://schemas.openxmlformats.org/drawingml/2006/main" w="6191">
            <a:solidFill>
              <a:srgbClr val="A9B8C2"/>
            </a:solidFill>
            <a:prstDash val="solid"/>
          </a:ln>
        </p:spPr>
      </p:cxnSp>
      <p:cxnSp>
        <p:nvCxnSpPr>
          <p:cNvPr id="1356" name="">
            <a:extLst xmlns:a="http://schemas.openxmlformats.org/drawingml/2006/main">
              <a:ext uri="{FF2B5EF4-FFF2-40B4-BE49-F238E27FC236}">
                <a16:creationId xmlns:a16="http://schemas.microsoft.com/office/drawing/2014/main" id="{CB2FE850-4D3A-45A3-93C8-D635A647EA0D}"/>
              </a:ext>
            </a:extLst>
          </p:cNvPr>
          <p:cNvCxnSpPr/>
          <p:nvPr/>
        </p:nvCxnSpPr>
        <p:spPr>
          <a:xfrm xmlns:a="http://schemas.openxmlformats.org/drawingml/2006/main" flipH="0" flipV="1">
            <a:off x="7685962" y="3719528"/>
            <a:ext cx="67599" cy="848"/>
          </a:xfrm>
          <a:prstGeom xmlns:a="http://schemas.openxmlformats.org/drawingml/2006/main" prst="straightConnector1">
            <a:avLst/>
          </a:prstGeom>
          <a:ln xmlns:a="http://schemas.openxmlformats.org/drawingml/2006/main" w="6191">
            <a:solidFill>
              <a:srgbClr val="A9B8C2"/>
            </a:solidFill>
            <a:prstDash val="solid"/>
          </a:ln>
        </p:spPr>
      </p:cxnSp>
      <p:cxnSp>
        <p:nvCxnSpPr>
          <p:cNvPr id="1357" name="">
            <a:extLst xmlns:a="http://schemas.openxmlformats.org/drawingml/2006/main">
              <a:ext uri="{FF2B5EF4-FFF2-40B4-BE49-F238E27FC236}">
                <a16:creationId xmlns:a16="http://schemas.microsoft.com/office/drawing/2014/main" id="{B80C2E90-937B-4C49-9214-38A95F367F4C}"/>
              </a:ext>
            </a:extLst>
          </p:cNvPr>
          <p:cNvCxnSpPr/>
          <p:nvPr/>
        </p:nvCxnSpPr>
        <p:spPr>
          <a:xfrm xmlns:a="http://schemas.openxmlformats.org/drawingml/2006/main" flipH="0" flipV="0">
            <a:off x="7618339" y="3721236"/>
            <a:ext cx="2356" cy="59847"/>
          </a:xfrm>
          <a:prstGeom xmlns:a="http://schemas.openxmlformats.org/drawingml/2006/main" prst="straightConnector1">
            <a:avLst/>
          </a:prstGeom>
          <a:ln xmlns:a="http://schemas.openxmlformats.org/drawingml/2006/main" w="6191">
            <a:solidFill>
              <a:srgbClr val="A9B8C2"/>
            </a:solidFill>
            <a:prstDash val="solid"/>
          </a:ln>
        </p:spPr>
      </p:cxnSp>
      <p:cxnSp>
        <p:nvCxnSpPr>
          <p:cNvPr id="1358" name="">
            <a:extLst xmlns:a="http://schemas.openxmlformats.org/drawingml/2006/main">
              <a:ext uri="{FF2B5EF4-FFF2-40B4-BE49-F238E27FC236}">
                <a16:creationId xmlns:a16="http://schemas.microsoft.com/office/drawing/2014/main" id="{A9DDD134-07EA-45C6-ACA1-E394D7BCD985}"/>
              </a:ext>
            </a:extLst>
          </p:cNvPr>
          <p:cNvCxnSpPr/>
          <p:nvPr/>
        </p:nvCxnSpPr>
        <p:spPr>
          <a:xfrm xmlns:a="http://schemas.openxmlformats.org/drawingml/2006/main" flipH="0" flipV="0">
            <a:off x="7620695" y="3781083"/>
            <a:ext cx="2344" cy="59836"/>
          </a:xfrm>
          <a:prstGeom xmlns:a="http://schemas.openxmlformats.org/drawingml/2006/main" prst="straightConnector1">
            <a:avLst/>
          </a:prstGeom>
          <a:ln xmlns:a="http://schemas.openxmlformats.org/drawingml/2006/main" w="6191">
            <a:solidFill>
              <a:srgbClr val="A9B8C2"/>
            </a:solidFill>
            <a:prstDash val="solid"/>
          </a:ln>
        </p:spPr>
      </p:cxnSp>
      <p:cxnSp>
        <p:nvCxnSpPr>
          <p:cNvPr id="1359" name="">
            <a:extLst xmlns:a="http://schemas.openxmlformats.org/drawingml/2006/main">
              <a:ext uri="{FF2B5EF4-FFF2-40B4-BE49-F238E27FC236}">
                <a16:creationId xmlns:a16="http://schemas.microsoft.com/office/drawing/2014/main" id="{3EAC2683-E771-456C-A5E3-1EDB5EED1E85}"/>
              </a:ext>
            </a:extLst>
          </p:cNvPr>
          <p:cNvCxnSpPr/>
          <p:nvPr/>
        </p:nvCxnSpPr>
        <p:spPr>
          <a:xfrm xmlns:a="http://schemas.openxmlformats.org/drawingml/2006/main" flipH="0" flipV="0">
            <a:off x="7623039" y="3840919"/>
            <a:ext cx="2356" cy="59836"/>
          </a:xfrm>
          <a:prstGeom xmlns:a="http://schemas.openxmlformats.org/drawingml/2006/main" prst="straightConnector1">
            <a:avLst/>
          </a:prstGeom>
          <a:ln xmlns:a="http://schemas.openxmlformats.org/drawingml/2006/main" w="6191">
            <a:solidFill>
              <a:srgbClr val="A9B8C2"/>
            </a:solidFill>
            <a:prstDash val="solid"/>
          </a:ln>
        </p:spPr>
      </p:cxnSp>
      <p:cxnSp>
        <p:nvCxnSpPr>
          <p:cNvPr id="1360" name="">
            <a:extLst xmlns:a="http://schemas.openxmlformats.org/drawingml/2006/main">
              <a:ext uri="{FF2B5EF4-FFF2-40B4-BE49-F238E27FC236}">
                <a16:creationId xmlns:a16="http://schemas.microsoft.com/office/drawing/2014/main" id="{394DFF09-2EB8-45EF-A2BC-7B2F8AB42A71}"/>
              </a:ext>
            </a:extLst>
          </p:cNvPr>
          <p:cNvCxnSpPr/>
          <p:nvPr/>
        </p:nvCxnSpPr>
        <p:spPr>
          <a:xfrm xmlns:a="http://schemas.openxmlformats.org/drawingml/2006/main" flipH="0" flipV="1">
            <a:off x="7338611" y="4301379"/>
            <a:ext cx="59188" cy="2957"/>
          </a:xfrm>
          <a:prstGeom xmlns:a="http://schemas.openxmlformats.org/drawingml/2006/main" prst="straightConnector1">
            <a:avLst/>
          </a:prstGeom>
          <a:ln xmlns:a="http://schemas.openxmlformats.org/drawingml/2006/main" w="6191">
            <a:solidFill>
              <a:srgbClr val="A9B8C2"/>
            </a:solidFill>
            <a:prstDash val="solid"/>
          </a:ln>
        </p:spPr>
      </p:cxnSp>
      <p:cxnSp>
        <p:nvCxnSpPr>
          <p:cNvPr id="1361" name="">
            <a:extLst xmlns:a="http://schemas.openxmlformats.org/drawingml/2006/main">
              <a:ext uri="{FF2B5EF4-FFF2-40B4-BE49-F238E27FC236}">
                <a16:creationId xmlns:a16="http://schemas.microsoft.com/office/drawing/2014/main" id="{018915E2-9FA0-4D7B-ABA7-22EE934BBC6C}"/>
              </a:ext>
            </a:extLst>
          </p:cNvPr>
          <p:cNvCxnSpPr/>
          <p:nvPr/>
        </p:nvCxnSpPr>
        <p:spPr>
          <a:xfrm xmlns:a="http://schemas.openxmlformats.org/drawingml/2006/main" flipH="0" flipV="1">
            <a:off x="7397799" y="4298386"/>
            <a:ext cx="59188" cy="2992"/>
          </a:xfrm>
          <a:prstGeom xmlns:a="http://schemas.openxmlformats.org/drawingml/2006/main" prst="straightConnector1">
            <a:avLst/>
          </a:prstGeom>
          <a:ln xmlns:a="http://schemas.openxmlformats.org/drawingml/2006/main" w="6191">
            <a:solidFill>
              <a:srgbClr val="A9B8C2"/>
            </a:solidFill>
            <a:prstDash val="solid"/>
          </a:ln>
        </p:spPr>
      </p:cxnSp>
      <p:cxnSp>
        <p:nvCxnSpPr>
          <p:cNvPr id="1362" name="">
            <a:extLst xmlns:a="http://schemas.openxmlformats.org/drawingml/2006/main">
              <a:ext uri="{FF2B5EF4-FFF2-40B4-BE49-F238E27FC236}">
                <a16:creationId xmlns:a16="http://schemas.microsoft.com/office/drawing/2014/main" id="{FF709A18-38B9-4D28-A8FC-E6B494D73A54}"/>
              </a:ext>
            </a:extLst>
          </p:cNvPr>
          <p:cNvCxnSpPr/>
          <p:nvPr/>
        </p:nvCxnSpPr>
        <p:spPr>
          <a:xfrm xmlns:a="http://schemas.openxmlformats.org/drawingml/2006/main" flipH="0" flipV="1">
            <a:off x="7456986" y="4295429"/>
            <a:ext cx="59188" cy="2957"/>
          </a:xfrm>
          <a:prstGeom xmlns:a="http://schemas.openxmlformats.org/drawingml/2006/main" prst="straightConnector1">
            <a:avLst/>
          </a:prstGeom>
          <a:ln xmlns:a="http://schemas.openxmlformats.org/drawingml/2006/main" w="6191">
            <a:solidFill>
              <a:srgbClr val="A9B8C2"/>
            </a:solidFill>
            <a:prstDash val="solid"/>
          </a:ln>
        </p:spPr>
      </p:cxnSp>
      <p:cxnSp>
        <p:nvCxnSpPr>
          <p:cNvPr id="1363" name="">
            <a:extLst xmlns:a="http://schemas.openxmlformats.org/drawingml/2006/main">
              <a:ext uri="{FF2B5EF4-FFF2-40B4-BE49-F238E27FC236}">
                <a16:creationId xmlns:a16="http://schemas.microsoft.com/office/drawing/2014/main" id="{558A4789-58BD-46BE-A6C1-662DD3D1D87A}"/>
              </a:ext>
            </a:extLst>
          </p:cNvPr>
          <p:cNvCxnSpPr/>
          <p:nvPr/>
        </p:nvCxnSpPr>
        <p:spPr>
          <a:xfrm xmlns:a="http://schemas.openxmlformats.org/drawingml/2006/main" flipH="1" flipV="0">
            <a:off x="7545945" y="3968095"/>
            <a:ext cx="19639" cy="63947"/>
          </a:xfrm>
          <a:prstGeom xmlns:a="http://schemas.openxmlformats.org/drawingml/2006/main" prst="straightConnector1">
            <a:avLst/>
          </a:prstGeom>
          <a:ln xmlns:a="http://schemas.openxmlformats.org/drawingml/2006/main" w="6191">
            <a:solidFill>
              <a:srgbClr val="A9B8C2"/>
            </a:solidFill>
            <a:prstDash val="solid"/>
          </a:ln>
        </p:spPr>
      </p:cxnSp>
      <p:cxnSp>
        <p:nvCxnSpPr>
          <p:cNvPr id="1364" name="">
            <a:extLst xmlns:a="http://schemas.openxmlformats.org/drawingml/2006/main">
              <a:ext uri="{FF2B5EF4-FFF2-40B4-BE49-F238E27FC236}">
                <a16:creationId xmlns:a16="http://schemas.microsoft.com/office/drawing/2014/main" id="{1731464C-8232-4A1A-90FB-41EA2ABF2AD0}"/>
              </a:ext>
            </a:extLst>
          </p:cNvPr>
          <p:cNvCxnSpPr/>
          <p:nvPr/>
        </p:nvCxnSpPr>
        <p:spPr>
          <a:xfrm xmlns:a="http://schemas.openxmlformats.org/drawingml/2006/main" flipH="1" flipV="0">
            <a:off x="7521358" y="4032042"/>
            <a:ext cx="24587" cy="50811"/>
          </a:xfrm>
          <a:prstGeom xmlns:a="http://schemas.openxmlformats.org/drawingml/2006/main" prst="straightConnector1">
            <a:avLst/>
          </a:prstGeom>
          <a:ln xmlns:a="http://schemas.openxmlformats.org/drawingml/2006/main" w="6191">
            <a:solidFill>
              <a:srgbClr val="A9B8C2"/>
            </a:solidFill>
            <a:prstDash val="solid"/>
          </a:ln>
        </p:spPr>
      </p:cxnSp>
      <p:cxnSp>
        <p:nvCxnSpPr>
          <p:cNvPr id="1365" name="">
            <a:extLst xmlns:a="http://schemas.openxmlformats.org/drawingml/2006/main">
              <a:ext uri="{FF2B5EF4-FFF2-40B4-BE49-F238E27FC236}">
                <a16:creationId xmlns:a16="http://schemas.microsoft.com/office/drawing/2014/main" id="{1D315EDD-785A-4BEE-8E5A-8FE144A3C235}"/>
              </a:ext>
            </a:extLst>
          </p:cNvPr>
          <p:cNvCxnSpPr/>
          <p:nvPr/>
        </p:nvCxnSpPr>
        <p:spPr>
          <a:xfrm xmlns:a="http://schemas.openxmlformats.org/drawingml/2006/main" flipH="0" flipV="0">
            <a:off x="7625396" y="3900755"/>
            <a:ext cx="58339" cy="4006"/>
          </a:xfrm>
          <a:prstGeom xmlns:a="http://schemas.openxmlformats.org/drawingml/2006/main" prst="straightConnector1">
            <a:avLst/>
          </a:prstGeom>
          <a:ln xmlns:a="http://schemas.openxmlformats.org/drawingml/2006/main" w="6191">
            <a:solidFill>
              <a:srgbClr val="A9B8C2"/>
            </a:solidFill>
            <a:prstDash val="solid"/>
          </a:ln>
        </p:spPr>
      </p:cxnSp>
      <p:cxnSp>
        <p:nvCxnSpPr>
          <p:cNvPr id="1366" name="">
            <a:extLst xmlns:a="http://schemas.openxmlformats.org/drawingml/2006/main">
              <a:ext uri="{FF2B5EF4-FFF2-40B4-BE49-F238E27FC236}">
                <a16:creationId xmlns:a16="http://schemas.microsoft.com/office/drawing/2014/main" id="{05354CF5-69CB-49AD-B137-02D46E141976}"/>
              </a:ext>
            </a:extLst>
          </p:cNvPr>
          <p:cNvCxnSpPr/>
          <p:nvPr/>
        </p:nvCxnSpPr>
        <p:spPr>
          <a:xfrm xmlns:a="http://schemas.openxmlformats.org/drawingml/2006/main" flipH="0" flipV="0">
            <a:off x="7683735" y="3904760"/>
            <a:ext cx="58328" cy="3982"/>
          </a:xfrm>
          <a:prstGeom xmlns:a="http://schemas.openxmlformats.org/drawingml/2006/main" prst="straightConnector1">
            <a:avLst/>
          </a:prstGeom>
          <a:ln xmlns:a="http://schemas.openxmlformats.org/drawingml/2006/main" w="6191">
            <a:solidFill>
              <a:srgbClr val="A9B8C2"/>
            </a:solidFill>
            <a:prstDash val="solid"/>
          </a:ln>
        </p:spPr>
      </p:cxnSp>
      <p:cxnSp>
        <p:nvCxnSpPr>
          <p:cNvPr id="1367" name="">
            <a:extLst xmlns:a="http://schemas.openxmlformats.org/drawingml/2006/main">
              <a:ext uri="{FF2B5EF4-FFF2-40B4-BE49-F238E27FC236}">
                <a16:creationId xmlns:a16="http://schemas.microsoft.com/office/drawing/2014/main" id="{653391DC-5AB5-4082-8B8F-90B75E2D8CE8}"/>
              </a:ext>
            </a:extLst>
          </p:cNvPr>
          <p:cNvCxnSpPr/>
          <p:nvPr/>
        </p:nvCxnSpPr>
        <p:spPr>
          <a:xfrm xmlns:a="http://schemas.openxmlformats.org/drawingml/2006/main" flipH="0" flipV="0">
            <a:off x="7742063" y="3908742"/>
            <a:ext cx="58339" cy="4006"/>
          </a:xfrm>
          <a:prstGeom xmlns:a="http://schemas.openxmlformats.org/drawingml/2006/main" prst="straightConnector1">
            <a:avLst/>
          </a:prstGeom>
          <a:ln xmlns:a="http://schemas.openxmlformats.org/drawingml/2006/main" w="6191">
            <a:solidFill>
              <a:srgbClr val="A9B8C2"/>
            </a:solidFill>
            <a:prstDash val="solid"/>
          </a:ln>
        </p:spPr>
      </p:cxnSp>
      <p:cxnSp>
        <p:nvCxnSpPr>
          <p:cNvPr id="1368" name="">
            <a:extLst xmlns:a="http://schemas.openxmlformats.org/drawingml/2006/main">
              <a:ext uri="{FF2B5EF4-FFF2-40B4-BE49-F238E27FC236}">
                <a16:creationId xmlns:a16="http://schemas.microsoft.com/office/drawing/2014/main" id="{52AF1800-5E65-41B0-99A9-E170D8E51F36}"/>
              </a:ext>
            </a:extLst>
          </p:cNvPr>
          <p:cNvCxnSpPr/>
          <p:nvPr/>
        </p:nvCxnSpPr>
        <p:spPr>
          <a:xfrm xmlns:a="http://schemas.openxmlformats.org/drawingml/2006/main" flipH="0" flipV="0">
            <a:off x="7800402" y="3912748"/>
            <a:ext cx="58316" cy="3994"/>
          </a:xfrm>
          <a:prstGeom xmlns:a="http://schemas.openxmlformats.org/drawingml/2006/main" prst="straightConnector1">
            <a:avLst/>
          </a:prstGeom>
          <a:ln xmlns:a="http://schemas.openxmlformats.org/drawingml/2006/main" w="6191">
            <a:solidFill>
              <a:srgbClr val="A9B8C2"/>
            </a:solidFill>
            <a:prstDash val="solid"/>
          </a:ln>
        </p:spPr>
      </p:cxnSp>
      <p:cxnSp>
        <p:nvCxnSpPr>
          <p:cNvPr id="1369" name="">
            <a:extLst xmlns:a="http://schemas.openxmlformats.org/drawingml/2006/main">
              <a:ext uri="{FF2B5EF4-FFF2-40B4-BE49-F238E27FC236}">
                <a16:creationId xmlns:a16="http://schemas.microsoft.com/office/drawing/2014/main" id="{E994451E-423B-4CDB-BCC1-A005648F94DC}"/>
              </a:ext>
            </a:extLst>
          </p:cNvPr>
          <p:cNvCxnSpPr/>
          <p:nvPr/>
        </p:nvCxnSpPr>
        <p:spPr>
          <a:xfrm xmlns:a="http://schemas.openxmlformats.org/drawingml/2006/main" flipH="1" flipV="0">
            <a:off x="7540902" y="4100018"/>
            <a:ext cx="4524" cy="51047"/>
          </a:xfrm>
          <a:prstGeom xmlns:a="http://schemas.openxmlformats.org/drawingml/2006/main" prst="straightConnector1">
            <a:avLst/>
          </a:prstGeom>
          <a:ln xmlns:a="http://schemas.openxmlformats.org/drawingml/2006/main" w="6191">
            <a:solidFill>
              <a:srgbClr val="A9B8C2"/>
            </a:solidFill>
            <a:prstDash val="solid"/>
          </a:ln>
        </p:spPr>
      </p:cxnSp>
      <p:cxnSp>
        <p:nvCxnSpPr>
          <p:cNvPr id="1370" name="">
            <a:extLst xmlns:a="http://schemas.openxmlformats.org/drawingml/2006/main">
              <a:ext uri="{FF2B5EF4-FFF2-40B4-BE49-F238E27FC236}">
                <a16:creationId xmlns:a16="http://schemas.microsoft.com/office/drawing/2014/main" id="{CC1D1FED-DE08-4B61-A595-983003F33F10}"/>
              </a:ext>
            </a:extLst>
          </p:cNvPr>
          <p:cNvCxnSpPr/>
          <p:nvPr/>
        </p:nvCxnSpPr>
        <p:spPr>
          <a:xfrm xmlns:a="http://schemas.openxmlformats.org/drawingml/2006/main" flipH="1" flipV="0">
            <a:off x="7536367" y="4151065"/>
            <a:ext cx="4536" cy="51059"/>
          </a:xfrm>
          <a:prstGeom xmlns:a="http://schemas.openxmlformats.org/drawingml/2006/main" prst="straightConnector1">
            <a:avLst/>
          </a:prstGeom>
          <a:ln xmlns:a="http://schemas.openxmlformats.org/drawingml/2006/main" w="6191">
            <a:solidFill>
              <a:srgbClr val="A9B8C2"/>
            </a:solidFill>
            <a:prstDash val="solid"/>
          </a:ln>
        </p:spPr>
      </p:cxnSp>
      <p:cxnSp>
        <p:nvCxnSpPr>
          <p:cNvPr id="1371" name="">
            <a:extLst xmlns:a="http://schemas.openxmlformats.org/drawingml/2006/main">
              <a:ext uri="{FF2B5EF4-FFF2-40B4-BE49-F238E27FC236}">
                <a16:creationId xmlns:a16="http://schemas.microsoft.com/office/drawing/2014/main" id="{6B84EE22-F3C7-47EE-A872-6ED1FD5EF328}"/>
              </a:ext>
            </a:extLst>
          </p:cNvPr>
          <p:cNvCxnSpPr/>
          <p:nvPr/>
        </p:nvCxnSpPr>
        <p:spPr>
          <a:xfrm xmlns:a="http://schemas.openxmlformats.org/drawingml/2006/main" flipH="0" flipV="0">
            <a:off x="7545426" y="4100018"/>
            <a:ext cx="56384" cy="29288"/>
          </a:xfrm>
          <a:prstGeom xmlns:a="http://schemas.openxmlformats.org/drawingml/2006/main" prst="straightConnector1">
            <a:avLst/>
          </a:prstGeom>
          <a:ln xmlns:a="http://schemas.openxmlformats.org/drawingml/2006/main" w="6191">
            <a:solidFill>
              <a:srgbClr val="A9B8C2"/>
            </a:solidFill>
            <a:prstDash val="solid"/>
          </a:ln>
        </p:spPr>
      </p:cxnSp>
      <p:cxnSp>
        <p:nvCxnSpPr>
          <p:cNvPr id="1372" name="">
            <a:extLst xmlns:a="http://schemas.openxmlformats.org/drawingml/2006/main">
              <a:ext uri="{FF2B5EF4-FFF2-40B4-BE49-F238E27FC236}">
                <a16:creationId xmlns:a16="http://schemas.microsoft.com/office/drawing/2014/main" id="{DE956BC7-1A2F-4D52-A482-12FAAE39BF3E}"/>
              </a:ext>
            </a:extLst>
          </p:cNvPr>
          <p:cNvCxnSpPr/>
          <p:nvPr/>
        </p:nvCxnSpPr>
        <p:spPr>
          <a:xfrm xmlns:a="http://schemas.openxmlformats.org/drawingml/2006/main" flipH="0" flipV="0">
            <a:off x="7601810" y="4129306"/>
            <a:ext cx="56384" cy="29288"/>
          </a:xfrm>
          <a:prstGeom xmlns:a="http://schemas.openxmlformats.org/drawingml/2006/main" prst="straightConnector1">
            <a:avLst/>
          </a:prstGeom>
          <a:ln xmlns:a="http://schemas.openxmlformats.org/drawingml/2006/main" w="6191">
            <a:solidFill>
              <a:srgbClr val="A9B8C2"/>
            </a:solidFill>
            <a:prstDash val="solid"/>
          </a:ln>
        </p:spPr>
      </p:cxnSp>
      <p:cxnSp>
        <p:nvCxnSpPr>
          <p:cNvPr id="1373" name="">
            <a:extLst xmlns:a="http://schemas.openxmlformats.org/drawingml/2006/main">
              <a:ext uri="{FF2B5EF4-FFF2-40B4-BE49-F238E27FC236}">
                <a16:creationId xmlns:a16="http://schemas.microsoft.com/office/drawing/2014/main" id="{A808C9AD-6D3C-42B0-BCD7-316D4BD21C04}"/>
              </a:ext>
            </a:extLst>
          </p:cNvPr>
          <p:cNvCxnSpPr/>
          <p:nvPr/>
        </p:nvCxnSpPr>
        <p:spPr>
          <a:xfrm xmlns:a="http://schemas.openxmlformats.org/drawingml/2006/main" flipH="0" flipV="0">
            <a:off x="7662082" y="3975140"/>
            <a:ext cx="57762" cy="3523"/>
          </a:xfrm>
          <a:prstGeom xmlns:a="http://schemas.openxmlformats.org/drawingml/2006/main" prst="straightConnector1">
            <a:avLst/>
          </a:prstGeom>
          <a:ln xmlns:a="http://schemas.openxmlformats.org/drawingml/2006/main" w="6191">
            <a:solidFill>
              <a:srgbClr val="A9B8C2"/>
            </a:solidFill>
            <a:prstDash val="solid"/>
          </a:ln>
        </p:spPr>
      </p:cxnSp>
      <p:cxnSp>
        <p:nvCxnSpPr>
          <p:cNvPr id="1374" name="">
            <a:extLst xmlns:a="http://schemas.openxmlformats.org/drawingml/2006/main">
              <a:ext uri="{FF2B5EF4-FFF2-40B4-BE49-F238E27FC236}">
                <a16:creationId xmlns:a16="http://schemas.microsoft.com/office/drawing/2014/main" id="{A56269E5-9049-4790-ACDD-39457B26325E}"/>
              </a:ext>
            </a:extLst>
          </p:cNvPr>
          <p:cNvCxnSpPr/>
          <p:nvPr/>
        </p:nvCxnSpPr>
        <p:spPr>
          <a:xfrm xmlns:a="http://schemas.openxmlformats.org/drawingml/2006/main" flipH="0" flipV="0">
            <a:off x="7719844" y="3978662"/>
            <a:ext cx="57750" cy="3523"/>
          </a:xfrm>
          <a:prstGeom xmlns:a="http://schemas.openxmlformats.org/drawingml/2006/main" prst="straightConnector1">
            <a:avLst/>
          </a:prstGeom>
          <a:ln xmlns:a="http://schemas.openxmlformats.org/drawingml/2006/main" w="6191">
            <a:solidFill>
              <a:srgbClr val="A9B8C2"/>
            </a:solidFill>
            <a:prstDash val="solid"/>
          </a:ln>
        </p:spPr>
      </p:cxnSp>
      <p:cxnSp>
        <p:nvCxnSpPr>
          <p:cNvPr id="1375" name="">
            <a:extLst xmlns:a="http://schemas.openxmlformats.org/drawingml/2006/main">
              <a:ext uri="{FF2B5EF4-FFF2-40B4-BE49-F238E27FC236}">
                <a16:creationId xmlns:a16="http://schemas.microsoft.com/office/drawing/2014/main" id="{27A26450-8E13-4A27-BA21-FA097690B43E}"/>
              </a:ext>
            </a:extLst>
          </p:cNvPr>
          <p:cNvCxnSpPr/>
          <p:nvPr/>
        </p:nvCxnSpPr>
        <p:spPr>
          <a:xfrm xmlns:a="http://schemas.openxmlformats.org/drawingml/2006/main" flipH="0" flipV="0">
            <a:off x="7777594" y="3982185"/>
            <a:ext cx="57762" cy="3523"/>
          </a:xfrm>
          <a:prstGeom xmlns:a="http://schemas.openxmlformats.org/drawingml/2006/main" prst="straightConnector1">
            <a:avLst/>
          </a:prstGeom>
          <a:ln xmlns:a="http://schemas.openxmlformats.org/drawingml/2006/main" w="6191">
            <a:solidFill>
              <a:srgbClr val="A9B8C2"/>
            </a:solidFill>
            <a:prstDash val="solid"/>
          </a:ln>
        </p:spPr>
      </p:cxnSp>
      <p:cxnSp>
        <p:nvCxnSpPr>
          <p:cNvPr id="1376" name="">
            <a:extLst xmlns:a="http://schemas.openxmlformats.org/drawingml/2006/main">
              <a:ext uri="{FF2B5EF4-FFF2-40B4-BE49-F238E27FC236}">
                <a16:creationId xmlns:a16="http://schemas.microsoft.com/office/drawing/2014/main" id="{A5AE342A-B073-40D8-976E-0985663418FB}"/>
              </a:ext>
            </a:extLst>
          </p:cNvPr>
          <p:cNvCxnSpPr/>
          <p:nvPr/>
        </p:nvCxnSpPr>
        <p:spPr>
          <a:xfrm xmlns:a="http://schemas.openxmlformats.org/drawingml/2006/main" flipH="1" flipV="0">
            <a:off x="7526282" y="4202124"/>
            <a:ext cx="10085" cy="46653"/>
          </a:xfrm>
          <a:prstGeom xmlns:a="http://schemas.openxmlformats.org/drawingml/2006/main" prst="straightConnector1">
            <a:avLst/>
          </a:prstGeom>
          <a:ln xmlns:a="http://schemas.openxmlformats.org/drawingml/2006/main" w="6191">
            <a:solidFill>
              <a:srgbClr val="A9B8C2"/>
            </a:solidFill>
            <a:prstDash val="solid"/>
          </a:ln>
        </p:spPr>
      </p:cxnSp>
      <p:cxnSp>
        <p:nvCxnSpPr>
          <p:cNvPr id="1377" name="">
            <a:extLst xmlns:a="http://schemas.openxmlformats.org/drawingml/2006/main">
              <a:ext uri="{FF2B5EF4-FFF2-40B4-BE49-F238E27FC236}">
                <a16:creationId xmlns:a16="http://schemas.microsoft.com/office/drawing/2014/main" id="{0F2DF182-6D70-4C56-A49E-0C272737A898}"/>
              </a:ext>
            </a:extLst>
          </p:cNvPr>
          <p:cNvCxnSpPr/>
          <p:nvPr/>
        </p:nvCxnSpPr>
        <p:spPr>
          <a:xfrm xmlns:a="http://schemas.openxmlformats.org/drawingml/2006/main" flipH="1" flipV="0">
            <a:off x="7516174" y="4248777"/>
            <a:ext cx="10108" cy="46653"/>
          </a:xfrm>
          <a:prstGeom xmlns:a="http://schemas.openxmlformats.org/drawingml/2006/main" prst="straightConnector1">
            <a:avLst/>
          </a:prstGeom>
          <a:ln xmlns:a="http://schemas.openxmlformats.org/drawingml/2006/main" w="6191">
            <a:solidFill>
              <a:srgbClr val="A9B8C2"/>
            </a:solidFill>
            <a:prstDash val="solid"/>
          </a:ln>
        </p:spPr>
      </p:cxnSp>
      <p:cxnSp>
        <p:nvCxnSpPr>
          <p:cNvPr id="1378" name="">
            <a:extLst xmlns:a="http://schemas.openxmlformats.org/drawingml/2006/main">
              <a:ext uri="{FF2B5EF4-FFF2-40B4-BE49-F238E27FC236}">
                <a16:creationId xmlns:a16="http://schemas.microsoft.com/office/drawing/2014/main" id="{CE57CED9-D959-4BBA-8141-019D9A72479C}"/>
              </a:ext>
            </a:extLst>
          </p:cNvPr>
          <p:cNvCxnSpPr/>
          <p:nvPr/>
        </p:nvCxnSpPr>
        <p:spPr>
          <a:xfrm xmlns:a="http://schemas.openxmlformats.org/drawingml/2006/main" flipH="0" flipV="1">
            <a:off x="7890256" y="3596746"/>
            <a:ext cx="56761" cy="12947"/>
          </a:xfrm>
          <a:prstGeom xmlns:a="http://schemas.openxmlformats.org/drawingml/2006/main" prst="straightConnector1">
            <a:avLst/>
          </a:prstGeom>
          <a:ln xmlns:a="http://schemas.openxmlformats.org/drawingml/2006/main" w="6191">
            <a:solidFill>
              <a:srgbClr val="A9B8C2"/>
            </a:solidFill>
            <a:prstDash val="solid"/>
          </a:ln>
        </p:spPr>
      </p:cxnSp>
      <p:cxnSp>
        <p:nvCxnSpPr>
          <p:cNvPr id="1379" name="">
            <a:extLst xmlns:a="http://schemas.openxmlformats.org/drawingml/2006/main">
              <a:ext uri="{FF2B5EF4-FFF2-40B4-BE49-F238E27FC236}">
                <a16:creationId xmlns:a16="http://schemas.microsoft.com/office/drawing/2014/main" id="{BFD47ABC-C5F4-40F6-AA24-41751FA02EA6}"/>
              </a:ext>
            </a:extLst>
          </p:cNvPr>
          <p:cNvCxnSpPr/>
          <p:nvPr/>
        </p:nvCxnSpPr>
        <p:spPr>
          <a:xfrm xmlns:a="http://schemas.openxmlformats.org/drawingml/2006/main" flipH="0" flipV="1">
            <a:off x="7947017" y="3583799"/>
            <a:ext cx="56761" cy="12947"/>
          </a:xfrm>
          <a:prstGeom xmlns:a="http://schemas.openxmlformats.org/drawingml/2006/main" prst="straightConnector1">
            <a:avLst/>
          </a:prstGeom>
          <a:ln xmlns:a="http://schemas.openxmlformats.org/drawingml/2006/main" w="6191">
            <a:solidFill>
              <a:srgbClr val="A9B8C2"/>
            </a:solidFill>
            <a:prstDash val="solid"/>
          </a:ln>
        </p:spPr>
      </p:cxnSp>
      <p:cxnSp>
        <p:nvCxnSpPr>
          <p:cNvPr id="1380" name="">
            <a:extLst xmlns:a="http://schemas.openxmlformats.org/drawingml/2006/main">
              <a:ext uri="{FF2B5EF4-FFF2-40B4-BE49-F238E27FC236}">
                <a16:creationId xmlns:a16="http://schemas.microsoft.com/office/drawing/2014/main" id="{99AEF2A9-E1E0-4719-9EEC-45AF188F25C3}"/>
              </a:ext>
            </a:extLst>
          </p:cNvPr>
          <p:cNvCxnSpPr/>
          <p:nvPr/>
        </p:nvCxnSpPr>
        <p:spPr>
          <a:xfrm xmlns:a="http://schemas.openxmlformats.org/drawingml/2006/main" flipH="0" flipV="1">
            <a:off x="8003777" y="3570852"/>
            <a:ext cx="56773" cy="12947"/>
          </a:xfrm>
          <a:prstGeom xmlns:a="http://schemas.openxmlformats.org/drawingml/2006/main" prst="straightConnector1">
            <a:avLst/>
          </a:prstGeom>
          <a:ln xmlns:a="http://schemas.openxmlformats.org/drawingml/2006/main" w="6191">
            <a:solidFill>
              <a:srgbClr val="A9B8C2"/>
            </a:solidFill>
            <a:prstDash val="solid"/>
          </a:ln>
        </p:spPr>
      </p:cxnSp>
      <p:cxnSp>
        <p:nvCxnSpPr>
          <p:cNvPr id="1381" name="">
            <a:extLst xmlns:a="http://schemas.openxmlformats.org/drawingml/2006/main">
              <a:ext uri="{FF2B5EF4-FFF2-40B4-BE49-F238E27FC236}">
                <a16:creationId xmlns:a16="http://schemas.microsoft.com/office/drawing/2014/main" id="{607C5CD7-EC76-4204-BB06-1D26B322A7F0}"/>
              </a:ext>
            </a:extLst>
          </p:cNvPr>
          <p:cNvCxnSpPr/>
          <p:nvPr/>
        </p:nvCxnSpPr>
        <p:spPr>
          <a:xfrm xmlns:a="http://schemas.openxmlformats.org/drawingml/2006/main" flipH="0" flipV="1">
            <a:off x="8060550" y="3557904"/>
            <a:ext cx="56773" cy="12947"/>
          </a:xfrm>
          <a:prstGeom xmlns:a="http://schemas.openxmlformats.org/drawingml/2006/main" prst="straightConnector1">
            <a:avLst/>
          </a:prstGeom>
          <a:ln xmlns:a="http://schemas.openxmlformats.org/drawingml/2006/main" w="6191">
            <a:solidFill>
              <a:srgbClr val="A9B8C2"/>
            </a:solidFill>
            <a:prstDash val="solid"/>
          </a:ln>
        </p:spPr>
      </p:cxnSp>
      <p:cxnSp>
        <p:nvCxnSpPr>
          <p:cNvPr id="1382" name="">
            <a:extLst xmlns:a="http://schemas.openxmlformats.org/drawingml/2006/main">
              <a:ext uri="{FF2B5EF4-FFF2-40B4-BE49-F238E27FC236}">
                <a16:creationId xmlns:a16="http://schemas.microsoft.com/office/drawing/2014/main" id="{443ECC0C-D044-4C77-AE7E-A4EA251B691D}"/>
              </a:ext>
            </a:extLst>
          </p:cNvPr>
          <p:cNvCxnSpPr/>
          <p:nvPr/>
        </p:nvCxnSpPr>
        <p:spPr>
          <a:xfrm xmlns:a="http://schemas.openxmlformats.org/drawingml/2006/main" flipH="0" flipV="1">
            <a:off x="8117323" y="3544957"/>
            <a:ext cx="56761" cy="12947"/>
          </a:xfrm>
          <a:prstGeom xmlns:a="http://schemas.openxmlformats.org/drawingml/2006/main" prst="straightConnector1">
            <a:avLst/>
          </a:prstGeom>
          <a:ln xmlns:a="http://schemas.openxmlformats.org/drawingml/2006/main" w="6191">
            <a:solidFill>
              <a:srgbClr val="A9B8C2"/>
            </a:solidFill>
            <a:prstDash val="solid"/>
          </a:ln>
        </p:spPr>
      </p:cxnSp>
      <p:cxnSp>
        <p:nvCxnSpPr>
          <p:cNvPr id="1383" name="">
            <a:extLst xmlns:a="http://schemas.openxmlformats.org/drawingml/2006/main">
              <a:ext uri="{FF2B5EF4-FFF2-40B4-BE49-F238E27FC236}">
                <a16:creationId xmlns:a16="http://schemas.microsoft.com/office/drawing/2014/main" id="{E4D3EA9C-2B34-475D-9DF0-2B95FDC603AC}"/>
              </a:ext>
            </a:extLst>
          </p:cNvPr>
          <p:cNvCxnSpPr/>
          <p:nvPr/>
        </p:nvCxnSpPr>
        <p:spPr>
          <a:xfrm xmlns:a="http://schemas.openxmlformats.org/drawingml/2006/main" flipH="0" flipV="1">
            <a:off x="8174083" y="3531998"/>
            <a:ext cx="56761" cy="12959"/>
          </a:xfrm>
          <a:prstGeom xmlns:a="http://schemas.openxmlformats.org/drawingml/2006/main" prst="straightConnector1">
            <a:avLst/>
          </a:prstGeom>
          <a:ln xmlns:a="http://schemas.openxmlformats.org/drawingml/2006/main" w="6191">
            <a:solidFill>
              <a:srgbClr val="A9B8C2"/>
            </a:solidFill>
            <a:prstDash val="solid"/>
          </a:ln>
        </p:spPr>
      </p:cxnSp>
      <p:cxnSp>
        <p:nvCxnSpPr>
          <p:cNvPr id="1384" name="">
            <a:extLst xmlns:a="http://schemas.openxmlformats.org/drawingml/2006/main">
              <a:ext uri="{FF2B5EF4-FFF2-40B4-BE49-F238E27FC236}">
                <a16:creationId xmlns:a16="http://schemas.microsoft.com/office/drawing/2014/main" id="{6BD47252-D7E9-427D-97B5-1AE848387FB1}"/>
              </a:ext>
            </a:extLst>
          </p:cNvPr>
          <p:cNvCxnSpPr/>
          <p:nvPr/>
        </p:nvCxnSpPr>
        <p:spPr>
          <a:xfrm xmlns:a="http://schemas.openxmlformats.org/drawingml/2006/main" flipH="0" flipV="1">
            <a:off x="7516174" y="4295265"/>
            <a:ext cx="49315" cy="165"/>
          </a:xfrm>
          <a:prstGeom xmlns:a="http://schemas.openxmlformats.org/drawingml/2006/main" prst="straightConnector1">
            <a:avLst/>
          </a:prstGeom>
          <a:ln xmlns:a="http://schemas.openxmlformats.org/drawingml/2006/main" w="6191">
            <a:solidFill>
              <a:srgbClr val="A9B8C2"/>
            </a:solidFill>
            <a:prstDash val="solid"/>
          </a:ln>
        </p:spPr>
      </p:cxnSp>
      <p:cxnSp>
        <p:nvCxnSpPr>
          <p:cNvPr id="1385" name="">
            <a:extLst xmlns:a="http://schemas.openxmlformats.org/drawingml/2006/main">
              <a:ext uri="{FF2B5EF4-FFF2-40B4-BE49-F238E27FC236}">
                <a16:creationId xmlns:a16="http://schemas.microsoft.com/office/drawing/2014/main" id="{ECD66B22-3806-4EEE-8A81-1FD6C52FB29F}"/>
              </a:ext>
            </a:extLst>
          </p:cNvPr>
          <p:cNvCxnSpPr/>
          <p:nvPr/>
        </p:nvCxnSpPr>
        <p:spPr>
          <a:xfrm xmlns:a="http://schemas.openxmlformats.org/drawingml/2006/main" flipH="0" flipV="1">
            <a:off x="7565489" y="4295111"/>
            <a:ext cx="49315" cy="153"/>
          </a:xfrm>
          <a:prstGeom xmlns:a="http://schemas.openxmlformats.org/drawingml/2006/main" prst="straightConnector1">
            <a:avLst/>
          </a:prstGeom>
          <a:ln xmlns:a="http://schemas.openxmlformats.org/drawingml/2006/main" w="6191">
            <a:solidFill>
              <a:srgbClr val="A9B8C2"/>
            </a:solidFill>
            <a:prstDash val="solid"/>
          </a:ln>
        </p:spPr>
      </p:cxnSp>
      <p:cxnSp>
        <p:nvCxnSpPr>
          <p:cNvPr id="1386" name="">
            <a:extLst xmlns:a="http://schemas.openxmlformats.org/drawingml/2006/main">
              <a:ext uri="{FF2B5EF4-FFF2-40B4-BE49-F238E27FC236}">
                <a16:creationId xmlns:a16="http://schemas.microsoft.com/office/drawing/2014/main" id="{E60D3115-0E61-4C12-AA40-C219F07D99B9}"/>
              </a:ext>
            </a:extLst>
          </p:cNvPr>
          <p:cNvCxnSpPr/>
          <p:nvPr/>
        </p:nvCxnSpPr>
        <p:spPr>
          <a:xfrm xmlns:a="http://schemas.openxmlformats.org/drawingml/2006/main" flipH="0" flipV="1">
            <a:off x="7614805" y="4294946"/>
            <a:ext cx="49315" cy="165"/>
          </a:xfrm>
          <a:prstGeom xmlns:a="http://schemas.openxmlformats.org/drawingml/2006/main" prst="straightConnector1">
            <a:avLst/>
          </a:prstGeom>
          <a:ln xmlns:a="http://schemas.openxmlformats.org/drawingml/2006/main" w="6191">
            <a:solidFill>
              <a:srgbClr val="A9B8C2"/>
            </a:solidFill>
            <a:prstDash val="solid"/>
          </a:ln>
        </p:spPr>
      </p:cxnSp>
      <p:cxnSp>
        <p:nvCxnSpPr>
          <p:cNvPr id="1387" name="">
            <a:extLst xmlns:a="http://schemas.openxmlformats.org/drawingml/2006/main">
              <a:ext uri="{FF2B5EF4-FFF2-40B4-BE49-F238E27FC236}">
                <a16:creationId xmlns:a16="http://schemas.microsoft.com/office/drawing/2014/main" id="{B0E8BF59-C53D-4250-AEEB-57641316CB06}"/>
              </a:ext>
            </a:extLst>
          </p:cNvPr>
          <p:cNvCxnSpPr/>
          <p:nvPr/>
        </p:nvCxnSpPr>
        <p:spPr>
          <a:xfrm xmlns:a="http://schemas.openxmlformats.org/drawingml/2006/main" flipH="0" flipV="0">
            <a:off x="7660350" y="4059374"/>
            <a:ext cx="56301" cy="3746"/>
          </a:xfrm>
          <a:prstGeom xmlns:a="http://schemas.openxmlformats.org/drawingml/2006/main" prst="straightConnector1">
            <a:avLst/>
          </a:prstGeom>
          <a:ln xmlns:a="http://schemas.openxmlformats.org/drawingml/2006/main" w="6191">
            <a:solidFill>
              <a:srgbClr val="A9B8C2"/>
            </a:solidFill>
            <a:prstDash val="solid"/>
          </a:ln>
        </p:spPr>
      </p:cxnSp>
      <p:cxnSp>
        <p:nvCxnSpPr>
          <p:cNvPr id="1388" name="">
            <a:extLst xmlns:a="http://schemas.openxmlformats.org/drawingml/2006/main">
              <a:ext uri="{FF2B5EF4-FFF2-40B4-BE49-F238E27FC236}">
                <a16:creationId xmlns:a16="http://schemas.microsoft.com/office/drawing/2014/main" id="{7176F408-2078-4110-AFF0-405EC3D2B2D5}"/>
              </a:ext>
            </a:extLst>
          </p:cNvPr>
          <p:cNvCxnSpPr/>
          <p:nvPr/>
        </p:nvCxnSpPr>
        <p:spPr>
          <a:xfrm xmlns:a="http://schemas.openxmlformats.org/drawingml/2006/main" flipH="0" flipV="0">
            <a:off x="7716651" y="4063120"/>
            <a:ext cx="56325" cy="3735"/>
          </a:xfrm>
          <a:prstGeom xmlns:a="http://schemas.openxmlformats.org/drawingml/2006/main" prst="straightConnector1">
            <a:avLst/>
          </a:prstGeom>
          <a:ln xmlns:a="http://schemas.openxmlformats.org/drawingml/2006/main" w="6191">
            <a:solidFill>
              <a:srgbClr val="A9B8C2"/>
            </a:solidFill>
            <a:prstDash val="solid"/>
          </a:ln>
        </p:spPr>
      </p:cxnSp>
      <p:cxnSp>
        <p:nvCxnSpPr>
          <p:cNvPr id="1389" name="">
            <a:extLst xmlns:a="http://schemas.openxmlformats.org/drawingml/2006/main">
              <a:ext uri="{FF2B5EF4-FFF2-40B4-BE49-F238E27FC236}">
                <a16:creationId xmlns:a16="http://schemas.microsoft.com/office/drawing/2014/main" id="{00FF82C3-B31F-4F97-BCA9-56CBC253206F}"/>
              </a:ext>
            </a:extLst>
          </p:cNvPr>
          <p:cNvCxnSpPr/>
          <p:nvPr/>
        </p:nvCxnSpPr>
        <p:spPr>
          <a:xfrm xmlns:a="http://schemas.openxmlformats.org/drawingml/2006/main" flipH="0" flipV="0">
            <a:off x="7772976" y="4066855"/>
            <a:ext cx="56313" cy="3735"/>
          </a:xfrm>
          <a:prstGeom xmlns:a="http://schemas.openxmlformats.org/drawingml/2006/main" prst="straightConnector1">
            <a:avLst/>
          </a:prstGeom>
          <a:ln xmlns:a="http://schemas.openxmlformats.org/drawingml/2006/main" w="6191">
            <a:solidFill>
              <a:srgbClr val="A9B8C2"/>
            </a:solidFill>
            <a:prstDash val="solid"/>
          </a:ln>
        </p:spPr>
      </p:cxnSp>
      <p:cxnSp>
        <p:nvCxnSpPr>
          <p:cNvPr id="1390" name="">
            <a:extLst xmlns:a="http://schemas.openxmlformats.org/drawingml/2006/main">
              <a:ext uri="{FF2B5EF4-FFF2-40B4-BE49-F238E27FC236}">
                <a16:creationId xmlns:a16="http://schemas.microsoft.com/office/drawing/2014/main" id="{1BBF061E-610D-4CF5-BAD2-D0D2817D0BA0}"/>
              </a:ext>
            </a:extLst>
          </p:cNvPr>
          <p:cNvCxnSpPr/>
          <p:nvPr/>
        </p:nvCxnSpPr>
        <p:spPr>
          <a:xfrm xmlns:a="http://schemas.openxmlformats.org/drawingml/2006/main" flipH="0" flipV="1">
            <a:off x="7908399" y="3653236"/>
            <a:ext cx="50823" cy="11557"/>
          </a:xfrm>
          <a:prstGeom xmlns:a="http://schemas.openxmlformats.org/drawingml/2006/main" prst="straightConnector1">
            <a:avLst/>
          </a:prstGeom>
          <a:ln xmlns:a="http://schemas.openxmlformats.org/drawingml/2006/main" w="6191">
            <a:solidFill>
              <a:srgbClr val="A9B8C2"/>
            </a:solidFill>
            <a:prstDash val="solid"/>
          </a:ln>
        </p:spPr>
      </p:cxnSp>
      <p:cxnSp>
        <p:nvCxnSpPr>
          <p:cNvPr id="1391" name="">
            <a:extLst xmlns:a="http://schemas.openxmlformats.org/drawingml/2006/main">
              <a:ext uri="{FF2B5EF4-FFF2-40B4-BE49-F238E27FC236}">
                <a16:creationId xmlns:a16="http://schemas.microsoft.com/office/drawing/2014/main" id="{A4001AEE-C153-492A-806C-91FDA4D5ED35}"/>
              </a:ext>
            </a:extLst>
          </p:cNvPr>
          <p:cNvCxnSpPr/>
          <p:nvPr/>
        </p:nvCxnSpPr>
        <p:spPr>
          <a:xfrm xmlns:a="http://schemas.openxmlformats.org/drawingml/2006/main" flipH="0" flipV="1">
            <a:off x="7959222" y="3641679"/>
            <a:ext cx="50800" cy="11557"/>
          </a:xfrm>
          <a:prstGeom xmlns:a="http://schemas.openxmlformats.org/drawingml/2006/main" prst="straightConnector1">
            <a:avLst/>
          </a:prstGeom>
          <a:ln xmlns:a="http://schemas.openxmlformats.org/drawingml/2006/main" w="6191">
            <a:solidFill>
              <a:srgbClr val="A9B8C2"/>
            </a:solidFill>
            <a:prstDash val="solid"/>
          </a:ln>
        </p:spPr>
      </p:cxnSp>
      <p:cxnSp>
        <p:nvCxnSpPr>
          <p:cNvPr id="1392" name="">
            <a:extLst xmlns:a="http://schemas.openxmlformats.org/drawingml/2006/main">
              <a:ext uri="{FF2B5EF4-FFF2-40B4-BE49-F238E27FC236}">
                <a16:creationId xmlns:a16="http://schemas.microsoft.com/office/drawing/2014/main" id="{F2633AF8-8C38-465E-B3CF-C2A792850E2D}"/>
              </a:ext>
            </a:extLst>
          </p:cNvPr>
          <p:cNvCxnSpPr/>
          <p:nvPr/>
        </p:nvCxnSpPr>
        <p:spPr>
          <a:xfrm xmlns:a="http://schemas.openxmlformats.org/drawingml/2006/main" flipH="0" flipV="1">
            <a:off x="8010021" y="3630122"/>
            <a:ext cx="50811" cy="11557"/>
          </a:xfrm>
          <a:prstGeom xmlns:a="http://schemas.openxmlformats.org/drawingml/2006/main" prst="straightConnector1">
            <a:avLst/>
          </a:prstGeom>
          <a:ln xmlns:a="http://schemas.openxmlformats.org/drawingml/2006/main" w="6191">
            <a:solidFill>
              <a:srgbClr val="A9B8C2"/>
            </a:solidFill>
            <a:prstDash val="solid"/>
          </a:ln>
        </p:spPr>
      </p:cxnSp>
      <p:cxnSp>
        <p:nvCxnSpPr>
          <p:cNvPr id="1393" name="">
            <a:extLst xmlns:a="http://schemas.openxmlformats.org/drawingml/2006/main">
              <a:ext uri="{FF2B5EF4-FFF2-40B4-BE49-F238E27FC236}">
                <a16:creationId xmlns:a16="http://schemas.microsoft.com/office/drawing/2014/main" id="{F692DBBD-6B17-470F-9879-9FA2B610FD95}"/>
              </a:ext>
            </a:extLst>
          </p:cNvPr>
          <p:cNvCxnSpPr/>
          <p:nvPr/>
        </p:nvCxnSpPr>
        <p:spPr>
          <a:xfrm xmlns:a="http://schemas.openxmlformats.org/drawingml/2006/main" flipH="0" flipV="0">
            <a:off x="7658488" y="4138801"/>
            <a:ext cx="53109" cy="1025"/>
          </a:xfrm>
          <a:prstGeom xmlns:a="http://schemas.openxmlformats.org/drawingml/2006/main" prst="straightConnector1">
            <a:avLst/>
          </a:prstGeom>
          <a:ln xmlns:a="http://schemas.openxmlformats.org/drawingml/2006/main" w="6191">
            <a:solidFill>
              <a:srgbClr val="A9B8C2"/>
            </a:solidFill>
            <a:prstDash val="solid"/>
          </a:ln>
        </p:spPr>
      </p:cxnSp>
      <p:cxnSp>
        <p:nvCxnSpPr>
          <p:cNvPr id="1394" name="">
            <a:extLst xmlns:a="http://schemas.openxmlformats.org/drawingml/2006/main">
              <a:ext uri="{FF2B5EF4-FFF2-40B4-BE49-F238E27FC236}">
                <a16:creationId xmlns:a16="http://schemas.microsoft.com/office/drawing/2014/main" id="{E1E4A1AA-5330-49BF-A1D8-A17F05AEABB8}"/>
              </a:ext>
            </a:extLst>
          </p:cNvPr>
          <p:cNvCxnSpPr/>
          <p:nvPr/>
        </p:nvCxnSpPr>
        <p:spPr>
          <a:xfrm xmlns:a="http://schemas.openxmlformats.org/drawingml/2006/main" flipH="0" flipV="0">
            <a:off x="7711597" y="4139826"/>
            <a:ext cx="55159" cy="4877"/>
          </a:xfrm>
          <a:prstGeom xmlns:a="http://schemas.openxmlformats.org/drawingml/2006/main" prst="straightConnector1">
            <a:avLst/>
          </a:prstGeom>
          <a:ln xmlns:a="http://schemas.openxmlformats.org/drawingml/2006/main" w="6191">
            <a:solidFill>
              <a:srgbClr val="A9B8C2"/>
            </a:solidFill>
            <a:prstDash val="solid"/>
          </a:ln>
        </p:spPr>
      </p:cxnSp>
      <p:cxnSp>
        <p:nvCxnSpPr>
          <p:cNvPr id="1395" name="">
            <a:extLst xmlns:a="http://schemas.openxmlformats.org/drawingml/2006/main">
              <a:ext uri="{FF2B5EF4-FFF2-40B4-BE49-F238E27FC236}">
                <a16:creationId xmlns:a16="http://schemas.microsoft.com/office/drawing/2014/main" id="{1145BC75-8C89-47ED-89E8-3D6741A42E81}"/>
              </a:ext>
            </a:extLst>
          </p:cNvPr>
          <p:cNvCxnSpPr/>
          <p:nvPr/>
        </p:nvCxnSpPr>
        <p:spPr>
          <a:xfrm xmlns:a="http://schemas.openxmlformats.org/drawingml/2006/main" flipH="0" flipV="0">
            <a:off x="7766756" y="4144704"/>
            <a:ext cx="54310" cy="1685"/>
          </a:xfrm>
          <a:prstGeom xmlns:a="http://schemas.openxmlformats.org/drawingml/2006/main" prst="straightConnector1">
            <a:avLst/>
          </a:prstGeom>
          <a:ln xmlns:a="http://schemas.openxmlformats.org/drawingml/2006/main" w="6191">
            <a:solidFill>
              <a:srgbClr val="A9B8C2"/>
            </a:solidFill>
            <a:prstDash val="solid"/>
          </a:ln>
        </p:spPr>
      </p:cxnSp>
      <p:cxnSp>
        <p:nvCxnSpPr>
          <p:cNvPr id="1396" name="">
            <a:extLst xmlns:a="http://schemas.openxmlformats.org/drawingml/2006/main">
              <a:ext uri="{FF2B5EF4-FFF2-40B4-BE49-F238E27FC236}">
                <a16:creationId xmlns:a16="http://schemas.microsoft.com/office/drawing/2014/main" id="{2CB3E596-33FA-4D4B-A788-56E65157459B}"/>
              </a:ext>
            </a:extLst>
          </p:cNvPr>
          <p:cNvCxnSpPr/>
          <p:nvPr/>
        </p:nvCxnSpPr>
        <p:spPr>
          <a:xfrm xmlns:a="http://schemas.openxmlformats.org/drawingml/2006/main" flipH="0" flipV="1">
            <a:off x="7821066" y="4070589"/>
            <a:ext cx="8223" cy="75799"/>
          </a:xfrm>
          <a:prstGeom xmlns:a="http://schemas.openxmlformats.org/drawingml/2006/main" prst="straightConnector1">
            <a:avLst/>
          </a:prstGeom>
          <a:ln xmlns:a="http://schemas.openxmlformats.org/drawingml/2006/main" w="6191">
            <a:solidFill>
              <a:srgbClr val="A9B8C2"/>
            </a:solidFill>
            <a:prstDash val="solid"/>
          </a:ln>
        </p:spPr>
      </p:cxnSp>
      <p:cxnSp>
        <p:nvCxnSpPr>
          <p:cNvPr id="1397" name="">
            <a:extLst xmlns:a="http://schemas.openxmlformats.org/drawingml/2006/main">
              <a:ext uri="{FF2B5EF4-FFF2-40B4-BE49-F238E27FC236}">
                <a16:creationId xmlns:a16="http://schemas.microsoft.com/office/drawing/2014/main" id="{16596E0A-2966-4DE1-8339-1A2632795DC3}"/>
              </a:ext>
            </a:extLst>
          </p:cNvPr>
          <p:cNvCxnSpPr/>
          <p:nvPr/>
        </p:nvCxnSpPr>
        <p:spPr>
          <a:xfrm xmlns:a="http://schemas.openxmlformats.org/drawingml/2006/main" flipH="0" flipV="0">
            <a:off x="7658324" y="4173001"/>
            <a:ext cx="41163" cy="16741"/>
          </a:xfrm>
          <a:prstGeom xmlns:a="http://schemas.openxmlformats.org/drawingml/2006/main" prst="straightConnector1">
            <a:avLst/>
          </a:prstGeom>
          <a:ln xmlns:a="http://schemas.openxmlformats.org/drawingml/2006/main" w="6191">
            <a:solidFill>
              <a:srgbClr val="A9B8C2"/>
            </a:solidFill>
            <a:prstDash val="solid"/>
          </a:ln>
        </p:spPr>
      </p:cxnSp>
      <p:cxnSp>
        <p:nvCxnSpPr>
          <p:cNvPr id="1398" name="">
            <a:extLst xmlns:a="http://schemas.openxmlformats.org/drawingml/2006/main">
              <a:ext uri="{FF2B5EF4-FFF2-40B4-BE49-F238E27FC236}">
                <a16:creationId xmlns:a16="http://schemas.microsoft.com/office/drawing/2014/main" id="{F7444201-525C-4069-BE81-461AEEE3226E}"/>
              </a:ext>
            </a:extLst>
          </p:cNvPr>
          <p:cNvCxnSpPr/>
          <p:nvPr/>
        </p:nvCxnSpPr>
        <p:spPr>
          <a:xfrm xmlns:a="http://schemas.openxmlformats.org/drawingml/2006/main" flipH="0" flipV="0">
            <a:off x="7699486" y="4189742"/>
            <a:ext cx="41139" cy="16741"/>
          </a:xfrm>
          <a:prstGeom xmlns:a="http://schemas.openxmlformats.org/drawingml/2006/main" prst="straightConnector1">
            <a:avLst/>
          </a:prstGeom>
          <a:ln xmlns:a="http://schemas.openxmlformats.org/drawingml/2006/main" w="6191">
            <a:solidFill>
              <a:srgbClr val="A9B8C2"/>
            </a:solidFill>
            <a:prstDash val="solid"/>
          </a:ln>
        </p:spPr>
      </p:cxnSp>
      <p:cxnSp>
        <p:nvCxnSpPr>
          <p:cNvPr id="1399" name="">
            <a:extLst xmlns:a="http://schemas.openxmlformats.org/drawingml/2006/main">
              <a:ext uri="{FF2B5EF4-FFF2-40B4-BE49-F238E27FC236}">
                <a16:creationId xmlns:a16="http://schemas.microsoft.com/office/drawing/2014/main" id="{202DAA34-C4AB-4BBD-BECF-7D97DD0D3EC7}"/>
              </a:ext>
            </a:extLst>
          </p:cNvPr>
          <p:cNvCxnSpPr/>
          <p:nvPr/>
        </p:nvCxnSpPr>
        <p:spPr>
          <a:xfrm xmlns:a="http://schemas.openxmlformats.org/drawingml/2006/main" flipH="0" flipV="0">
            <a:off x="7658324" y="4173001"/>
            <a:ext cx="2910" cy="60967"/>
          </a:xfrm>
          <a:prstGeom xmlns:a="http://schemas.openxmlformats.org/drawingml/2006/main" prst="straightConnector1">
            <a:avLst/>
          </a:prstGeom>
          <a:ln xmlns:a="http://schemas.openxmlformats.org/drawingml/2006/main" w="6191">
            <a:solidFill>
              <a:srgbClr val="A9B8C2"/>
            </a:solidFill>
            <a:prstDash val="solid"/>
          </a:ln>
        </p:spPr>
      </p:cxnSp>
      <p:cxnSp>
        <p:nvCxnSpPr>
          <p:cNvPr id="1400" name="">
            <a:extLst xmlns:a="http://schemas.openxmlformats.org/drawingml/2006/main">
              <a:ext uri="{FF2B5EF4-FFF2-40B4-BE49-F238E27FC236}">
                <a16:creationId xmlns:a16="http://schemas.microsoft.com/office/drawing/2014/main" id="{DCE3D61A-0E72-45A7-98FC-24A8769D84DB}"/>
              </a:ext>
            </a:extLst>
          </p:cNvPr>
          <p:cNvCxnSpPr/>
          <p:nvPr/>
        </p:nvCxnSpPr>
        <p:spPr>
          <a:xfrm xmlns:a="http://schemas.openxmlformats.org/drawingml/2006/main" flipH="0" flipV="0">
            <a:off x="7661233" y="4233968"/>
            <a:ext cx="2886" cy="60978"/>
          </a:xfrm>
          <a:prstGeom xmlns:a="http://schemas.openxmlformats.org/drawingml/2006/main" prst="straightConnector1">
            <a:avLst/>
          </a:prstGeom>
          <a:ln xmlns:a="http://schemas.openxmlformats.org/drawingml/2006/main" w="6191">
            <a:solidFill>
              <a:srgbClr val="A9B8C2"/>
            </a:solidFill>
            <a:prstDash val="solid"/>
          </a:ln>
        </p:spPr>
      </p:cxnSp>
      <p:cxnSp>
        <p:nvCxnSpPr>
          <p:cNvPr id="1401" name="">
            <a:extLst xmlns:a="http://schemas.openxmlformats.org/drawingml/2006/main">
              <a:ext uri="{FF2B5EF4-FFF2-40B4-BE49-F238E27FC236}">
                <a16:creationId xmlns:a16="http://schemas.microsoft.com/office/drawing/2014/main" id="{BB7E025E-339A-434C-AAC4-BDB07DADFF96}"/>
              </a:ext>
            </a:extLst>
          </p:cNvPr>
          <p:cNvCxnSpPr/>
          <p:nvPr/>
        </p:nvCxnSpPr>
        <p:spPr>
          <a:xfrm xmlns:a="http://schemas.openxmlformats.org/drawingml/2006/main" flipH="0" flipV="0">
            <a:off x="7929274" y="3726632"/>
            <a:ext cx="70922" cy="1049"/>
          </a:xfrm>
          <a:prstGeom xmlns:a="http://schemas.openxmlformats.org/drawingml/2006/main" prst="straightConnector1">
            <a:avLst/>
          </a:prstGeom>
          <a:ln xmlns:a="http://schemas.openxmlformats.org/drawingml/2006/main" w="6191">
            <a:solidFill>
              <a:srgbClr val="A9B8C2"/>
            </a:solidFill>
            <a:prstDash val="solid"/>
          </a:ln>
        </p:spPr>
      </p:cxnSp>
      <p:cxnSp>
        <p:nvCxnSpPr>
          <p:cNvPr id="1402" name="">
            <a:extLst xmlns:a="http://schemas.openxmlformats.org/drawingml/2006/main">
              <a:ext uri="{FF2B5EF4-FFF2-40B4-BE49-F238E27FC236}">
                <a16:creationId xmlns:a16="http://schemas.microsoft.com/office/drawing/2014/main" id="{22FD8A1F-D5BD-4AF4-9002-AD27564DA435}"/>
              </a:ext>
            </a:extLst>
          </p:cNvPr>
          <p:cNvCxnSpPr/>
          <p:nvPr/>
        </p:nvCxnSpPr>
        <p:spPr>
          <a:xfrm xmlns:a="http://schemas.openxmlformats.org/drawingml/2006/main" flipH="0" flipV="0">
            <a:off x="8000196" y="3727680"/>
            <a:ext cx="70910" cy="1037"/>
          </a:xfrm>
          <a:prstGeom xmlns:a="http://schemas.openxmlformats.org/drawingml/2006/main" prst="straightConnector1">
            <a:avLst/>
          </a:prstGeom>
          <a:ln xmlns:a="http://schemas.openxmlformats.org/drawingml/2006/main" w="6191">
            <a:solidFill>
              <a:srgbClr val="A9B8C2"/>
            </a:solidFill>
            <a:prstDash val="solid"/>
          </a:ln>
        </p:spPr>
      </p:cxnSp>
      <p:cxnSp>
        <p:nvCxnSpPr>
          <p:cNvPr id="1403" name="">
            <a:extLst xmlns:a="http://schemas.openxmlformats.org/drawingml/2006/main">
              <a:ext uri="{FF2B5EF4-FFF2-40B4-BE49-F238E27FC236}">
                <a16:creationId xmlns:a16="http://schemas.microsoft.com/office/drawing/2014/main" id="{6FB67254-217A-47F6-A0EC-31AACD3AC161}"/>
              </a:ext>
            </a:extLst>
          </p:cNvPr>
          <p:cNvCxnSpPr/>
          <p:nvPr/>
        </p:nvCxnSpPr>
        <p:spPr>
          <a:xfrm xmlns:a="http://schemas.openxmlformats.org/drawingml/2006/main" flipH="0" flipV="0">
            <a:off x="7931902" y="3788871"/>
            <a:ext cx="62204" cy="2168"/>
          </a:xfrm>
          <a:prstGeom xmlns:a="http://schemas.openxmlformats.org/drawingml/2006/main" prst="straightConnector1">
            <a:avLst/>
          </a:prstGeom>
          <a:ln xmlns:a="http://schemas.openxmlformats.org/drawingml/2006/main" w="6191">
            <a:solidFill>
              <a:srgbClr val="A9B8C2"/>
            </a:solidFill>
            <a:prstDash val="solid"/>
          </a:ln>
        </p:spPr>
      </p:cxnSp>
      <p:cxnSp>
        <p:nvCxnSpPr>
          <p:cNvPr id="1404" name="">
            <a:extLst xmlns:a="http://schemas.openxmlformats.org/drawingml/2006/main">
              <a:ext uri="{FF2B5EF4-FFF2-40B4-BE49-F238E27FC236}">
                <a16:creationId xmlns:a16="http://schemas.microsoft.com/office/drawing/2014/main" id="{90319ADE-E25A-4909-A296-0E46E5419555}"/>
              </a:ext>
            </a:extLst>
          </p:cNvPr>
          <p:cNvCxnSpPr/>
          <p:nvPr/>
        </p:nvCxnSpPr>
        <p:spPr>
          <a:xfrm xmlns:a="http://schemas.openxmlformats.org/drawingml/2006/main" flipH="0" flipV="0">
            <a:off x="7994105" y="3791038"/>
            <a:ext cx="62204" cy="2156"/>
          </a:xfrm>
          <a:prstGeom xmlns:a="http://schemas.openxmlformats.org/drawingml/2006/main" prst="straightConnector1">
            <a:avLst/>
          </a:prstGeom>
          <a:ln xmlns:a="http://schemas.openxmlformats.org/drawingml/2006/main" w="6191">
            <a:solidFill>
              <a:srgbClr val="A9B8C2"/>
            </a:solidFill>
            <a:prstDash val="solid"/>
          </a:ln>
        </p:spPr>
      </p:cxnSp>
      <p:cxnSp>
        <p:nvCxnSpPr>
          <p:cNvPr id="1405" name="">
            <a:extLst xmlns:a="http://schemas.openxmlformats.org/drawingml/2006/main">
              <a:ext uri="{FF2B5EF4-FFF2-40B4-BE49-F238E27FC236}">
                <a16:creationId xmlns:a16="http://schemas.microsoft.com/office/drawing/2014/main" id="{F0D8BC49-7F17-49D2-9374-C65EEE14097C}"/>
              </a:ext>
            </a:extLst>
          </p:cNvPr>
          <p:cNvCxnSpPr/>
          <p:nvPr/>
        </p:nvCxnSpPr>
        <p:spPr>
          <a:xfrm xmlns:a="http://schemas.openxmlformats.org/drawingml/2006/main" flipH="0" flipV="0">
            <a:off x="8056309" y="3793194"/>
            <a:ext cx="62180" cy="2156"/>
          </a:xfrm>
          <a:prstGeom xmlns:a="http://schemas.openxmlformats.org/drawingml/2006/main" prst="straightConnector1">
            <a:avLst/>
          </a:prstGeom>
          <a:ln xmlns:a="http://schemas.openxmlformats.org/drawingml/2006/main" w="6191">
            <a:solidFill>
              <a:srgbClr val="A9B8C2"/>
            </a:solidFill>
            <a:prstDash val="solid"/>
          </a:ln>
        </p:spPr>
      </p:cxnSp>
      <p:cxnSp>
        <p:nvCxnSpPr>
          <p:cNvPr id="1406" name="">
            <a:extLst xmlns:a="http://schemas.openxmlformats.org/drawingml/2006/main">
              <a:ext uri="{FF2B5EF4-FFF2-40B4-BE49-F238E27FC236}">
                <a16:creationId xmlns:a16="http://schemas.microsoft.com/office/drawing/2014/main" id="{D1F077EC-9AA9-4A67-9561-667881CD1960}"/>
              </a:ext>
            </a:extLst>
          </p:cNvPr>
          <p:cNvCxnSpPr/>
          <p:nvPr/>
        </p:nvCxnSpPr>
        <p:spPr>
          <a:xfrm xmlns:a="http://schemas.openxmlformats.org/drawingml/2006/main" flipH="0" flipV="0">
            <a:off x="8118489" y="3795350"/>
            <a:ext cx="62204" cy="2156"/>
          </a:xfrm>
          <a:prstGeom xmlns:a="http://schemas.openxmlformats.org/drawingml/2006/main" prst="straightConnector1">
            <a:avLst/>
          </a:prstGeom>
          <a:ln xmlns:a="http://schemas.openxmlformats.org/drawingml/2006/main" w="6191">
            <a:solidFill>
              <a:srgbClr val="A9B8C2"/>
            </a:solidFill>
            <a:prstDash val="solid"/>
          </a:ln>
        </p:spPr>
      </p:cxnSp>
      <p:cxnSp>
        <p:nvCxnSpPr>
          <p:cNvPr id="1407" name="">
            <a:extLst xmlns:a="http://schemas.openxmlformats.org/drawingml/2006/main">
              <a:ext uri="{FF2B5EF4-FFF2-40B4-BE49-F238E27FC236}">
                <a16:creationId xmlns:a16="http://schemas.microsoft.com/office/drawing/2014/main" id="{DA9A63A5-EF66-4D0A-8C2B-4ABCE8815ABC}"/>
              </a:ext>
            </a:extLst>
          </p:cNvPr>
          <p:cNvCxnSpPr/>
          <p:nvPr/>
        </p:nvCxnSpPr>
        <p:spPr>
          <a:xfrm xmlns:a="http://schemas.openxmlformats.org/drawingml/2006/main" flipH="0" flipV="0">
            <a:off x="8180693" y="3797506"/>
            <a:ext cx="62204" cy="2168"/>
          </a:xfrm>
          <a:prstGeom xmlns:a="http://schemas.openxmlformats.org/drawingml/2006/main" prst="straightConnector1">
            <a:avLst/>
          </a:prstGeom>
          <a:ln xmlns:a="http://schemas.openxmlformats.org/drawingml/2006/main" w="6191">
            <a:solidFill>
              <a:srgbClr val="A9B8C2"/>
            </a:solidFill>
            <a:prstDash val="solid"/>
          </a:ln>
        </p:spPr>
      </p:cxnSp>
      <p:cxnSp>
        <p:nvCxnSpPr>
          <p:cNvPr id="1408" name="">
            <a:extLst xmlns:a="http://schemas.openxmlformats.org/drawingml/2006/main">
              <a:ext uri="{FF2B5EF4-FFF2-40B4-BE49-F238E27FC236}">
                <a16:creationId xmlns:a16="http://schemas.microsoft.com/office/drawing/2014/main" id="{C498D038-3C11-444B-A980-433744429177}"/>
              </a:ext>
            </a:extLst>
          </p:cNvPr>
          <p:cNvCxnSpPr/>
          <p:nvPr/>
        </p:nvCxnSpPr>
        <p:spPr>
          <a:xfrm xmlns:a="http://schemas.openxmlformats.org/drawingml/2006/main" flipH="0" flipV="0">
            <a:off x="7664120" y="4294946"/>
            <a:ext cx="55371" cy="1590"/>
          </a:xfrm>
          <a:prstGeom xmlns:a="http://schemas.openxmlformats.org/drawingml/2006/main" prst="straightConnector1">
            <a:avLst/>
          </a:prstGeom>
          <a:ln xmlns:a="http://schemas.openxmlformats.org/drawingml/2006/main" w="6191">
            <a:solidFill>
              <a:srgbClr val="A9B8C2"/>
            </a:solidFill>
            <a:prstDash val="solid"/>
          </a:ln>
        </p:spPr>
      </p:cxnSp>
      <p:cxnSp>
        <p:nvCxnSpPr>
          <p:cNvPr id="1409" name="">
            <a:extLst xmlns:a="http://schemas.openxmlformats.org/drawingml/2006/main">
              <a:ext uri="{FF2B5EF4-FFF2-40B4-BE49-F238E27FC236}">
                <a16:creationId xmlns:a16="http://schemas.microsoft.com/office/drawing/2014/main" id="{9A1C4D55-BFE2-42A7-ABED-3C289C6A2829}"/>
              </a:ext>
            </a:extLst>
          </p:cNvPr>
          <p:cNvCxnSpPr/>
          <p:nvPr/>
        </p:nvCxnSpPr>
        <p:spPr>
          <a:xfrm xmlns:a="http://schemas.openxmlformats.org/drawingml/2006/main" flipH="0" flipV="0">
            <a:off x="7719490" y="4296537"/>
            <a:ext cx="55359" cy="1602"/>
          </a:xfrm>
          <a:prstGeom xmlns:a="http://schemas.openxmlformats.org/drawingml/2006/main" prst="straightConnector1">
            <a:avLst/>
          </a:prstGeom>
          <a:ln xmlns:a="http://schemas.openxmlformats.org/drawingml/2006/main" w="6191">
            <a:solidFill>
              <a:srgbClr val="A9B8C2"/>
            </a:solidFill>
            <a:prstDash val="solid"/>
          </a:ln>
        </p:spPr>
      </p:cxnSp>
      <p:cxnSp>
        <p:nvCxnSpPr>
          <p:cNvPr id="1410" name="">
            <a:extLst xmlns:a="http://schemas.openxmlformats.org/drawingml/2006/main">
              <a:ext uri="{FF2B5EF4-FFF2-40B4-BE49-F238E27FC236}">
                <a16:creationId xmlns:a16="http://schemas.microsoft.com/office/drawing/2014/main" id="{7AB9E196-A550-4C81-94C0-EF6C85B94561}"/>
              </a:ext>
            </a:extLst>
          </p:cNvPr>
          <p:cNvCxnSpPr/>
          <p:nvPr/>
        </p:nvCxnSpPr>
        <p:spPr>
          <a:xfrm xmlns:a="http://schemas.openxmlformats.org/drawingml/2006/main" flipH="0" flipV="0">
            <a:off x="7774849" y="4298139"/>
            <a:ext cx="55371" cy="1590"/>
          </a:xfrm>
          <a:prstGeom xmlns:a="http://schemas.openxmlformats.org/drawingml/2006/main" prst="straightConnector1">
            <a:avLst/>
          </a:prstGeom>
          <a:ln xmlns:a="http://schemas.openxmlformats.org/drawingml/2006/main" w="6191">
            <a:solidFill>
              <a:srgbClr val="A9B8C2"/>
            </a:solidFill>
            <a:prstDash val="solid"/>
          </a:ln>
        </p:spPr>
      </p:cxnSp>
      <p:cxnSp>
        <p:nvCxnSpPr>
          <p:cNvPr id="1411" name="">
            <a:extLst xmlns:a="http://schemas.openxmlformats.org/drawingml/2006/main">
              <a:ext uri="{FF2B5EF4-FFF2-40B4-BE49-F238E27FC236}">
                <a16:creationId xmlns:a16="http://schemas.microsoft.com/office/drawing/2014/main" id="{A015BDF8-4264-4AFE-A1E3-70531183DBDA}"/>
              </a:ext>
            </a:extLst>
          </p:cNvPr>
          <p:cNvCxnSpPr/>
          <p:nvPr/>
        </p:nvCxnSpPr>
        <p:spPr>
          <a:xfrm xmlns:a="http://schemas.openxmlformats.org/drawingml/2006/main" flipH="0" flipV="0">
            <a:off x="7830220" y="4299730"/>
            <a:ext cx="55359" cy="1602"/>
          </a:xfrm>
          <a:prstGeom xmlns:a="http://schemas.openxmlformats.org/drawingml/2006/main" prst="straightConnector1">
            <a:avLst/>
          </a:prstGeom>
          <a:ln xmlns:a="http://schemas.openxmlformats.org/drawingml/2006/main" w="6191">
            <a:solidFill>
              <a:srgbClr val="A9B8C2"/>
            </a:solidFill>
            <a:prstDash val="solid"/>
          </a:ln>
        </p:spPr>
      </p:cxnSp>
      <p:cxnSp>
        <p:nvCxnSpPr>
          <p:cNvPr id="1412" name="">
            <a:extLst xmlns:a="http://schemas.openxmlformats.org/drawingml/2006/main">
              <a:ext uri="{FF2B5EF4-FFF2-40B4-BE49-F238E27FC236}">
                <a16:creationId xmlns:a16="http://schemas.microsoft.com/office/drawing/2014/main" id="{BEB62EBA-F538-4C91-A1CF-49D9337125F1}"/>
              </a:ext>
            </a:extLst>
          </p:cNvPr>
          <p:cNvCxnSpPr/>
          <p:nvPr/>
        </p:nvCxnSpPr>
        <p:spPr>
          <a:xfrm xmlns:a="http://schemas.openxmlformats.org/drawingml/2006/main" flipH="0" flipV="0">
            <a:off x="7885579" y="4301332"/>
            <a:ext cx="55371" cy="1590"/>
          </a:xfrm>
          <a:prstGeom xmlns:a="http://schemas.openxmlformats.org/drawingml/2006/main" prst="straightConnector1">
            <a:avLst/>
          </a:prstGeom>
          <a:ln xmlns:a="http://schemas.openxmlformats.org/drawingml/2006/main" w="6191">
            <a:solidFill>
              <a:srgbClr val="A9B8C2"/>
            </a:solidFill>
            <a:prstDash val="solid"/>
          </a:ln>
        </p:spPr>
      </p:cxnSp>
      <p:cxnSp>
        <p:nvCxnSpPr>
          <p:cNvPr id="1413" name="">
            <a:extLst xmlns:a="http://schemas.openxmlformats.org/drawingml/2006/main">
              <a:ext uri="{FF2B5EF4-FFF2-40B4-BE49-F238E27FC236}">
                <a16:creationId xmlns:a16="http://schemas.microsoft.com/office/drawing/2014/main" id="{B22F85D7-CE96-4B83-BF6A-C695DB4FE18D}"/>
              </a:ext>
            </a:extLst>
          </p:cNvPr>
          <p:cNvCxnSpPr/>
          <p:nvPr/>
        </p:nvCxnSpPr>
        <p:spPr>
          <a:xfrm xmlns:a="http://schemas.openxmlformats.org/drawingml/2006/main" flipH="0" flipV="0">
            <a:off x="7940949" y="4302922"/>
            <a:ext cx="55371" cy="1602"/>
          </a:xfrm>
          <a:prstGeom xmlns:a="http://schemas.openxmlformats.org/drawingml/2006/main" prst="straightConnector1">
            <a:avLst/>
          </a:prstGeom>
          <a:ln xmlns:a="http://schemas.openxmlformats.org/drawingml/2006/main" w="6191">
            <a:solidFill>
              <a:srgbClr val="A9B8C2"/>
            </a:solidFill>
            <a:prstDash val="solid"/>
          </a:ln>
        </p:spPr>
      </p:cxnSp>
      <p:cxnSp>
        <p:nvCxnSpPr>
          <p:cNvPr id="1414" name="">
            <a:extLst xmlns:a="http://schemas.openxmlformats.org/drawingml/2006/main">
              <a:ext uri="{FF2B5EF4-FFF2-40B4-BE49-F238E27FC236}">
                <a16:creationId xmlns:a16="http://schemas.microsoft.com/office/drawing/2014/main" id="{62EFC549-84BE-41DB-ABF7-E77297A3ACD1}"/>
              </a:ext>
            </a:extLst>
          </p:cNvPr>
          <p:cNvCxnSpPr/>
          <p:nvPr/>
        </p:nvCxnSpPr>
        <p:spPr>
          <a:xfrm xmlns:a="http://schemas.openxmlformats.org/drawingml/2006/main" flipH="0" flipV="0">
            <a:off x="7927920" y="3843487"/>
            <a:ext cx="56702" cy="2592"/>
          </a:xfrm>
          <a:prstGeom xmlns:a="http://schemas.openxmlformats.org/drawingml/2006/main" prst="straightConnector1">
            <a:avLst/>
          </a:prstGeom>
          <a:ln xmlns:a="http://schemas.openxmlformats.org/drawingml/2006/main" w="6191">
            <a:solidFill>
              <a:srgbClr val="A9B8C2"/>
            </a:solidFill>
            <a:prstDash val="solid"/>
          </a:ln>
        </p:spPr>
      </p:cxnSp>
      <p:cxnSp>
        <p:nvCxnSpPr>
          <p:cNvPr id="1415" name="">
            <a:extLst xmlns:a="http://schemas.openxmlformats.org/drawingml/2006/main">
              <a:ext uri="{FF2B5EF4-FFF2-40B4-BE49-F238E27FC236}">
                <a16:creationId xmlns:a16="http://schemas.microsoft.com/office/drawing/2014/main" id="{338280E8-3E45-41C1-81F2-12BFBD0BC8B9}"/>
              </a:ext>
            </a:extLst>
          </p:cNvPr>
          <p:cNvCxnSpPr/>
          <p:nvPr/>
        </p:nvCxnSpPr>
        <p:spPr>
          <a:xfrm xmlns:a="http://schemas.openxmlformats.org/drawingml/2006/main" flipH="0" flipV="0">
            <a:off x="7984622" y="3846079"/>
            <a:ext cx="56702" cy="2580"/>
          </a:xfrm>
          <a:prstGeom xmlns:a="http://schemas.openxmlformats.org/drawingml/2006/main" prst="straightConnector1">
            <a:avLst/>
          </a:prstGeom>
          <a:ln xmlns:a="http://schemas.openxmlformats.org/drawingml/2006/main" w="6191">
            <a:solidFill>
              <a:srgbClr val="A9B8C2"/>
            </a:solidFill>
            <a:prstDash val="solid"/>
          </a:ln>
        </p:spPr>
      </p:cxnSp>
      <p:cxnSp>
        <p:nvCxnSpPr>
          <p:cNvPr id="1416" name="">
            <a:extLst xmlns:a="http://schemas.openxmlformats.org/drawingml/2006/main">
              <a:ext uri="{FF2B5EF4-FFF2-40B4-BE49-F238E27FC236}">
                <a16:creationId xmlns:a16="http://schemas.microsoft.com/office/drawing/2014/main" id="{63FC2B65-E741-4A31-B81F-00448BAB0E30}"/>
              </a:ext>
            </a:extLst>
          </p:cNvPr>
          <p:cNvCxnSpPr/>
          <p:nvPr/>
        </p:nvCxnSpPr>
        <p:spPr>
          <a:xfrm xmlns:a="http://schemas.openxmlformats.org/drawingml/2006/main" flipH="0" flipV="0">
            <a:off x="8041323" y="3848659"/>
            <a:ext cx="56702" cy="2592"/>
          </a:xfrm>
          <a:prstGeom xmlns:a="http://schemas.openxmlformats.org/drawingml/2006/main" prst="straightConnector1">
            <a:avLst/>
          </a:prstGeom>
          <a:ln xmlns:a="http://schemas.openxmlformats.org/drawingml/2006/main" w="6191">
            <a:solidFill>
              <a:srgbClr val="A9B8C2"/>
            </a:solidFill>
            <a:prstDash val="solid"/>
          </a:ln>
        </p:spPr>
      </p:cxnSp>
      <p:cxnSp>
        <p:nvCxnSpPr>
          <p:cNvPr id="1417" name="">
            <a:extLst xmlns:a="http://schemas.openxmlformats.org/drawingml/2006/main">
              <a:ext uri="{FF2B5EF4-FFF2-40B4-BE49-F238E27FC236}">
                <a16:creationId xmlns:a16="http://schemas.microsoft.com/office/drawing/2014/main" id="{1C2E0A65-BE4C-4A9D-AE83-4EC4701A7A2F}"/>
              </a:ext>
            </a:extLst>
          </p:cNvPr>
          <p:cNvCxnSpPr/>
          <p:nvPr/>
        </p:nvCxnSpPr>
        <p:spPr>
          <a:xfrm xmlns:a="http://schemas.openxmlformats.org/drawingml/2006/main" flipH="0" flipV="0">
            <a:off x="8098025" y="3851251"/>
            <a:ext cx="56714" cy="2592"/>
          </a:xfrm>
          <a:prstGeom xmlns:a="http://schemas.openxmlformats.org/drawingml/2006/main" prst="straightConnector1">
            <a:avLst/>
          </a:prstGeom>
          <a:ln xmlns:a="http://schemas.openxmlformats.org/drawingml/2006/main" w="6191">
            <a:solidFill>
              <a:srgbClr val="A9B8C2"/>
            </a:solidFill>
            <a:prstDash val="solid"/>
          </a:ln>
        </p:spPr>
      </p:cxnSp>
      <p:cxnSp>
        <p:nvCxnSpPr>
          <p:cNvPr id="1418" name="">
            <a:extLst xmlns:a="http://schemas.openxmlformats.org/drawingml/2006/main">
              <a:ext uri="{FF2B5EF4-FFF2-40B4-BE49-F238E27FC236}">
                <a16:creationId xmlns:a16="http://schemas.microsoft.com/office/drawing/2014/main" id="{355A3BE3-05C5-4FE2-97E4-C1A6027C8A9E}"/>
              </a:ext>
            </a:extLst>
          </p:cNvPr>
          <p:cNvCxnSpPr/>
          <p:nvPr/>
        </p:nvCxnSpPr>
        <p:spPr>
          <a:xfrm xmlns:a="http://schemas.openxmlformats.org/drawingml/2006/main" flipH="0" flipV="0">
            <a:off x="8154739" y="3853843"/>
            <a:ext cx="56702" cy="2592"/>
          </a:xfrm>
          <a:prstGeom xmlns:a="http://schemas.openxmlformats.org/drawingml/2006/main" prst="straightConnector1">
            <a:avLst/>
          </a:prstGeom>
          <a:ln xmlns:a="http://schemas.openxmlformats.org/drawingml/2006/main" w="6191">
            <a:solidFill>
              <a:srgbClr val="A9B8C2"/>
            </a:solidFill>
            <a:prstDash val="solid"/>
          </a:ln>
        </p:spPr>
      </p:cxnSp>
      <p:cxnSp>
        <p:nvCxnSpPr>
          <p:cNvPr id="1419" name="">
            <a:extLst xmlns:a="http://schemas.openxmlformats.org/drawingml/2006/main">
              <a:ext uri="{FF2B5EF4-FFF2-40B4-BE49-F238E27FC236}">
                <a16:creationId xmlns:a16="http://schemas.microsoft.com/office/drawing/2014/main" id="{FB4318AA-151A-4B77-B4FD-EAC27CE80130}"/>
              </a:ext>
            </a:extLst>
          </p:cNvPr>
          <p:cNvCxnSpPr/>
          <p:nvPr/>
        </p:nvCxnSpPr>
        <p:spPr>
          <a:xfrm xmlns:a="http://schemas.openxmlformats.org/drawingml/2006/main" flipH="0" flipV="0">
            <a:off x="8211441" y="3856434"/>
            <a:ext cx="56702" cy="2580"/>
          </a:xfrm>
          <a:prstGeom xmlns:a="http://schemas.openxmlformats.org/drawingml/2006/main" prst="straightConnector1">
            <a:avLst/>
          </a:prstGeom>
          <a:ln xmlns:a="http://schemas.openxmlformats.org/drawingml/2006/main" w="6191">
            <a:solidFill>
              <a:srgbClr val="A9B8C2"/>
            </a:solidFill>
            <a:prstDash val="solid"/>
          </a:ln>
        </p:spPr>
      </p:cxnSp>
      <p:cxnSp>
        <p:nvCxnSpPr>
          <p:cNvPr id="1420" name="">
            <a:extLst xmlns:a="http://schemas.openxmlformats.org/drawingml/2006/main">
              <a:ext uri="{FF2B5EF4-FFF2-40B4-BE49-F238E27FC236}">
                <a16:creationId xmlns:a16="http://schemas.microsoft.com/office/drawing/2014/main" id="{F5499E74-69FE-406A-A635-EAB8E757A52C}"/>
              </a:ext>
            </a:extLst>
          </p:cNvPr>
          <p:cNvCxnSpPr/>
          <p:nvPr/>
        </p:nvCxnSpPr>
        <p:spPr>
          <a:xfrm xmlns:a="http://schemas.openxmlformats.org/drawingml/2006/main" flipH="0" flipV="0">
            <a:off x="8268143" y="3859015"/>
            <a:ext cx="56702" cy="2580"/>
          </a:xfrm>
          <a:prstGeom xmlns:a="http://schemas.openxmlformats.org/drawingml/2006/main" prst="straightConnector1">
            <a:avLst/>
          </a:prstGeom>
          <a:ln xmlns:a="http://schemas.openxmlformats.org/drawingml/2006/main" w="6191">
            <a:solidFill>
              <a:srgbClr val="A9B8C2"/>
            </a:solidFill>
            <a:prstDash val="solid"/>
          </a:ln>
        </p:spPr>
      </p:cxnSp>
      <p:cxnSp>
        <p:nvCxnSpPr>
          <p:cNvPr id="1421" name="">
            <a:extLst xmlns:a="http://schemas.openxmlformats.org/drawingml/2006/main">
              <a:ext uri="{FF2B5EF4-FFF2-40B4-BE49-F238E27FC236}">
                <a16:creationId xmlns:a16="http://schemas.microsoft.com/office/drawing/2014/main" id="{0F6F59F4-D8C0-4495-9EE0-723852235518}"/>
              </a:ext>
            </a:extLst>
          </p:cNvPr>
          <p:cNvCxnSpPr/>
          <p:nvPr/>
        </p:nvCxnSpPr>
        <p:spPr>
          <a:xfrm xmlns:a="http://schemas.openxmlformats.org/drawingml/2006/main" flipH="0" flipV="1">
            <a:off x="8060833" y="3616574"/>
            <a:ext cx="59400" cy="13548"/>
          </a:xfrm>
          <a:prstGeom xmlns:a="http://schemas.openxmlformats.org/drawingml/2006/main" prst="straightConnector1">
            <a:avLst/>
          </a:prstGeom>
          <a:ln xmlns:a="http://schemas.openxmlformats.org/drawingml/2006/main" w="6191">
            <a:solidFill>
              <a:srgbClr val="A9B8C2"/>
            </a:solidFill>
            <a:prstDash val="solid"/>
          </a:ln>
        </p:spPr>
      </p:cxnSp>
      <p:cxnSp>
        <p:nvCxnSpPr>
          <p:cNvPr id="1422" name="">
            <a:extLst xmlns:a="http://schemas.openxmlformats.org/drawingml/2006/main">
              <a:ext uri="{FF2B5EF4-FFF2-40B4-BE49-F238E27FC236}">
                <a16:creationId xmlns:a16="http://schemas.microsoft.com/office/drawing/2014/main" id="{215E6366-EDA0-4D3E-9562-95CF155AD720}"/>
              </a:ext>
            </a:extLst>
          </p:cNvPr>
          <p:cNvCxnSpPr/>
          <p:nvPr/>
        </p:nvCxnSpPr>
        <p:spPr>
          <a:xfrm xmlns:a="http://schemas.openxmlformats.org/drawingml/2006/main" flipH="0" flipV="1">
            <a:off x="8120233" y="3599197"/>
            <a:ext cx="68000" cy="17377"/>
          </a:xfrm>
          <a:prstGeom xmlns:a="http://schemas.openxmlformats.org/drawingml/2006/main" prst="straightConnector1">
            <a:avLst/>
          </a:prstGeom>
          <a:ln xmlns:a="http://schemas.openxmlformats.org/drawingml/2006/main" w="6191">
            <a:solidFill>
              <a:srgbClr val="A9B8C2"/>
            </a:solidFill>
            <a:prstDash val="solid"/>
          </a:ln>
        </p:spPr>
      </p:cxnSp>
      <p:cxnSp>
        <p:nvCxnSpPr>
          <p:cNvPr id="1423" name="">
            <a:extLst xmlns:a="http://schemas.openxmlformats.org/drawingml/2006/main">
              <a:ext uri="{FF2B5EF4-FFF2-40B4-BE49-F238E27FC236}">
                <a16:creationId xmlns:a16="http://schemas.microsoft.com/office/drawing/2014/main" id="{2FCE5F29-1A70-4086-B3FF-82E875A9234B}"/>
              </a:ext>
            </a:extLst>
          </p:cNvPr>
          <p:cNvCxnSpPr/>
          <p:nvPr/>
        </p:nvCxnSpPr>
        <p:spPr>
          <a:xfrm xmlns:a="http://schemas.openxmlformats.org/drawingml/2006/main" flipH="0" flipV="0">
            <a:off x="8188232" y="3599197"/>
            <a:ext cx="31326" cy="63452"/>
          </a:xfrm>
          <a:prstGeom xmlns:a="http://schemas.openxmlformats.org/drawingml/2006/main" prst="straightConnector1">
            <a:avLst/>
          </a:prstGeom>
          <a:ln xmlns:a="http://schemas.openxmlformats.org/drawingml/2006/main" w="6191">
            <a:solidFill>
              <a:srgbClr val="A9B8C2"/>
            </a:solidFill>
            <a:prstDash val="solid"/>
          </a:ln>
        </p:spPr>
      </p:cxnSp>
      <p:cxnSp>
        <p:nvCxnSpPr>
          <p:cNvPr id="1424" name="">
            <a:extLst xmlns:a="http://schemas.openxmlformats.org/drawingml/2006/main">
              <a:ext uri="{FF2B5EF4-FFF2-40B4-BE49-F238E27FC236}">
                <a16:creationId xmlns:a16="http://schemas.microsoft.com/office/drawing/2014/main" id="{63632176-A121-438C-A326-14CD791A3F9C}"/>
              </a:ext>
            </a:extLst>
          </p:cNvPr>
          <p:cNvCxnSpPr/>
          <p:nvPr/>
        </p:nvCxnSpPr>
        <p:spPr>
          <a:xfrm xmlns:a="http://schemas.openxmlformats.org/drawingml/2006/main" flipH="0" flipV="0">
            <a:off x="7908104" y="3919710"/>
            <a:ext cx="59777" cy="3405"/>
          </a:xfrm>
          <a:prstGeom xmlns:a="http://schemas.openxmlformats.org/drawingml/2006/main" prst="straightConnector1">
            <a:avLst/>
          </a:prstGeom>
          <a:ln xmlns:a="http://schemas.openxmlformats.org/drawingml/2006/main" w="6191">
            <a:solidFill>
              <a:srgbClr val="A9B8C2"/>
            </a:solidFill>
            <a:prstDash val="solid"/>
          </a:ln>
        </p:spPr>
      </p:cxnSp>
      <p:cxnSp>
        <p:nvCxnSpPr>
          <p:cNvPr id="1425" name="">
            <a:extLst xmlns:a="http://schemas.openxmlformats.org/drawingml/2006/main">
              <a:ext uri="{FF2B5EF4-FFF2-40B4-BE49-F238E27FC236}">
                <a16:creationId xmlns:a16="http://schemas.microsoft.com/office/drawing/2014/main" id="{385C3BD9-AA0F-4AC7-9E2B-9F90C58B4400}"/>
              </a:ext>
            </a:extLst>
          </p:cNvPr>
          <p:cNvCxnSpPr/>
          <p:nvPr/>
        </p:nvCxnSpPr>
        <p:spPr>
          <a:xfrm xmlns:a="http://schemas.openxmlformats.org/drawingml/2006/main" flipH="0" flipV="0">
            <a:off x="7967881" y="3923115"/>
            <a:ext cx="59789" cy="3393"/>
          </a:xfrm>
          <a:prstGeom xmlns:a="http://schemas.openxmlformats.org/drawingml/2006/main" prst="straightConnector1">
            <a:avLst/>
          </a:prstGeom>
          <a:ln xmlns:a="http://schemas.openxmlformats.org/drawingml/2006/main" w="6191">
            <a:solidFill>
              <a:srgbClr val="A9B8C2"/>
            </a:solidFill>
            <a:prstDash val="solid"/>
          </a:ln>
        </p:spPr>
      </p:cxnSp>
      <p:cxnSp>
        <p:nvCxnSpPr>
          <p:cNvPr id="1426" name="">
            <a:extLst xmlns:a="http://schemas.openxmlformats.org/drawingml/2006/main">
              <a:ext uri="{FF2B5EF4-FFF2-40B4-BE49-F238E27FC236}">
                <a16:creationId xmlns:a16="http://schemas.microsoft.com/office/drawing/2014/main" id="{724EFEB7-F2B5-4A68-B3EA-517729BF8528}"/>
              </a:ext>
            </a:extLst>
          </p:cNvPr>
          <p:cNvCxnSpPr/>
          <p:nvPr/>
        </p:nvCxnSpPr>
        <p:spPr>
          <a:xfrm xmlns:a="http://schemas.openxmlformats.org/drawingml/2006/main" flipH="0" flipV="0">
            <a:off x="8027669" y="3926508"/>
            <a:ext cx="59777" cy="3405"/>
          </a:xfrm>
          <a:prstGeom xmlns:a="http://schemas.openxmlformats.org/drawingml/2006/main" prst="straightConnector1">
            <a:avLst/>
          </a:prstGeom>
          <a:ln xmlns:a="http://schemas.openxmlformats.org/drawingml/2006/main" w="6191">
            <a:solidFill>
              <a:srgbClr val="A9B8C2"/>
            </a:solidFill>
            <a:prstDash val="solid"/>
          </a:ln>
        </p:spPr>
      </p:cxnSp>
      <p:cxnSp>
        <p:nvCxnSpPr>
          <p:cNvPr id="1427" name="">
            <a:extLst xmlns:a="http://schemas.openxmlformats.org/drawingml/2006/main">
              <a:ext uri="{FF2B5EF4-FFF2-40B4-BE49-F238E27FC236}">
                <a16:creationId xmlns:a16="http://schemas.microsoft.com/office/drawing/2014/main" id="{1E5593C1-6363-4F93-8EC0-3B6ACA8809AA}"/>
              </a:ext>
            </a:extLst>
          </p:cNvPr>
          <p:cNvCxnSpPr/>
          <p:nvPr/>
        </p:nvCxnSpPr>
        <p:spPr>
          <a:xfrm xmlns:a="http://schemas.openxmlformats.org/drawingml/2006/main" flipH="0" flipV="0">
            <a:off x="8087446" y="3929913"/>
            <a:ext cx="59777" cy="3381"/>
          </a:xfrm>
          <a:prstGeom xmlns:a="http://schemas.openxmlformats.org/drawingml/2006/main" prst="straightConnector1">
            <a:avLst/>
          </a:prstGeom>
          <a:ln xmlns:a="http://schemas.openxmlformats.org/drawingml/2006/main" w="6191">
            <a:solidFill>
              <a:srgbClr val="A9B8C2"/>
            </a:solidFill>
            <a:prstDash val="solid"/>
          </a:ln>
        </p:spPr>
      </p:cxnSp>
      <p:cxnSp>
        <p:nvCxnSpPr>
          <p:cNvPr id="1428" name="">
            <a:extLst xmlns:a="http://schemas.openxmlformats.org/drawingml/2006/main">
              <a:ext uri="{FF2B5EF4-FFF2-40B4-BE49-F238E27FC236}">
                <a16:creationId xmlns:a16="http://schemas.microsoft.com/office/drawing/2014/main" id="{37F19FBF-7FBC-4316-8284-BB27DED72867}"/>
              </a:ext>
            </a:extLst>
          </p:cNvPr>
          <p:cNvCxnSpPr/>
          <p:nvPr/>
        </p:nvCxnSpPr>
        <p:spPr>
          <a:xfrm xmlns:a="http://schemas.openxmlformats.org/drawingml/2006/main" flipH="0" flipV="0">
            <a:off x="8147223" y="3933294"/>
            <a:ext cx="59789" cy="3405"/>
          </a:xfrm>
          <a:prstGeom xmlns:a="http://schemas.openxmlformats.org/drawingml/2006/main" prst="straightConnector1">
            <a:avLst/>
          </a:prstGeom>
          <a:ln xmlns:a="http://schemas.openxmlformats.org/drawingml/2006/main" w="6191">
            <a:solidFill>
              <a:srgbClr val="A9B8C2"/>
            </a:solidFill>
            <a:prstDash val="solid"/>
          </a:ln>
        </p:spPr>
      </p:cxnSp>
      <p:cxnSp>
        <p:nvCxnSpPr>
          <p:cNvPr id="1429" name="">
            <a:extLst xmlns:a="http://schemas.openxmlformats.org/drawingml/2006/main">
              <a:ext uri="{FF2B5EF4-FFF2-40B4-BE49-F238E27FC236}">
                <a16:creationId xmlns:a16="http://schemas.microsoft.com/office/drawing/2014/main" id="{9905C439-300B-4534-92E4-2A86C5E28B6F}"/>
              </a:ext>
            </a:extLst>
          </p:cNvPr>
          <p:cNvCxnSpPr/>
          <p:nvPr/>
        </p:nvCxnSpPr>
        <p:spPr>
          <a:xfrm xmlns:a="http://schemas.openxmlformats.org/drawingml/2006/main" flipH="0" flipV="0">
            <a:off x="8207011" y="3936698"/>
            <a:ext cx="59789" cy="3393"/>
          </a:xfrm>
          <a:prstGeom xmlns:a="http://schemas.openxmlformats.org/drawingml/2006/main" prst="straightConnector1">
            <a:avLst/>
          </a:prstGeom>
          <a:ln xmlns:a="http://schemas.openxmlformats.org/drawingml/2006/main" w="6191">
            <a:solidFill>
              <a:srgbClr val="A9B8C2"/>
            </a:solidFill>
            <a:prstDash val="solid"/>
          </a:ln>
        </p:spPr>
      </p:cxnSp>
      <p:cxnSp>
        <p:nvCxnSpPr>
          <p:cNvPr id="1430" name="">
            <a:extLst xmlns:a="http://schemas.openxmlformats.org/drawingml/2006/main">
              <a:ext uri="{FF2B5EF4-FFF2-40B4-BE49-F238E27FC236}">
                <a16:creationId xmlns:a16="http://schemas.microsoft.com/office/drawing/2014/main" id="{01CD1661-E27E-4FD3-9CD3-E024A6141ED3}"/>
              </a:ext>
            </a:extLst>
          </p:cNvPr>
          <p:cNvCxnSpPr/>
          <p:nvPr/>
        </p:nvCxnSpPr>
        <p:spPr>
          <a:xfrm xmlns:a="http://schemas.openxmlformats.org/drawingml/2006/main" flipH="0" flipV="0">
            <a:off x="8266800" y="3940091"/>
            <a:ext cx="59777" cy="3405"/>
          </a:xfrm>
          <a:prstGeom xmlns:a="http://schemas.openxmlformats.org/drawingml/2006/main" prst="straightConnector1">
            <a:avLst/>
          </a:prstGeom>
          <a:ln xmlns:a="http://schemas.openxmlformats.org/drawingml/2006/main" w="6191">
            <a:solidFill>
              <a:srgbClr val="A9B8C2"/>
            </a:solidFill>
            <a:prstDash val="solid"/>
          </a:ln>
        </p:spPr>
      </p:cxnSp>
      <p:cxnSp>
        <p:nvCxnSpPr>
          <p:cNvPr id="1431" name="">
            <a:extLst xmlns:a="http://schemas.openxmlformats.org/drawingml/2006/main">
              <a:ext uri="{FF2B5EF4-FFF2-40B4-BE49-F238E27FC236}">
                <a16:creationId xmlns:a16="http://schemas.microsoft.com/office/drawing/2014/main" id="{8E1C8BA7-2970-4038-AE8D-B4578CB8E779}"/>
              </a:ext>
            </a:extLst>
          </p:cNvPr>
          <p:cNvCxnSpPr/>
          <p:nvPr/>
        </p:nvCxnSpPr>
        <p:spPr>
          <a:xfrm xmlns:a="http://schemas.openxmlformats.org/drawingml/2006/main" flipH="0" flipV="0">
            <a:off x="7912239" y="3982550"/>
            <a:ext cx="44155" cy="2556"/>
          </a:xfrm>
          <a:prstGeom xmlns:a="http://schemas.openxmlformats.org/drawingml/2006/main" prst="straightConnector1">
            <a:avLst/>
          </a:prstGeom>
          <a:ln xmlns:a="http://schemas.openxmlformats.org/drawingml/2006/main" w="6191">
            <a:solidFill>
              <a:srgbClr val="A9B8C2"/>
            </a:solidFill>
            <a:prstDash val="solid"/>
          </a:ln>
        </p:spPr>
      </p:cxnSp>
      <p:cxnSp>
        <p:nvCxnSpPr>
          <p:cNvPr id="1432" name="">
            <a:extLst xmlns:a="http://schemas.openxmlformats.org/drawingml/2006/main">
              <a:ext uri="{FF2B5EF4-FFF2-40B4-BE49-F238E27FC236}">
                <a16:creationId xmlns:a16="http://schemas.microsoft.com/office/drawing/2014/main" id="{FFFC1321-B7C8-496F-B3AC-4705B67B1B08}"/>
              </a:ext>
            </a:extLst>
          </p:cNvPr>
          <p:cNvCxnSpPr/>
          <p:nvPr/>
        </p:nvCxnSpPr>
        <p:spPr>
          <a:xfrm xmlns:a="http://schemas.openxmlformats.org/drawingml/2006/main" flipH="0" flipV="0">
            <a:off x="7956394" y="3985106"/>
            <a:ext cx="44143" cy="2568"/>
          </a:xfrm>
          <a:prstGeom xmlns:a="http://schemas.openxmlformats.org/drawingml/2006/main" prst="straightConnector1">
            <a:avLst/>
          </a:prstGeom>
          <a:ln xmlns:a="http://schemas.openxmlformats.org/drawingml/2006/main" w="6191">
            <a:solidFill>
              <a:srgbClr val="A9B8C2"/>
            </a:solidFill>
            <a:prstDash val="solid"/>
          </a:ln>
        </p:spPr>
      </p:cxnSp>
      <p:cxnSp>
        <p:nvCxnSpPr>
          <p:cNvPr id="1433" name="">
            <a:extLst xmlns:a="http://schemas.openxmlformats.org/drawingml/2006/main">
              <a:ext uri="{FF2B5EF4-FFF2-40B4-BE49-F238E27FC236}">
                <a16:creationId xmlns:a16="http://schemas.microsoft.com/office/drawing/2014/main" id="{15A741A7-7BB1-40A1-A97C-C83A872C344C}"/>
              </a:ext>
            </a:extLst>
          </p:cNvPr>
          <p:cNvCxnSpPr/>
          <p:nvPr/>
        </p:nvCxnSpPr>
        <p:spPr>
          <a:xfrm xmlns:a="http://schemas.openxmlformats.org/drawingml/2006/main" flipH="1" flipV="0">
            <a:off x="7908764" y="3982550"/>
            <a:ext cx="3475" cy="54004"/>
          </a:xfrm>
          <a:prstGeom xmlns:a="http://schemas.openxmlformats.org/drawingml/2006/main" prst="straightConnector1">
            <a:avLst/>
          </a:prstGeom>
          <a:ln xmlns:a="http://schemas.openxmlformats.org/drawingml/2006/main" w="6191">
            <a:solidFill>
              <a:srgbClr val="A9B8C2"/>
            </a:solidFill>
            <a:prstDash val="solid"/>
          </a:ln>
        </p:spPr>
      </p:cxnSp>
      <p:cxnSp>
        <p:nvCxnSpPr>
          <p:cNvPr id="1434" name="">
            <a:extLst xmlns:a="http://schemas.openxmlformats.org/drawingml/2006/main">
              <a:ext uri="{FF2B5EF4-FFF2-40B4-BE49-F238E27FC236}">
                <a16:creationId xmlns:a16="http://schemas.microsoft.com/office/drawing/2014/main" id="{23253376-5F66-4044-A1A8-A5AD724CA410}"/>
              </a:ext>
            </a:extLst>
          </p:cNvPr>
          <p:cNvCxnSpPr/>
          <p:nvPr/>
        </p:nvCxnSpPr>
        <p:spPr>
          <a:xfrm xmlns:a="http://schemas.openxmlformats.org/drawingml/2006/main" flipH="1" flipV="0">
            <a:off x="7904110" y="4036554"/>
            <a:ext cx="4653" cy="68789"/>
          </a:xfrm>
          <a:prstGeom xmlns:a="http://schemas.openxmlformats.org/drawingml/2006/main" prst="straightConnector1">
            <a:avLst/>
          </a:prstGeom>
          <a:ln xmlns:a="http://schemas.openxmlformats.org/drawingml/2006/main" w="6191">
            <a:solidFill>
              <a:srgbClr val="A9B8C2"/>
            </a:solidFill>
            <a:prstDash val="solid"/>
          </a:ln>
        </p:spPr>
      </p:cxnSp>
      <p:cxnSp>
        <p:nvCxnSpPr>
          <p:cNvPr id="1435" name="">
            <a:extLst xmlns:a="http://schemas.openxmlformats.org/drawingml/2006/main">
              <a:ext uri="{FF2B5EF4-FFF2-40B4-BE49-F238E27FC236}">
                <a16:creationId xmlns:a16="http://schemas.microsoft.com/office/drawing/2014/main" id="{803F8C31-BBE6-4799-A0A4-F358D5F201AA}"/>
              </a:ext>
            </a:extLst>
          </p:cNvPr>
          <p:cNvCxnSpPr/>
          <p:nvPr/>
        </p:nvCxnSpPr>
        <p:spPr>
          <a:xfrm xmlns:a="http://schemas.openxmlformats.org/drawingml/2006/main" flipH="0" flipV="0">
            <a:off x="7904110" y="4105343"/>
            <a:ext cx="6927" cy="49657"/>
          </a:xfrm>
          <a:prstGeom xmlns:a="http://schemas.openxmlformats.org/drawingml/2006/main" prst="straightConnector1">
            <a:avLst/>
          </a:prstGeom>
          <a:ln xmlns:a="http://schemas.openxmlformats.org/drawingml/2006/main" w="6191">
            <a:solidFill>
              <a:srgbClr val="A9B8C2"/>
            </a:solidFill>
            <a:prstDash val="solid"/>
          </a:ln>
        </p:spPr>
      </p:cxnSp>
      <p:cxnSp>
        <p:nvCxnSpPr>
          <p:cNvPr id="1436" name="">
            <a:extLst xmlns:a="http://schemas.openxmlformats.org/drawingml/2006/main">
              <a:ext uri="{FF2B5EF4-FFF2-40B4-BE49-F238E27FC236}">
                <a16:creationId xmlns:a16="http://schemas.microsoft.com/office/drawing/2014/main" id="{D69C7907-B480-4BA7-A328-A5077AFFC1A0}"/>
              </a:ext>
            </a:extLst>
          </p:cNvPr>
          <p:cNvCxnSpPr/>
          <p:nvPr/>
        </p:nvCxnSpPr>
        <p:spPr>
          <a:xfrm xmlns:a="http://schemas.openxmlformats.org/drawingml/2006/main" flipH="0" flipV="1">
            <a:off x="8071106" y="3722414"/>
            <a:ext cx="55265" cy="6303"/>
          </a:xfrm>
          <a:prstGeom xmlns:a="http://schemas.openxmlformats.org/drawingml/2006/main" prst="straightConnector1">
            <a:avLst/>
          </a:prstGeom>
          <a:ln xmlns:a="http://schemas.openxmlformats.org/drawingml/2006/main" w="6191">
            <a:solidFill>
              <a:srgbClr val="A9B8C2"/>
            </a:solidFill>
            <a:prstDash val="solid"/>
          </a:ln>
        </p:spPr>
      </p:cxnSp>
      <p:cxnSp>
        <p:nvCxnSpPr>
          <p:cNvPr id="1437" name="">
            <a:extLst xmlns:a="http://schemas.openxmlformats.org/drawingml/2006/main">
              <a:ext uri="{FF2B5EF4-FFF2-40B4-BE49-F238E27FC236}">
                <a16:creationId xmlns:a16="http://schemas.microsoft.com/office/drawing/2014/main" id="{42F53BDD-8249-450A-B989-D1F9E8E594AD}"/>
              </a:ext>
            </a:extLst>
          </p:cNvPr>
          <p:cNvCxnSpPr/>
          <p:nvPr/>
        </p:nvCxnSpPr>
        <p:spPr>
          <a:xfrm xmlns:a="http://schemas.openxmlformats.org/drawingml/2006/main" flipH="0" flipV="1">
            <a:off x="8126370" y="3716088"/>
            <a:ext cx="55241" cy="6326"/>
          </a:xfrm>
          <a:prstGeom xmlns:a="http://schemas.openxmlformats.org/drawingml/2006/main" prst="straightConnector1">
            <a:avLst/>
          </a:prstGeom>
          <a:ln xmlns:a="http://schemas.openxmlformats.org/drawingml/2006/main" w="6191">
            <a:solidFill>
              <a:srgbClr val="A9B8C2"/>
            </a:solidFill>
            <a:prstDash val="solid"/>
          </a:ln>
        </p:spPr>
      </p:cxnSp>
      <p:cxnSp>
        <p:nvCxnSpPr>
          <p:cNvPr id="1438" name="">
            <a:extLst xmlns:a="http://schemas.openxmlformats.org/drawingml/2006/main">
              <a:ext uri="{FF2B5EF4-FFF2-40B4-BE49-F238E27FC236}">
                <a16:creationId xmlns:a16="http://schemas.microsoft.com/office/drawing/2014/main" id="{7D3A6C10-EF70-4E09-9BA3-4246CB72DCA7}"/>
              </a:ext>
            </a:extLst>
          </p:cNvPr>
          <p:cNvCxnSpPr/>
          <p:nvPr/>
        </p:nvCxnSpPr>
        <p:spPr>
          <a:xfrm xmlns:a="http://schemas.openxmlformats.org/drawingml/2006/main" flipH="0" flipV="1">
            <a:off x="8181611" y="3709773"/>
            <a:ext cx="55265" cy="6315"/>
          </a:xfrm>
          <a:prstGeom xmlns:a="http://schemas.openxmlformats.org/drawingml/2006/main" prst="straightConnector1">
            <a:avLst/>
          </a:prstGeom>
          <a:ln xmlns:a="http://schemas.openxmlformats.org/drawingml/2006/main" w="6191">
            <a:solidFill>
              <a:srgbClr val="A9B8C2"/>
            </a:solidFill>
            <a:prstDash val="solid"/>
          </a:ln>
        </p:spPr>
      </p:cxnSp>
      <p:cxnSp>
        <p:nvCxnSpPr>
          <p:cNvPr id="1439" name="">
            <a:extLst xmlns:a="http://schemas.openxmlformats.org/drawingml/2006/main">
              <a:ext uri="{FF2B5EF4-FFF2-40B4-BE49-F238E27FC236}">
                <a16:creationId xmlns:a16="http://schemas.microsoft.com/office/drawing/2014/main" id="{F870BB4A-9078-43B2-9B2E-1EB4DBC2ACEF}"/>
              </a:ext>
            </a:extLst>
          </p:cNvPr>
          <p:cNvCxnSpPr/>
          <p:nvPr/>
        </p:nvCxnSpPr>
        <p:spPr>
          <a:xfrm xmlns:a="http://schemas.openxmlformats.org/drawingml/2006/main" flipH="0" flipV="1">
            <a:off x="8105989" y="3672239"/>
            <a:ext cx="56784" cy="9590"/>
          </a:xfrm>
          <a:prstGeom xmlns:a="http://schemas.openxmlformats.org/drawingml/2006/main" prst="straightConnector1">
            <a:avLst/>
          </a:prstGeom>
          <a:ln xmlns:a="http://schemas.openxmlformats.org/drawingml/2006/main" w="6191">
            <a:solidFill>
              <a:srgbClr val="A9B8C2"/>
            </a:solidFill>
            <a:prstDash val="solid"/>
          </a:ln>
        </p:spPr>
      </p:cxnSp>
      <p:cxnSp>
        <p:nvCxnSpPr>
          <p:cNvPr id="1440" name="">
            <a:extLst xmlns:a="http://schemas.openxmlformats.org/drawingml/2006/main">
              <a:ext uri="{FF2B5EF4-FFF2-40B4-BE49-F238E27FC236}">
                <a16:creationId xmlns:a16="http://schemas.microsoft.com/office/drawing/2014/main" id="{C782F3B7-6E95-429E-9D4E-FCF027D7A9CB}"/>
              </a:ext>
            </a:extLst>
          </p:cNvPr>
          <p:cNvCxnSpPr/>
          <p:nvPr/>
        </p:nvCxnSpPr>
        <p:spPr>
          <a:xfrm xmlns:a="http://schemas.openxmlformats.org/drawingml/2006/main" flipH="0" flipV="1">
            <a:off x="8162774" y="3662649"/>
            <a:ext cx="56784" cy="9590"/>
          </a:xfrm>
          <a:prstGeom xmlns:a="http://schemas.openxmlformats.org/drawingml/2006/main" prst="straightConnector1">
            <a:avLst/>
          </a:prstGeom>
          <a:ln xmlns:a="http://schemas.openxmlformats.org/drawingml/2006/main" w="6191">
            <a:solidFill>
              <a:srgbClr val="A9B8C2"/>
            </a:solidFill>
            <a:prstDash val="solid"/>
          </a:ln>
        </p:spPr>
      </p:cxnSp>
      <p:cxnSp>
        <p:nvCxnSpPr>
          <p:cNvPr id="1441" name="">
            <a:extLst xmlns:a="http://schemas.openxmlformats.org/drawingml/2006/main">
              <a:ext uri="{FF2B5EF4-FFF2-40B4-BE49-F238E27FC236}">
                <a16:creationId xmlns:a16="http://schemas.microsoft.com/office/drawing/2014/main" id="{33F3B5BF-D0FC-4EFC-950D-0DC114237CDB}"/>
              </a:ext>
            </a:extLst>
          </p:cNvPr>
          <p:cNvCxnSpPr/>
          <p:nvPr/>
        </p:nvCxnSpPr>
        <p:spPr>
          <a:xfrm xmlns:a="http://schemas.openxmlformats.org/drawingml/2006/main" flipH="0" flipV="0">
            <a:off x="8230844" y="3531998"/>
            <a:ext cx="27379" cy="60425"/>
          </a:xfrm>
          <a:prstGeom xmlns:a="http://schemas.openxmlformats.org/drawingml/2006/main" prst="straightConnector1">
            <a:avLst/>
          </a:prstGeom>
          <a:ln xmlns:a="http://schemas.openxmlformats.org/drawingml/2006/main" w="6191">
            <a:solidFill>
              <a:srgbClr val="A9B8C2"/>
            </a:solidFill>
            <a:prstDash val="solid"/>
          </a:ln>
        </p:spPr>
      </p:cxnSp>
      <p:cxnSp>
        <p:nvCxnSpPr>
          <p:cNvPr id="1442" name="">
            <a:extLst xmlns:a="http://schemas.openxmlformats.org/drawingml/2006/main">
              <a:ext uri="{FF2B5EF4-FFF2-40B4-BE49-F238E27FC236}">
                <a16:creationId xmlns:a16="http://schemas.microsoft.com/office/drawing/2014/main" id="{06252AF2-3C4E-4346-8B92-C63A69767F47}"/>
              </a:ext>
            </a:extLst>
          </p:cNvPr>
          <p:cNvCxnSpPr/>
          <p:nvPr/>
        </p:nvCxnSpPr>
        <p:spPr>
          <a:xfrm xmlns:a="http://schemas.openxmlformats.org/drawingml/2006/main" flipH="0" flipV="0">
            <a:off x="8258223" y="3592423"/>
            <a:ext cx="24811" cy="57468"/>
          </a:xfrm>
          <a:prstGeom xmlns:a="http://schemas.openxmlformats.org/drawingml/2006/main" prst="straightConnector1">
            <a:avLst/>
          </a:prstGeom>
          <a:ln xmlns:a="http://schemas.openxmlformats.org/drawingml/2006/main" w="6191">
            <a:solidFill>
              <a:srgbClr val="A9B8C2"/>
            </a:solidFill>
            <a:prstDash val="solid"/>
          </a:ln>
        </p:spPr>
      </p:cxnSp>
      <p:cxnSp>
        <p:nvCxnSpPr>
          <p:cNvPr id="1443" name="">
            <a:extLst xmlns:a="http://schemas.openxmlformats.org/drawingml/2006/main">
              <a:ext uri="{FF2B5EF4-FFF2-40B4-BE49-F238E27FC236}">
                <a16:creationId xmlns:a16="http://schemas.microsoft.com/office/drawing/2014/main" id="{D272EFA5-8780-4555-A226-E28A254C775F}"/>
              </a:ext>
            </a:extLst>
          </p:cNvPr>
          <p:cNvCxnSpPr/>
          <p:nvPr/>
        </p:nvCxnSpPr>
        <p:spPr>
          <a:xfrm xmlns:a="http://schemas.openxmlformats.org/drawingml/2006/main" flipH="0" flipV="0">
            <a:off x="8283034" y="3649890"/>
            <a:ext cx="15539" cy="54817"/>
          </a:xfrm>
          <a:prstGeom xmlns:a="http://schemas.openxmlformats.org/drawingml/2006/main" prst="straightConnector1">
            <a:avLst/>
          </a:prstGeom>
          <a:ln xmlns:a="http://schemas.openxmlformats.org/drawingml/2006/main" w="6191">
            <a:solidFill>
              <a:srgbClr val="A9B8C2"/>
            </a:solidFill>
            <a:prstDash val="solid"/>
          </a:ln>
        </p:spPr>
      </p:cxnSp>
      <p:cxnSp>
        <p:nvCxnSpPr>
          <p:cNvPr id="1444" name="">
            <a:extLst xmlns:a="http://schemas.openxmlformats.org/drawingml/2006/main">
              <a:ext uri="{FF2B5EF4-FFF2-40B4-BE49-F238E27FC236}">
                <a16:creationId xmlns:a16="http://schemas.microsoft.com/office/drawing/2014/main" id="{1D4698A6-9DF5-4730-A93B-4D227DBC64B7}"/>
              </a:ext>
            </a:extLst>
          </p:cNvPr>
          <p:cNvCxnSpPr/>
          <p:nvPr/>
        </p:nvCxnSpPr>
        <p:spPr>
          <a:xfrm xmlns:a="http://schemas.openxmlformats.org/drawingml/2006/main" flipH="0" flipV="0">
            <a:off x="8298573" y="3704707"/>
            <a:ext cx="12111" cy="66716"/>
          </a:xfrm>
          <a:prstGeom xmlns:a="http://schemas.openxmlformats.org/drawingml/2006/main" prst="straightConnector1">
            <a:avLst/>
          </a:prstGeom>
          <a:ln xmlns:a="http://schemas.openxmlformats.org/drawingml/2006/main" w="6191">
            <a:solidFill>
              <a:srgbClr val="A9B8C2"/>
            </a:solidFill>
            <a:prstDash val="solid"/>
          </a:ln>
        </p:spPr>
      </p:cxnSp>
      <p:cxnSp>
        <p:nvCxnSpPr>
          <p:cNvPr id="1445" name="">
            <a:extLst xmlns:a="http://schemas.openxmlformats.org/drawingml/2006/main">
              <a:ext uri="{FF2B5EF4-FFF2-40B4-BE49-F238E27FC236}">
                <a16:creationId xmlns:a16="http://schemas.microsoft.com/office/drawing/2014/main" id="{8E8B64EE-E5E4-466B-8DB2-4B5582D36F2F}"/>
              </a:ext>
            </a:extLst>
          </p:cNvPr>
          <p:cNvCxnSpPr/>
          <p:nvPr/>
        </p:nvCxnSpPr>
        <p:spPr>
          <a:xfrm xmlns:a="http://schemas.openxmlformats.org/drawingml/2006/main" flipH="0" flipV="0">
            <a:off x="8000538" y="3987675"/>
            <a:ext cx="55147" cy="3263"/>
          </a:xfrm>
          <a:prstGeom xmlns:a="http://schemas.openxmlformats.org/drawingml/2006/main" prst="straightConnector1">
            <a:avLst/>
          </a:prstGeom>
          <a:ln xmlns:a="http://schemas.openxmlformats.org/drawingml/2006/main" w="6191">
            <a:solidFill>
              <a:srgbClr val="A9B8C2"/>
            </a:solidFill>
            <a:prstDash val="solid"/>
          </a:ln>
        </p:spPr>
      </p:cxnSp>
      <p:cxnSp>
        <p:nvCxnSpPr>
          <p:cNvPr id="1446" name="">
            <a:extLst xmlns:a="http://schemas.openxmlformats.org/drawingml/2006/main">
              <a:ext uri="{FF2B5EF4-FFF2-40B4-BE49-F238E27FC236}">
                <a16:creationId xmlns:a16="http://schemas.microsoft.com/office/drawing/2014/main" id="{AF717843-FE41-4AAE-BB7F-EB33109C8B9D}"/>
              </a:ext>
            </a:extLst>
          </p:cNvPr>
          <p:cNvCxnSpPr/>
          <p:nvPr/>
        </p:nvCxnSpPr>
        <p:spPr>
          <a:xfrm xmlns:a="http://schemas.openxmlformats.org/drawingml/2006/main" flipH="0" flipV="0">
            <a:off x="8055684" y="3990938"/>
            <a:ext cx="55147" cy="3252"/>
          </a:xfrm>
          <a:prstGeom xmlns:a="http://schemas.openxmlformats.org/drawingml/2006/main" prst="straightConnector1">
            <a:avLst/>
          </a:prstGeom>
          <a:ln xmlns:a="http://schemas.openxmlformats.org/drawingml/2006/main" w="6191">
            <a:solidFill>
              <a:srgbClr val="A9B8C2"/>
            </a:solidFill>
            <a:prstDash val="solid"/>
          </a:ln>
        </p:spPr>
      </p:cxnSp>
      <p:cxnSp>
        <p:nvCxnSpPr>
          <p:cNvPr id="1447" name="">
            <a:extLst xmlns:a="http://schemas.openxmlformats.org/drawingml/2006/main">
              <a:ext uri="{FF2B5EF4-FFF2-40B4-BE49-F238E27FC236}">
                <a16:creationId xmlns:a16="http://schemas.microsoft.com/office/drawing/2014/main" id="{B4F5FC92-31D5-4851-9BAF-411993F7BC8C}"/>
              </a:ext>
            </a:extLst>
          </p:cNvPr>
          <p:cNvCxnSpPr/>
          <p:nvPr/>
        </p:nvCxnSpPr>
        <p:spPr>
          <a:xfrm xmlns:a="http://schemas.openxmlformats.org/drawingml/2006/main" flipH="0" flipV="0">
            <a:off x="8110831" y="3994190"/>
            <a:ext cx="55159" cy="3252"/>
          </a:xfrm>
          <a:prstGeom xmlns:a="http://schemas.openxmlformats.org/drawingml/2006/main" prst="straightConnector1">
            <a:avLst/>
          </a:prstGeom>
          <a:ln xmlns:a="http://schemas.openxmlformats.org/drawingml/2006/main" w="6191">
            <a:solidFill>
              <a:srgbClr val="A9B8C2"/>
            </a:solidFill>
            <a:prstDash val="solid"/>
          </a:ln>
        </p:spPr>
      </p:cxnSp>
      <p:cxnSp>
        <p:nvCxnSpPr>
          <p:cNvPr id="1448" name="">
            <a:extLst xmlns:a="http://schemas.openxmlformats.org/drawingml/2006/main">
              <a:ext uri="{FF2B5EF4-FFF2-40B4-BE49-F238E27FC236}">
                <a16:creationId xmlns:a16="http://schemas.microsoft.com/office/drawing/2014/main" id="{56F42462-5832-4B1A-B4A3-E8D6F3E368F7}"/>
              </a:ext>
            </a:extLst>
          </p:cNvPr>
          <p:cNvCxnSpPr/>
          <p:nvPr/>
        </p:nvCxnSpPr>
        <p:spPr>
          <a:xfrm xmlns:a="http://schemas.openxmlformats.org/drawingml/2006/main" flipH="0" flipV="0">
            <a:off x="8165990" y="3997441"/>
            <a:ext cx="55135" cy="3252"/>
          </a:xfrm>
          <a:prstGeom xmlns:a="http://schemas.openxmlformats.org/drawingml/2006/main" prst="straightConnector1">
            <a:avLst/>
          </a:prstGeom>
          <a:ln xmlns:a="http://schemas.openxmlformats.org/drawingml/2006/main" w="6191">
            <a:solidFill>
              <a:srgbClr val="A9B8C2"/>
            </a:solidFill>
            <a:prstDash val="solid"/>
          </a:ln>
        </p:spPr>
      </p:cxnSp>
      <p:cxnSp>
        <p:nvCxnSpPr>
          <p:cNvPr id="1449" name="">
            <a:extLst xmlns:a="http://schemas.openxmlformats.org/drawingml/2006/main">
              <a:ext uri="{FF2B5EF4-FFF2-40B4-BE49-F238E27FC236}">
                <a16:creationId xmlns:a16="http://schemas.microsoft.com/office/drawing/2014/main" id="{B21E26D2-523B-426C-813B-C82DB925FF6C}"/>
              </a:ext>
            </a:extLst>
          </p:cNvPr>
          <p:cNvCxnSpPr/>
          <p:nvPr/>
        </p:nvCxnSpPr>
        <p:spPr>
          <a:xfrm xmlns:a="http://schemas.openxmlformats.org/drawingml/2006/main" flipH="0" flipV="0">
            <a:off x="8221125" y="4000693"/>
            <a:ext cx="55135" cy="3252"/>
          </a:xfrm>
          <a:prstGeom xmlns:a="http://schemas.openxmlformats.org/drawingml/2006/main" prst="straightConnector1">
            <a:avLst/>
          </a:prstGeom>
          <a:ln xmlns:a="http://schemas.openxmlformats.org/drawingml/2006/main" w="6191">
            <a:solidFill>
              <a:srgbClr val="A9B8C2"/>
            </a:solidFill>
            <a:prstDash val="solid"/>
          </a:ln>
        </p:spPr>
      </p:cxnSp>
      <p:cxnSp>
        <p:nvCxnSpPr>
          <p:cNvPr id="1450" name="">
            <a:extLst xmlns:a="http://schemas.openxmlformats.org/drawingml/2006/main">
              <a:ext uri="{FF2B5EF4-FFF2-40B4-BE49-F238E27FC236}">
                <a16:creationId xmlns:a16="http://schemas.microsoft.com/office/drawing/2014/main" id="{73110284-7492-4DFA-A5FD-095FE84AC811}"/>
              </a:ext>
            </a:extLst>
          </p:cNvPr>
          <p:cNvCxnSpPr/>
          <p:nvPr/>
        </p:nvCxnSpPr>
        <p:spPr>
          <a:xfrm xmlns:a="http://schemas.openxmlformats.org/drawingml/2006/main" flipH="0" flipV="0">
            <a:off x="8276260" y="4003944"/>
            <a:ext cx="55147" cy="3263"/>
          </a:xfrm>
          <a:prstGeom xmlns:a="http://schemas.openxmlformats.org/drawingml/2006/main" prst="straightConnector1">
            <a:avLst/>
          </a:prstGeom>
          <a:ln xmlns:a="http://schemas.openxmlformats.org/drawingml/2006/main" w="6191">
            <a:solidFill>
              <a:srgbClr val="A9B8C2"/>
            </a:solidFill>
            <a:prstDash val="solid"/>
          </a:ln>
        </p:spPr>
      </p:cxnSp>
      <p:cxnSp>
        <p:nvCxnSpPr>
          <p:cNvPr id="1451" name="">
            <a:extLst xmlns:a="http://schemas.openxmlformats.org/drawingml/2006/main">
              <a:ext uri="{FF2B5EF4-FFF2-40B4-BE49-F238E27FC236}">
                <a16:creationId xmlns:a16="http://schemas.microsoft.com/office/drawing/2014/main" id="{DE28C579-2E83-4D82-B8CE-C2C7B45DB832}"/>
              </a:ext>
            </a:extLst>
          </p:cNvPr>
          <p:cNvCxnSpPr/>
          <p:nvPr/>
        </p:nvCxnSpPr>
        <p:spPr>
          <a:xfrm xmlns:a="http://schemas.openxmlformats.org/drawingml/2006/main" flipH="0" flipV="0">
            <a:off x="8273986" y="3520971"/>
            <a:ext cx="39961" cy="49680"/>
          </a:xfrm>
          <a:prstGeom xmlns:a="http://schemas.openxmlformats.org/drawingml/2006/main" prst="straightConnector1">
            <a:avLst/>
          </a:prstGeom>
          <a:ln xmlns:a="http://schemas.openxmlformats.org/drawingml/2006/main" w="6191">
            <a:solidFill>
              <a:srgbClr val="A9B8C2"/>
            </a:solidFill>
            <a:prstDash val="solid"/>
          </a:ln>
        </p:spPr>
      </p:cxnSp>
      <p:cxnSp>
        <p:nvCxnSpPr>
          <p:cNvPr id="1452" name="">
            <a:extLst xmlns:a="http://schemas.openxmlformats.org/drawingml/2006/main">
              <a:ext uri="{FF2B5EF4-FFF2-40B4-BE49-F238E27FC236}">
                <a16:creationId xmlns:a16="http://schemas.microsoft.com/office/drawing/2014/main" id="{D1AFBA7C-E05E-44EB-9CEA-0BFB7E5C00C4}"/>
              </a:ext>
            </a:extLst>
          </p:cNvPr>
          <p:cNvCxnSpPr/>
          <p:nvPr/>
        </p:nvCxnSpPr>
        <p:spPr>
          <a:xfrm xmlns:a="http://schemas.openxmlformats.org/drawingml/2006/main" flipH="0" flipV="0">
            <a:off x="8313947" y="3570651"/>
            <a:ext cx="21076" cy="49916"/>
          </a:xfrm>
          <a:prstGeom xmlns:a="http://schemas.openxmlformats.org/drawingml/2006/main" prst="straightConnector1">
            <a:avLst/>
          </a:prstGeom>
          <a:ln xmlns:a="http://schemas.openxmlformats.org/drawingml/2006/main" w="6191">
            <a:solidFill>
              <a:srgbClr val="A9B8C2"/>
            </a:solidFill>
            <a:prstDash val="solid"/>
          </a:ln>
        </p:spPr>
      </p:cxnSp>
      <p:cxnSp>
        <p:nvCxnSpPr>
          <p:cNvPr id="1453" name="">
            <a:extLst xmlns:a="http://schemas.openxmlformats.org/drawingml/2006/main">
              <a:ext uri="{FF2B5EF4-FFF2-40B4-BE49-F238E27FC236}">
                <a16:creationId xmlns:a16="http://schemas.microsoft.com/office/drawing/2014/main" id="{DA8996DA-CA4C-4C6C-8DF7-EC594602827D}"/>
              </a:ext>
            </a:extLst>
          </p:cNvPr>
          <p:cNvCxnSpPr/>
          <p:nvPr/>
        </p:nvCxnSpPr>
        <p:spPr>
          <a:xfrm xmlns:a="http://schemas.openxmlformats.org/drawingml/2006/main" flipH="0" flipV="0">
            <a:off x="8335024" y="3620567"/>
            <a:ext cx="21536" cy="42105"/>
          </a:xfrm>
          <a:prstGeom xmlns:a="http://schemas.openxmlformats.org/drawingml/2006/main" prst="straightConnector1">
            <a:avLst/>
          </a:prstGeom>
          <a:ln xmlns:a="http://schemas.openxmlformats.org/drawingml/2006/main" w="6191">
            <a:solidFill>
              <a:srgbClr val="A9B8C2"/>
            </a:solidFill>
            <a:prstDash val="solid"/>
          </a:ln>
        </p:spPr>
      </p:cxnSp>
      <p:cxnSp>
        <p:nvCxnSpPr>
          <p:cNvPr id="1454" name="">
            <a:extLst xmlns:a="http://schemas.openxmlformats.org/drawingml/2006/main">
              <a:ext uri="{FF2B5EF4-FFF2-40B4-BE49-F238E27FC236}">
                <a16:creationId xmlns:a16="http://schemas.microsoft.com/office/drawing/2014/main" id="{827B62A0-15C8-4027-80C0-02E61CA7300D}"/>
              </a:ext>
            </a:extLst>
          </p:cNvPr>
          <p:cNvCxnSpPr/>
          <p:nvPr/>
        </p:nvCxnSpPr>
        <p:spPr>
          <a:xfrm xmlns:a="http://schemas.openxmlformats.org/drawingml/2006/main" flipH="0" flipV="0">
            <a:off x="8356559" y="3662673"/>
            <a:ext cx="14844" cy="49021"/>
          </a:xfrm>
          <a:prstGeom xmlns:a="http://schemas.openxmlformats.org/drawingml/2006/main" prst="straightConnector1">
            <a:avLst/>
          </a:prstGeom>
          <a:ln xmlns:a="http://schemas.openxmlformats.org/drawingml/2006/main" w="6191">
            <a:solidFill>
              <a:srgbClr val="A9B8C2"/>
            </a:solidFill>
            <a:prstDash val="solid"/>
          </a:ln>
        </p:spPr>
      </p:cxnSp>
      <p:cxnSp>
        <p:nvCxnSpPr>
          <p:cNvPr id="1455" name="">
            <a:extLst xmlns:a="http://schemas.openxmlformats.org/drawingml/2006/main">
              <a:ext uri="{FF2B5EF4-FFF2-40B4-BE49-F238E27FC236}">
                <a16:creationId xmlns:a16="http://schemas.microsoft.com/office/drawing/2014/main" id="{0EE2EA62-D359-489B-8C2B-4E980427AF87}"/>
              </a:ext>
            </a:extLst>
          </p:cNvPr>
          <p:cNvCxnSpPr/>
          <p:nvPr/>
        </p:nvCxnSpPr>
        <p:spPr>
          <a:xfrm xmlns:a="http://schemas.openxmlformats.org/drawingml/2006/main" flipH="0" flipV="0">
            <a:off x="8371403" y="3711693"/>
            <a:ext cx="10591" cy="49504"/>
          </a:xfrm>
          <a:prstGeom xmlns:a="http://schemas.openxmlformats.org/drawingml/2006/main" prst="straightConnector1">
            <a:avLst/>
          </a:prstGeom>
          <a:ln xmlns:a="http://schemas.openxmlformats.org/drawingml/2006/main" w="6191">
            <a:solidFill>
              <a:srgbClr val="A9B8C2"/>
            </a:solidFill>
            <a:prstDash val="solid"/>
          </a:ln>
        </p:spPr>
      </p:cxnSp>
      <p:cxnSp>
        <p:nvCxnSpPr>
          <p:cNvPr id="1456" name="">
            <a:extLst xmlns:a="http://schemas.openxmlformats.org/drawingml/2006/main">
              <a:ext uri="{FF2B5EF4-FFF2-40B4-BE49-F238E27FC236}">
                <a16:creationId xmlns:a16="http://schemas.microsoft.com/office/drawing/2014/main" id="{D40DE031-8348-4B92-A5AB-71869BE771DA}"/>
              </a:ext>
            </a:extLst>
          </p:cNvPr>
          <p:cNvCxnSpPr/>
          <p:nvPr/>
        </p:nvCxnSpPr>
        <p:spPr>
          <a:xfrm xmlns:a="http://schemas.openxmlformats.org/drawingml/2006/main" flipH="0" flipV="0">
            <a:off x="7910672" y="4161385"/>
            <a:ext cx="1496" cy="53792"/>
          </a:xfrm>
          <a:prstGeom xmlns:a="http://schemas.openxmlformats.org/drawingml/2006/main" prst="straightConnector1">
            <a:avLst/>
          </a:prstGeom>
          <a:ln xmlns:a="http://schemas.openxmlformats.org/drawingml/2006/main" w="6191">
            <a:solidFill>
              <a:srgbClr val="A9B8C2"/>
            </a:solidFill>
            <a:prstDash val="solid"/>
          </a:ln>
        </p:spPr>
      </p:cxnSp>
      <p:cxnSp>
        <p:nvCxnSpPr>
          <p:cNvPr id="1457" name="">
            <a:extLst xmlns:a="http://schemas.openxmlformats.org/drawingml/2006/main">
              <a:ext uri="{FF2B5EF4-FFF2-40B4-BE49-F238E27FC236}">
                <a16:creationId xmlns:a16="http://schemas.microsoft.com/office/drawing/2014/main" id="{42D39CDB-ADDD-4124-81D2-60445BB65CFB}"/>
              </a:ext>
            </a:extLst>
          </p:cNvPr>
          <p:cNvCxnSpPr/>
          <p:nvPr/>
        </p:nvCxnSpPr>
        <p:spPr>
          <a:xfrm xmlns:a="http://schemas.openxmlformats.org/drawingml/2006/main" flipH="0" flipV="0">
            <a:off x="7912168" y="4215177"/>
            <a:ext cx="76070" cy="15751"/>
          </a:xfrm>
          <a:prstGeom xmlns:a="http://schemas.openxmlformats.org/drawingml/2006/main" prst="straightConnector1">
            <a:avLst/>
          </a:prstGeom>
          <a:ln xmlns:a="http://schemas.openxmlformats.org/drawingml/2006/main" w="6191">
            <a:solidFill>
              <a:srgbClr val="A9B8C2"/>
            </a:solidFill>
            <a:prstDash val="solid"/>
          </a:ln>
        </p:spPr>
      </p:cxnSp>
      <p:cxnSp>
        <p:nvCxnSpPr>
          <p:cNvPr id="1458" name="">
            <a:extLst xmlns:a="http://schemas.openxmlformats.org/drawingml/2006/main">
              <a:ext uri="{FF2B5EF4-FFF2-40B4-BE49-F238E27FC236}">
                <a16:creationId xmlns:a16="http://schemas.microsoft.com/office/drawing/2014/main" id="{80B97598-C3AF-4E59-9E4A-1A174331DBD3}"/>
              </a:ext>
            </a:extLst>
          </p:cNvPr>
          <p:cNvCxnSpPr/>
          <p:nvPr/>
        </p:nvCxnSpPr>
        <p:spPr>
          <a:xfrm xmlns:a="http://schemas.openxmlformats.org/drawingml/2006/main" flipH="0" flipV="0">
            <a:off x="7996214" y="4061459"/>
            <a:ext cx="56855" cy="3876"/>
          </a:xfrm>
          <a:prstGeom xmlns:a="http://schemas.openxmlformats.org/drawingml/2006/main" prst="straightConnector1">
            <a:avLst/>
          </a:prstGeom>
          <a:ln xmlns:a="http://schemas.openxmlformats.org/drawingml/2006/main" w="6191">
            <a:solidFill>
              <a:srgbClr val="A9B8C2"/>
            </a:solidFill>
            <a:prstDash val="solid"/>
          </a:ln>
        </p:spPr>
      </p:cxnSp>
      <p:cxnSp>
        <p:nvCxnSpPr>
          <p:cNvPr id="1459" name="">
            <a:extLst xmlns:a="http://schemas.openxmlformats.org/drawingml/2006/main">
              <a:ext uri="{FF2B5EF4-FFF2-40B4-BE49-F238E27FC236}">
                <a16:creationId xmlns:a16="http://schemas.microsoft.com/office/drawing/2014/main" id="{31BCE9C0-087D-4220-9FF9-FB6F7299946D}"/>
              </a:ext>
            </a:extLst>
          </p:cNvPr>
          <p:cNvCxnSpPr/>
          <p:nvPr/>
        </p:nvCxnSpPr>
        <p:spPr>
          <a:xfrm xmlns:a="http://schemas.openxmlformats.org/drawingml/2006/main" flipH="0" flipV="0">
            <a:off x="8053069" y="4065335"/>
            <a:ext cx="56855" cy="3876"/>
          </a:xfrm>
          <a:prstGeom xmlns:a="http://schemas.openxmlformats.org/drawingml/2006/main" prst="straightConnector1">
            <a:avLst/>
          </a:prstGeom>
          <a:ln xmlns:a="http://schemas.openxmlformats.org/drawingml/2006/main" w="6191">
            <a:solidFill>
              <a:srgbClr val="A9B8C2"/>
            </a:solidFill>
            <a:prstDash val="solid"/>
          </a:ln>
        </p:spPr>
      </p:cxnSp>
      <p:cxnSp>
        <p:nvCxnSpPr>
          <p:cNvPr id="1460" name="">
            <a:extLst xmlns:a="http://schemas.openxmlformats.org/drawingml/2006/main">
              <a:ext uri="{FF2B5EF4-FFF2-40B4-BE49-F238E27FC236}">
                <a16:creationId xmlns:a16="http://schemas.microsoft.com/office/drawing/2014/main" id="{0E93A75D-1BDD-47EA-A065-45E0DD9137C4}"/>
              </a:ext>
            </a:extLst>
          </p:cNvPr>
          <p:cNvCxnSpPr/>
          <p:nvPr/>
        </p:nvCxnSpPr>
        <p:spPr>
          <a:xfrm xmlns:a="http://schemas.openxmlformats.org/drawingml/2006/main" flipH="0" flipV="0">
            <a:off x="8109924" y="4069211"/>
            <a:ext cx="56867" cy="3864"/>
          </a:xfrm>
          <a:prstGeom xmlns:a="http://schemas.openxmlformats.org/drawingml/2006/main" prst="straightConnector1">
            <a:avLst/>
          </a:prstGeom>
          <a:ln xmlns:a="http://schemas.openxmlformats.org/drawingml/2006/main" w="6191">
            <a:solidFill>
              <a:srgbClr val="A9B8C2"/>
            </a:solidFill>
            <a:prstDash val="solid"/>
          </a:ln>
        </p:spPr>
      </p:cxnSp>
      <p:cxnSp>
        <p:nvCxnSpPr>
          <p:cNvPr id="1461" name="">
            <a:extLst xmlns:a="http://schemas.openxmlformats.org/drawingml/2006/main">
              <a:ext uri="{FF2B5EF4-FFF2-40B4-BE49-F238E27FC236}">
                <a16:creationId xmlns:a16="http://schemas.microsoft.com/office/drawing/2014/main" id="{FBE47E3D-17AE-4B6D-9BAC-0DA106C968EB}"/>
              </a:ext>
            </a:extLst>
          </p:cNvPr>
          <p:cNvCxnSpPr/>
          <p:nvPr/>
        </p:nvCxnSpPr>
        <p:spPr>
          <a:xfrm xmlns:a="http://schemas.openxmlformats.org/drawingml/2006/main" flipH="0" flipV="0">
            <a:off x="8166791" y="4073075"/>
            <a:ext cx="56855" cy="3888"/>
          </a:xfrm>
          <a:prstGeom xmlns:a="http://schemas.openxmlformats.org/drawingml/2006/main" prst="straightConnector1">
            <a:avLst/>
          </a:prstGeom>
          <a:ln xmlns:a="http://schemas.openxmlformats.org/drawingml/2006/main" w="6191">
            <a:solidFill>
              <a:srgbClr val="A9B8C2"/>
            </a:solidFill>
            <a:prstDash val="solid"/>
          </a:ln>
        </p:spPr>
      </p:cxnSp>
      <p:cxnSp>
        <p:nvCxnSpPr>
          <p:cNvPr id="1462" name="">
            <a:extLst xmlns:a="http://schemas.openxmlformats.org/drawingml/2006/main">
              <a:ext uri="{FF2B5EF4-FFF2-40B4-BE49-F238E27FC236}">
                <a16:creationId xmlns:a16="http://schemas.microsoft.com/office/drawing/2014/main" id="{7ECA6D0A-51C4-4267-A9B8-0AD1D5DF18FB}"/>
              </a:ext>
            </a:extLst>
          </p:cNvPr>
          <p:cNvCxnSpPr/>
          <p:nvPr/>
        </p:nvCxnSpPr>
        <p:spPr>
          <a:xfrm xmlns:a="http://schemas.openxmlformats.org/drawingml/2006/main" flipH="0" flipV="0">
            <a:off x="8223646" y="4076963"/>
            <a:ext cx="56855" cy="3876"/>
          </a:xfrm>
          <a:prstGeom xmlns:a="http://schemas.openxmlformats.org/drawingml/2006/main" prst="straightConnector1">
            <a:avLst/>
          </a:prstGeom>
          <a:ln xmlns:a="http://schemas.openxmlformats.org/drawingml/2006/main" w="6191">
            <a:solidFill>
              <a:srgbClr val="A9B8C2"/>
            </a:solidFill>
            <a:prstDash val="solid"/>
          </a:ln>
        </p:spPr>
      </p:cxnSp>
      <p:cxnSp>
        <p:nvCxnSpPr>
          <p:cNvPr id="1463" name="">
            <a:extLst xmlns:a="http://schemas.openxmlformats.org/drawingml/2006/main">
              <a:ext uri="{FF2B5EF4-FFF2-40B4-BE49-F238E27FC236}">
                <a16:creationId xmlns:a16="http://schemas.microsoft.com/office/drawing/2014/main" id="{9E924E6F-CB57-4BCA-8AE9-DF26E7F0AF09}"/>
              </a:ext>
            </a:extLst>
          </p:cNvPr>
          <p:cNvCxnSpPr/>
          <p:nvPr/>
        </p:nvCxnSpPr>
        <p:spPr>
          <a:xfrm xmlns:a="http://schemas.openxmlformats.org/drawingml/2006/main" flipH="0" flipV="0">
            <a:off x="8280501" y="4080839"/>
            <a:ext cx="56855" cy="3876"/>
          </a:xfrm>
          <a:prstGeom xmlns:a="http://schemas.openxmlformats.org/drawingml/2006/main" prst="straightConnector1">
            <a:avLst/>
          </a:prstGeom>
          <a:ln xmlns:a="http://schemas.openxmlformats.org/drawingml/2006/main" w="6191">
            <a:solidFill>
              <a:srgbClr val="A9B8C2"/>
            </a:solidFill>
            <a:prstDash val="solid"/>
          </a:ln>
        </p:spPr>
      </p:cxnSp>
      <p:cxnSp>
        <p:nvCxnSpPr>
          <p:cNvPr id="1464" name="">
            <a:extLst xmlns:a="http://schemas.openxmlformats.org/drawingml/2006/main">
              <a:ext uri="{FF2B5EF4-FFF2-40B4-BE49-F238E27FC236}">
                <a16:creationId xmlns:a16="http://schemas.microsoft.com/office/drawing/2014/main" id="{849AB2DA-8BD3-4084-B582-A87C006827F3}"/>
              </a:ext>
            </a:extLst>
          </p:cNvPr>
          <p:cNvCxnSpPr/>
          <p:nvPr/>
        </p:nvCxnSpPr>
        <p:spPr>
          <a:xfrm xmlns:a="http://schemas.openxmlformats.org/drawingml/2006/main" flipH="0" flipV="0">
            <a:off x="7992586" y="4126749"/>
            <a:ext cx="53062" cy="3334"/>
          </a:xfrm>
          <a:prstGeom xmlns:a="http://schemas.openxmlformats.org/drawingml/2006/main" prst="straightConnector1">
            <a:avLst/>
          </a:prstGeom>
          <a:ln xmlns:a="http://schemas.openxmlformats.org/drawingml/2006/main" w="6191">
            <a:solidFill>
              <a:srgbClr val="A9B8C2"/>
            </a:solidFill>
            <a:prstDash val="solid"/>
          </a:ln>
        </p:spPr>
      </p:cxnSp>
      <p:cxnSp>
        <p:nvCxnSpPr>
          <p:cNvPr id="1465" name="">
            <a:extLst xmlns:a="http://schemas.openxmlformats.org/drawingml/2006/main">
              <a:ext uri="{FF2B5EF4-FFF2-40B4-BE49-F238E27FC236}">
                <a16:creationId xmlns:a16="http://schemas.microsoft.com/office/drawing/2014/main" id="{78E8F4D4-A0B4-4399-BD34-2D3380C7F09B}"/>
              </a:ext>
            </a:extLst>
          </p:cNvPr>
          <p:cNvCxnSpPr/>
          <p:nvPr/>
        </p:nvCxnSpPr>
        <p:spPr>
          <a:xfrm xmlns:a="http://schemas.openxmlformats.org/drawingml/2006/main" flipH="0" flipV="0">
            <a:off x="8045647" y="4130083"/>
            <a:ext cx="53062" cy="3334"/>
          </a:xfrm>
          <a:prstGeom xmlns:a="http://schemas.openxmlformats.org/drawingml/2006/main" prst="straightConnector1">
            <a:avLst/>
          </a:prstGeom>
          <a:ln xmlns:a="http://schemas.openxmlformats.org/drawingml/2006/main" w="6191">
            <a:solidFill>
              <a:srgbClr val="A9B8C2"/>
            </a:solidFill>
            <a:prstDash val="solid"/>
          </a:ln>
        </p:spPr>
      </p:cxnSp>
      <p:cxnSp>
        <p:nvCxnSpPr>
          <p:cNvPr id="1466" name="">
            <a:extLst xmlns:a="http://schemas.openxmlformats.org/drawingml/2006/main">
              <a:ext uri="{FF2B5EF4-FFF2-40B4-BE49-F238E27FC236}">
                <a16:creationId xmlns:a16="http://schemas.microsoft.com/office/drawing/2014/main" id="{F0B601F1-FC12-49D7-B315-85DCC4E23A12}"/>
              </a:ext>
            </a:extLst>
          </p:cNvPr>
          <p:cNvCxnSpPr/>
          <p:nvPr/>
        </p:nvCxnSpPr>
        <p:spPr>
          <a:xfrm xmlns:a="http://schemas.openxmlformats.org/drawingml/2006/main" flipH="0" flipV="0">
            <a:off x="8098709" y="4133417"/>
            <a:ext cx="53062" cy="3334"/>
          </a:xfrm>
          <a:prstGeom xmlns:a="http://schemas.openxmlformats.org/drawingml/2006/main" prst="straightConnector1">
            <a:avLst/>
          </a:prstGeom>
          <a:ln xmlns:a="http://schemas.openxmlformats.org/drawingml/2006/main" w="6191">
            <a:solidFill>
              <a:srgbClr val="A9B8C2"/>
            </a:solidFill>
            <a:prstDash val="solid"/>
          </a:ln>
        </p:spPr>
      </p:cxnSp>
      <p:cxnSp>
        <p:nvCxnSpPr>
          <p:cNvPr id="1467" name="">
            <a:extLst xmlns:a="http://schemas.openxmlformats.org/drawingml/2006/main">
              <a:ext uri="{FF2B5EF4-FFF2-40B4-BE49-F238E27FC236}">
                <a16:creationId xmlns:a16="http://schemas.microsoft.com/office/drawing/2014/main" id="{5DF113C9-2783-4F6F-A7F0-EF3A6515DFBD}"/>
              </a:ext>
            </a:extLst>
          </p:cNvPr>
          <p:cNvCxnSpPr/>
          <p:nvPr/>
        </p:nvCxnSpPr>
        <p:spPr>
          <a:xfrm xmlns:a="http://schemas.openxmlformats.org/drawingml/2006/main" flipH="0" flipV="0">
            <a:off x="8236876" y="3709773"/>
            <a:ext cx="3004" cy="44944"/>
          </a:xfrm>
          <a:prstGeom xmlns:a="http://schemas.openxmlformats.org/drawingml/2006/main" prst="straightConnector1">
            <a:avLst/>
          </a:prstGeom>
          <a:ln xmlns:a="http://schemas.openxmlformats.org/drawingml/2006/main" w="6191">
            <a:solidFill>
              <a:srgbClr val="A9B8C2"/>
            </a:solidFill>
            <a:prstDash val="solid"/>
          </a:ln>
        </p:spPr>
      </p:cxnSp>
      <p:cxnSp>
        <p:nvCxnSpPr>
          <p:cNvPr id="1468" name="">
            <a:extLst xmlns:a="http://schemas.openxmlformats.org/drawingml/2006/main">
              <a:ext uri="{FF2B5EF4-FFF2-40B4-BE49-F238E27FC236}">
                <a16:creationId xmlns:a16="http://schemas.microsoft.com/office/drawing/2014/main" id="{B5B45F5A-951B-46D2-A2FA-4C39F3891917}"/>
              </a:ext>
            </a:extLst>
          </p:cNvPr>
          <p:cNvCxnSpPr/>
          <p:nvPr/>
        </p:nvCxnSpPr>
        <p:spPr>
          <a:xfrm xmlns:a="http://schemas.openxmlformats.org/drawingml/2006/main" flipH="0" flipV="0">
            <a:off x="8239880" y="3754717"/>
            <a:ext cx="3016" cy="44956"/>
          </a:xfrm>
          <a:prstGeom xmlns:a="http://schemas.openxmlformats.org/drawingml/2006/main" prst="straightConnector1">
            <a:avLst/>
          </a:prstGeom>
          <a:ln xmlns:a="http://schemas.openxmlformats.org/drawingml/2006/main" w="6191">
            <a:solidFill>
              <a:srgbClr val="A9B8C2"/>
            </a:solidFill>
            <a:prstDash val="solid"/>
          </a:ln>
        </p:spPr>
      </p:cxnSp>
      <p:cxnSp>
        <p:nvCxnSpPr>
          <p:cNvPr id="1469" name="">
            <a:extLst xmlns:a="http://schemas.openxmlformats.org/drawingml/2006/main">
              <a:ext uri="{FF2B5EF4-FFF2-40B4-BE49-F238E27FC236}">
                <a16:creationId xmlns:a16="http://schemas.microsoft.com/office/drawing/2014/main" id="{8375B12B-A644-472C-953F-7F47C576352A}"/>
              </a:ext>
            </a:extLst>
          </p:cNvPr>
          <p:cNvCxnSpPr/>
          <p:nvPr/>
        </p:nvCxnSpPr>
        <p:spPr>
          <a:xfrm xmlns:a="http://schemas.openxmlformats.org/drawingml/2006/main" flipH="0" flipV="0">
            <a:off x="7990112" y="4182143"/>
            <a:ext cx="46794" cy="3087"/>
          </a:xfrm>
          <a:prstGeom xmlns:a="http://schemas.openxmlformats.org/drawingml/2006/main" prst="straightConnector1">
            <a:avLst/>
          </a:prstGeom>
          <a:ln xmlns:a="http://schemas.openxmlformats.org/drawingml/2006/main" w="6191">
            <a:solidFill>
              <a:srgbClr val="A9B8C2"/>
            </a:solidFill>
            <a:prstDash val="solid"/>
          </a:ln>
        </p:spPr>
      </p:cxnSp>
      <p:cxnSp>
        <p:nvCxnSpPr>
          <p:cNvPr id="1470" name="">
            <a:extLst xmlns:a="http://schemas.openxmlformats.org/drawingml/2006/main">
              <a:ext uri="{FF2B5EF4-FFF2-40B4-BE49-F238E27FC236}">
                <a16:creationId xmlns:a16="http://schemas.microsoft.com/office/drawing/2014/main" id="{072FAA10-97FD-48B1-B2E4-826A9DD6366C}"/>
              </a:ext>
            </a:extLst>
          </p:cNvPr>
          <p:cNvCxnSpPr/>
          <p:nvPr/>
        </p:nvCxnSpPr>
        <p:spPr>
          <a:xfrm xmlns:a="http://schemas.openxmlformats.org/drawingml/2006/main" flipH="0" flipV="0">
            <a:off x="8036906" y="4185230"/>
            <a:ext cx="46782" cy="3098"/>
          </a:xfrm>
          <a:prstGeom xmlns:a="http://schemas.openxmlformats.org/drawingml/2006/main" prst="straightConnector1">
            <a:avLst/>
          </a:prstGeom>
          <a:ln xmlns:a="http://schemas.openxmlformats.org/drawingml/2006/main" w="6191">
            <a:solidFill>
              <a:srgbClr val="A9B8C2"/>
            </a:solidFill>
            <a:prstDash val="solid"/>
          </a:ln>
        </p:spPr>
      </p:cxnSp>
      <p:cxnSp>
        <p:nvCxnSpPr>
          <p:cNvPr id="1471" name="">
            <a:extLst xmlns:a="http://schemas.openxmlformats.org/drawingml/2006/main">
              <a:ext uri="{FF2B5EF4-FFF2-40B4-BE49-F238E27FC236}">
                <a16:creationId xmlns:a16="http://schemas.microsoft.com/office/drawing/2014/main" id="{AD068376-5B56-4E36-8C76-EC350DED7DE7}"/>
              </a:ext>
            </a:extLst>
          </p:cNvPr>
          <p:cNvCxnSpPr/>
          <p:nvPr/>
        </p:nvCxnSpPr>
        <p:spPr>
          <a:xfrm xmlns:a="http://schemas.openxmlformats.org/drawingml/2006/main" flipH="0" flipV="0">
            <a:off x="7987543" y="4245396"/>
            <a:ext cx="46723" cy="3793"/>
          </a:xfrm>
          <a:prstGeom xmlns:a="http://schemas.openxmlformats.org/drawingml/2006/main" prst="straightConnector1">
            <a:avLst/>
          </a:prstGeom>
          <a:ln xmlns:a="http://schemas.openxmlformats.org/drawingml/2006/main" w="6191">
            <a:solidFill>
              <a:srgbClr val="A9B8C2"/>
            </a:solidFill>
            <a:prstDash val="solid"/>
          </a:ln>
        </p:spPr>
      </p:cxnSp>
      <p:cxnSp>
        <p:nvCxnSpPr>
          <p:cNvPr id="1472" name="">
            <a:extLst xmlns:a="http://schemas.openxmlformats.org/drawingml/2006/main">
              <a:ext uri="{FF2B5EF4-FFF2-40B4-BE49-F238E27FC236}">
                <a16:creationId xmlns:a16="http://schemas.microsoft.com/office/drawing/2014/main" id="{60919AD9-86B2-45F0-9E52-C8C30D82E921}"/>
              </a:ext>
            </a:extLst>
          </p:cNvPr>
          <p:cNvCxnSpPr/>
          <p:nvPr/>
        </p:nvCxnSpPr>
        <p:spPr>
          <a:xfrm xmlns:a="http://schemas.openxmlformats.org/drawingml/2006/main" flipH="0" flipV="0">
            <a:off x="8034267" y="4249189"/>
            <a:ext cx="46723" cy="3770"/>
          </a:xfrm>
          <a:prstGeom xmlns:a="http://schemas.openxmlformats.org/drawingml/2006/main" prst="straightConnector1">
            <a:avLst/>
          </a:prstGeom>
          <a:ln xmlns:a="http://schemas.openxmlformats.org/drawingml/2006/main" w="6191">
            <a:solidFill>
              <a:srgbClr val="A9B8C2"/>
            </a:solidFill>
            <a:prstDash val="solid"/>
          </a:ln>
        </p:spPr>
      </p:cxnSp>
      <p:cxnSp>
        <p:nvCxnSpPr>
          <p:cNvPr id="1473" name="">
            <a:extLst xmlns:a="http://schemas.openxmlformats.org/drawingml/2006/main">
              <a:ext uri="{FF2B5EF4-FFF2-40B4-BE49-F238E27FC236}">
                <a16:creationId xmlns:a16="http://schemas.microsoft.com/office/drawing/2014/main" id="{928B8F32-6234-4206-862D-A43AB16B5FED}"/>
              </a:ext>
            </a:extLst>
          </p:cNvPr>
          <p:cNvCxnSpPr/>
          <p:nvPr/>
        </p:nvCxnSpPr>
        <p:spPr>
          <a:xfrm xmlns:a="http://schemas.openxmlformats.org/drawingml/2006/main" flipH="0" flipV="1">
            <a:off x="7996320" y="4302663"/>
            <a:ext cx="45109" cy="1861"/>
          </a:xfrm>
          <a:prstGeom xmlns:a="http://schemas.openxmlformats.org/drawingml/2006/main" prst="straightConnector1">
            <a:avLst/>
          </a:prstGeom>
          <a:ln xmlns:a="http://schemas.openxmlformats.org/drawingml/2006/main" w="6191">
            <a:solidFill>
              <a:srgbClr val="A9B8C2"/>
            </a:solidFill>
            <a:prstDash val="solid"/>
          </a:ln>
        </p:spPr>
      </p:cxnSp>
      <p:cxnSp>
        <p:nvCxnSpPr>
          <p:cNvPr id="1474" name="">
            <a:extLst xmlns:a="http://schemas.openxmlformats.org/drawingml/2006/main">
              <a:ext uri="{FF2B5EF4-FFF2-40B4-BE49-F238E27FC236}">
                <a16:creationId xmlns:a16="http://schemas.microsoft.com/office/drawing/2014/main" id="{ABE9ECCC-9145-4EE3-A87C-B34F38C51BE6}"/>
              </a:ext>
            </a:extLst>
          </p:cNvPr>
          <p:cNvCxnSpPr/>
          <p:nvPr/>
        </p:nvCxnSpPr>
        <p:spPr>
          <a:xfrm xmlns:a="http://schemas.openxmlformats.org/drawingml/2006/main" flipH="0" flipV="1">
            <a:off x="8041429" y="4300790"/>
            <a:ext cx="45098" cy="1873"/>
          </a:xfrm>
          <a:prstGeom xmlns:a="http://schemas.openxmlformats.org/drawingml/2006/main" prst="straightConnector1">
            <a:avLst/>
          </a:prstGeom>
          <a:ln xmlns:a="http://schemas.openxmlformats.org/drawingml/2006/main" w="6191">
            <a:solidFill>
              <a:srgbClr val="A9B8C2"/>
            </a:solidFill>
            <a:prstDash val="solid"/>
          </a:ln>
        </p:spPr>
      </p:cxnSp>
      <p:cxnSp>
        <p:nvCxnSpPr>
          <p:cNvPr id="1475" name="">
            <a:extLst xmlns:a="http://schemas.openxmlformats.org/drawingml/2006/main">
              <a:ext uri="{FF2B5EF4-FFF2-40B4-BE49-F238E27FC236}">
                <a16:creationId xmlns:a16="http://schemas.microsoft.com/office/drawing/2014/main" id="{DC5E61A5-2A14-428E-9448-21DA0A870004}"/>
              </a:ext>
            </a:extLst>
          </p:cNvPr>
          <p:cNvCxnSpPr/>
          <p:nvPr/>
        </p:nvCxnSpPr>
        <p:spPr>
          <a:xfrm xmlns:a="http://schemas.openxmlformats.org/drawingml/2006/main" flipH="0" flipV="1">
            <a:off x="8083688" y="4186962"/>
            <a:ext cx="64560" cy="1367"/>
          </a:xfrm>
          <a:prstGeom xmlns:a="http://schemas.openxmlformats.org/drawingml/2006/main" prst="straightConnector1">
            <a:avLst/>
          </a:prstGeom>
          <a:ln xmlns:a="http://schemas.openxmlformats.org/drawingml/2006/main" w="6191">
            <a:solidFill>
              <a:srgbClr val="A9B8C2"/>
            </a:solidFill>
            <a:prstDash val="solid"/>
          </a:ln>
        </p:spPr>
      </p:cxnSp>
      <p:cxnSp>
        <p:nvCxnSpPr>
          <p:cNvPr id="1476" name="">
            <a:extLst xmlns:a="http://schemas.openxmlformats.org/drawingml/2006/main">
              <a:ext uri="{FF2B5EF4-FFF2-40B4-BE49-F238E27FC236}">
                <a16:creationId xmlns:a16="http://schemas.microsoft.com/office/drawing/2014/main" id="{A6AC0F59-00D0-4C2A-B561-7189FFB5660C}"/>
              </a:ext>
            </a:extLst>
          </p:cNvPr>
          <p:cNvCxnSpPr/>
          <p:nvPr/>
        </p:nvCxnSpPr>
        <p:spPr>
          <a:xfrm xmlns:a="http://schemas.openxmlformats.org/drawingml/2006/main" flipH="0" flipV="1">
            <a:off x="8148248" y="4136751"/>
            <a:ext cx="3523" cy="50211"/>
          </a:xfrm>
          <a:prstGeom xmlns:a="http://schemas.openxmlformats.org/drawingml/2006/main" prst="straightConnector1">
            <a:avLst/>
          </a:prstGeom>
          <a:ln xmlns:a="http://schemas.openxmlformats.org/drawingml/2006/main" w="6191">
            <a:solidFill>
              <a:srgbClr val="A9B8C2"/>
            </a:solidFill>
            <a:prstDash val="solid"/>
          </a:ln>
        </p:spPr>
      </p:cxnSp>
      <p:cxnSp>
        <p:nvCxnSpPr>
          <p:cNvPr id="1477" name="">
            <a:extLst xmlns:a="http://schemas.openxmlformats.org/drawingml/2006/main">
              <a:ext uri="{FF2B5EF4-FFF2-40B4-BE49-F238E27FC236}">
                <a16:creationId xmlns:a16="http://schemas.microsoft.com/office/drawing/2014/main" id="{163EC722-C396-46D2-A875-FD03358FBA35}"/>
              </a:ext>
            </a:extLst>
          </p:cNvPr>
          <p:cNvCxnSpPr/>
          <p:nvPr/>
        </p:nvCxnSpPr>
        <p:spPr>
          <a:xfrm xmlns:a="http://schemas.openxmlformats.org/drawingml/2006/main" flipH="0" flipV="0">
            <a:off x="8151770" y="4136751"/>
            <a:ext cx="65043" cy="6197"/>
          </a:xfrm>
          <a:prstGeom xmlns:a="http://schemas.openxmlformats.org/drawingml/2006/main" prst="straightConnector1">
            <a:avLst/>
          </a:prstGeom>
          <a:ln xmlns:a="http://schemas.openxmlformats.org/drawingml/2006/main" w="6191">
            <a:solidFill>
              <a:srgbClr val="A9B8C2"/>
            </a:solidFill>
            <a:prstDash val="solid"/>
          </a:ln>
        </p:spPr>
      </p:cxnSp>
      <p:cxnSp>
        <p:nvCxnSpPr>
          <p:cNvPr id="1478" name="">
            <a:extLst xmlns:a="http://schemas.openxmlformats.org/drawingml/2006/main">
              <a:ext uri="{FF2B5EF4-FFF2-40B4-BE49-F238E27FC236}">
                <a16:creationId xmlns:a16="http://schemas.microsoft.com/office/drawing/2014/main" id="{4D9EC575-7D78-43E6-A90B-86CC6D96FF88}"/>
              </a:ext>
            </a:extLst>
          </p:cNvPr>
          <p:cNvCxnSpPr/>
          <p:nvPr/>
        </p:nvCxnSpPr>
        <p:spPr>
          <a:xfrm xmlns:a="http://schemas.openxmlformats.org/drawingml/2006/main" flipH="0" flipV="1">
            <a:off x="8216813" y="4129376"/>
            <a:ext cx="44238" cy="13572"/>
          </a:xfrm>
          <a:prstGeom xmlns:a="http://schemas.openxmlformats.org/drawingml/2006/main" prst="straightConnector1">
            <a:avLst/>
          </a:prstGeom>
          <a:ln xmlns:a="http://schemas.openxmlformats.org/drawingml/2006/main" w="6191">
            <a:solidFill>
              <a:srgbClr val="A9B8C2"/>
            </a:solidFill>
            <a:prstDash val="solid"/>
          </a:ln>
        </p:spPr>
      </p:cxnSp>
      <p:cxnSp>
        <p:nvCxnSpPr>
          <p:cNvPr id="1479" name="">
            <a:extLst xmlns:a="http://schemas.openxmlformats.org/drawingml/2006/main">
              <a:ext uri="{FF2B5EF4-FFF2-40B4-BE49-F238E27FC236}">
                <a16:creationId xmlns:a16="http://schemas.microsoft.com/office/drawing/2014/main" id="{E135B688-D2FB-47F5-93D3-91E499301A15}"/>
              </a:ext>
            </a:extLst>
          </p:cNvPr>
          <p:cNvCxnSpPr/>
          <p:nvPr/>
        </p:nvCxnSpPr>
        <p:spPr>
          <a:xfrm xmlns:a="http://schemas.openxmlformats.org/drawingml/2006/main" flipH="0" flipV="0">
            <a:off x="8261051" y="4129376"/>
            <a:ext cx="74951" cy="11486"/>
          </a:xfrm>
          <a:prstGeom xmlns:a="http://schemas.openxmlformats.org/drawingml/2006/main" prst="straightConnector1">
            <a:avLst/>
          </a:prstGeom>
          <a:ln xmlns:a="http://schemas.openxmlformats.org/drawingml/2006/main" w="6191">
            <a:solidFill>
              <a:srgbClr val="A9B8C2"/>
            </a:solidFill>
            <a:prstDash val="solid"/>
          </a:ln>
        </p:spPr>
      </p:cxnSp>
      <p:cxnSp>
        <p:nvCxnSpPr>
          <p:cNvPr id="1480" name="">
            <a:extLst xmlns:a="http://schemas.openxmlformats.org/drawingml/2006/main">
              <a:ext uri="{FF2B5EF4-FFF2-40B4-BE49-F238E27FC236}">
                <a16:creationId xmlns:a16="http://schemas.microsoft.com/office/drawing/2014/main" id="{A7C05E8C-D040-48DF-BD70-47FEFD8F6C95}"/>
              </a:ext>
            </a:extLst>
          </p:cNvPr>
          <p:cNvCxnSpPr/>
          <p:nvPr/>
        </p:nvCxnSpPr>
        <p:spPr>
          <a:xfrm xmlns:a="http://schemas.openxmlformats.org/drawingml/2006/main" flipH="0" flipV="0">
            <a:off x="8381994" y="3761197"/>
            <a:ext cx="4076" cy="59871"/>
          </a:xfrm>
          <a:prstGeom xmlns:a="http://schemas.openxmlformats.org/drawingml/2006/main" prst="straightConnector1">
            <a:avLst/>
          </a:prstGeom>
          <a:ln xmlns:a="http://schemas.openxmlformats.org/drawingml/2006/main" w="6191">
            <a:solidFill>
              <a:srgbClr val="A9B8C2"/>
            </a:solidFill>
            <a:prstDash val="solid"/>
          </a:ln>
        </p:spPr>
      </p:cxnSp>
      <p:cxnSp>
        <p:nvCxnSpPr>
          <p:cNvPr id="1481" name="">
            <a:extLst xmlns:a="http://schemas.openxmlformats.org/drawingml/2006/main">
              <a:ext uri="{FF2B5EF4-FFF2-40B4-BE49-F238E27FC236}">
                <a16:creationId xmlns:a16="http://schemas.microsoft.com/office/drawing/2014/main" id="{563C75D3-D24F-4D25-95DD-48AE64E241E4}"/>
              </a:ext>
            </a:extLst>
          </p:cNvPr>
          <p:cNvCxnSpPr/>
          <p:nvPr/>
        </p:nvCxnSpPr>
        <p:spPr>
          <a:xfrm xmlns:a="http://schemas.openxmlformats.org/drawingml/2006/main" flipH="0" flipV="0">
            <a:off x="8386071" y="3821068"/>
            <a:ext cx="4088" cy="59871"/>
          </a:xfrm>
          <a:prstGeom xmlns:a="http://schemas.openxmlformats.org/drawingml/2006/main" prst="straightConnector1">
            <a:avLst/>
          </a:prstGeom>
          <a:ln xmlns:a="http://schemas.openxmlformats.org/drawingml/2006/main" w="6191">
            <a:solidFill>
              <a:srgbClr val="A9B8C2"/>
            </a:solidFill>
            <a:prstDash val="solid"/>
          </a:ln>
        </p:spPr>
      </p:cxnSp>
      <p:cxnSp>
        <p:nvCxnSpPr>
          <p:cNvPr id="1482" name="">
            <a:extLst xmlns:a="http://schemas.openxmlformats.org/drawingml/2006/main">
              <a:ext uri="{FF2B5EF4-FFF2-40B4-BE49-F238E27FC236}">
                <a16:creationId xmlns:a16="http://schemas.microsoft.com/office/drawing/2014/main" id="{28EF61A9-F215-40C7-AA81-3E2C6E725C4D}"/>
              </a:ext>
            </a:extLst>
          </p:cNvPr>
          <p:cNvCxnSpPr/>
          <p:nvPr/>
        </p:nvCxnSpPr>
        <p:spPr>
          <a:xfrm xmlns:a="http://schemas.openxmlformats.org/drawingml/2006/main" flipH="0" flipV="0">
            <a:off x="8390159" y="3880939"/>
            <a:ext cx="4088" cy="59871"/>
          </a:xfrm>
          <a:prstGeom xmlns:a="http://schemas.openxmlformats.org/drawingml/2006/main" prst="straightConnector1">
            <a:avLst/>
          </a:prstGeom>
          <a:ln xmlns:a="http://schemas.openxmlformats.org/drawingml/2006/main" w="6191">
            <a:solidFill>
              <a:srgbClr val="A9B8C2"/>
            </a:solidFill>
            <a:prstDash val="solid"/>
          </a:ln>
        </p:spPr>
      </p:cxnSp>
      <p:cxnSp>
        <p:nvCxnSpPr>
          <p:cNvPr id="1483" name="">
            <a:extLst xmlns:a="http://schemas.openxmlformats.org/drawingml/2006/main">
              <a:ext uri="{FF2B5EF4-FFF2-40B4-BE49-F238E27FC236}">
                <a16:creationId xmlns:a16="http://schemas.microsoft.com/office/drawing/2014/main" id="{47A5595D-C5CB-4956-BFB8-94CE04209DB4}"/>
              </a:ext>
            </a:extLst>
          </p:cNvPr>
          <p:cNvCxnSpPr/>
          <p:nvPr/>
        </p:nvCxnSpPr>
        <p:spPr>
          <a:xfrm xmlns:a="http://schemas.openxmlformats.org/drawingml/2006/main" flipH="0" flipV="0">
            <a:off x="8394247" y="3940810"/>
            <a:ext cx="4076" cy="59895"/>
          </a:xfrm>
          <a:prstGeom xmlns:a="http://schemas.openxmlformats.org/drawingml/2006/main" prst="straightConnector1">
            <a:avLst/>
          </a:prstGeom>
          <a:ln xmlns:a="http://schemas.openxmlformats.org/drawingml/2006/main" w="6191">
            <a:solidFill>
              <a:srgbClr val="A9B8C2"/>
            </a:solidFill>
            <a:prstDash val="solid"/>
          </a:ln>
        </p:spPr>
      </p:cxnSp>
      <p:cxnSp>
        <p:nvCxnSpPr>
          <p:cNvPr id="1484" name="">
            <a:extLst xmlns:a="http://schemas.openxmlformats.org/drawingml/2006/main">
              <a:ext uri="{FF2B5EF4-FFF2-40B4-BE49-F238E27FC236}">
                <a16:creationId xmlns:a16="http://schemas.microsoft.com/office/drawing/2014/main" id="{5BD6501F-6287-4EA6-B650-AA02E9B52809}"/>
              </a:ext>
            </a:extLst>
          </p:cNvPr>
          <p:cNvCxnSpPr/>
          <p:nvPr/>
        </p:nvCxnSpPr>
        <p:spPr>
          <a:xfrm xmlns:a="http://schemas.openxmlformats.org/drawingml/2006/main" flipH="0" flipV="0">
            <a:off x="8398323" y="4000704"/>
            <a:ext cx="4088" cy="59871"/>
          </a:xfrm>
          <a:prstGeom xmlns:a="http://schemas.openxmlformats.org/drawingml/2006/main" prst="straightConnector1">
            <a:avLst/>
          </a:prstGeom>
          <a:ln xmlns:a="http://schemas.openxmlformats.org/drawingml/2006/main" w="6191">
            <a:solidFill>
              <a:srgbClr val="A9B8C2"/>
            </a:solidFill>
            <a:prstDash val="solid"/>
          </a:ln>
        </p:spPr>
      </p:cxnSp>
      <p:cxnSp>
        <p:nvCxnSpPr>
          <p:cNvPr id="1485" name="">
            <a:extLst xmlns:a="http://schemas.openxmlformats.org/drawingml/2006/main">
              <a:ext uri="{FF2B5EF4-FFF2-40B4-BE49-F238E27FC236}">
                <a16:creationId xmlns:a16="http://schemas.microsoft.com/office/drawing/2014/main" id="{CCD6EA01-9381-40AB-987E-F72D569005B7}"/>
              </a:ext>
            </a:extLst>
          </p:cNvPr>
          <p:cNvCxnSpPr/>
          <p:nvPr/>
        </p:nvCxnSpPr>
        <p:spPr>
          <a:xfrm xmlns:a="http://schemas.openxmlformats.org/drawingml/2006/main" flipH="0" flipV="0">
            <a:off x="8402411" y="4060575"/>
            <a:ext cx="4088" cy="59871"/>
          </a:xfrm>
          <a:prstGeom xmlns:a="http://schemas.openxmlformats.org/drawingml/2006/main" prst="straightConnector1">
            <a:avLst/>
          </a:prstGeom>
          <a:ln xmlns:a="http://schemas.openxmlformats.org/drawingml/2006/main" w="6191">
            <a:solidFill>
              <a:srgbClr val="A9B8C2"/>
            </a:solidFill>
            <a:prstDash val="solid"/>
          </a:ln>
        </p:spPr>
      </p:cxnSp>
      <p:cxnSp>
        <p:nvCxnSpPr>
          <p:cNvPr id="1486" name="">
            <a:extLst xmlns:a="http://schemas.openxmlformats.org/drawingml/2006/main">
              <a:ext uri="{FF2B5EF4-FFF2-40B4-BE49-F238E27FC236}">
                <a16:creationId xmlns:a16="http://schemas.microsoft.com/office/drawing/2014/main" id="{30BB772F-776F-460F-B5AE-E921F0305BE4}"/>
              </a:ext>
            </a:extLst>
          </p:cNvPr>
          <p:cNvCxnSpPr/>
          <p:nvPr/>
        </p:nvCxnSpPr>
        <p:spPr>
          <a:xfrm xmlns:a="http://schemas.openxmlformats.org/drawingml/2006/main" flipH="0" flipV="0">
            <a:off x="8406499" y="4120446"/>
            <a:ext cx="4076" cy="59871"/>
          </a:xfrm>
          <a:prstGeom xmlns:a="http://schemas.openxmlformats.org/drawingml/2006/main" prst="straightConnector1">
            <a:avLst/>
          </a:prstGeom>
          <a:ln xmlns:a="http://schemas.openxmlformats.org/drawingml/2006/main" w="6191">
            <a:solidFill>
              <a:srgbClr val="A9B8C2"/>
            </a:solidFill>
            <a:prstDash val="solid"/>
          </a:ln>
        </p:spPr>
      </p:cxnSp>
      <p:cxnSp>
        <p:nvCxnSpPr>
          <p:cNvPr id="1487" name="">
            <a:extLst xmlns:a="http://schemas.openxmlformats.org/drawingml/2006/main">
              <a:ext uri="{FF2B5EF4-FFF2-40B4-BE49-F238E27FC236}">
                <a16:creationId xmlns:a16="http://schemas.microsoft.com/office/drawing/2014/main" id="{4DCB58EB-F549-45A1-8170-585CFCDE607E}"/>
              </a:ext>
            </a:extLst>
          </p:cNvPr>
          <p:cNvCxnSpPr/>
          <p:nvPr/>
        </p:nvCxnSpPr>
        <p:spPr>
          <a:xfrm xmlns:a="http://schemas.openxmlformats.org/drawingml/2006/main" flipH="0" flipV="0">
            <a:off x="8086527" y="4300790"/>
            <a:ext cx="64041" cy="9672"/>
          </a:xfrm>
          <a:prstGeom xmlns:a="http://schemas.openxmlformats.org/drawingml/2006/main" prst="straightConnector1">
            <a:avLst/>
          </a:prstGeom>
          <a:ln xmlns:a="http://schemas.openxmlformats.org/drawingml/2006/main" w="6191">
            <a:solidFill>
              <a:srgbClr val="A9B8C2"/>
            </a:solidFill>
            <a:prstDash val="solid"/>
          </a:ln>
        </p:spPr>
      </p:cxnSp>
      <p:cxnSp>
        <p:nvCxnSpPr>
          <p:cNvPr id="1488" name="">
            <a:extLst xmlns:a="http://schemas.openxmlformats.org/drawingml/2006/main">
              <a:ext uri="{FF2B5EF4-FFF2-40B4-BE49-F238E27FC236}">
                <a16:creationId xmlns:a16="http://schemas.microsoft.com/office/drawing/2014/main" id="{1DBE6425-2D57-4235-B101-A6DFADC3354C}"/>
              </a:ext>
            </a:extLst>
          </p:cNvPr>
          <p:cNvCxnSpPr/>
          <p:nvPr/>
        </p:nvCxnSpPr>
        <p:spPr>
          <a:xfrm xmlns:a="http://schemas.openxmlformats.org/drawingml/2006/main" flipH="0" flipV="0">
            <a:off x="8150569" y="4310462"/>
            <a:ext cx="64053" cy="9684"/>
          </a:xfrm>
          <a:prstGeom xmlns:a="http://schemas.openxmlformats.org/drawingml/2006/main" prst="straightConnector1">
            <a:avLst/>
          </a:prstGeom>
          <a:ln xmlns:a="http://schemas.openxmlformats.org/drawingml/2006/main" w="6191">
            <a:solidFill>
              <a:srgbClr val="A9B8C2"/>
            </a:solidFill>
            <a:prstDash val="solid"/>
          </a:ln>
        </p:spPr>
      </p:cxnSp>
      <p:cxnSp>
        <p:nvCxnSpPr>
          <p:cNvPr id="1489" name="">
            <a:extLst xmlns:a="http://schemas.openxmlformats.org/drawingml/2006/main">
              <a:ext uri="{FF2B5EF4-FFF2-40B4-BE49-F238E27FC236}">
                <a16:creationId xmlns:a16="http://schemas.microsoft.com/office/drawing/2014/main" id="{7F67E07B-7140-4C58-BAE1-56F9FBE96157}"/>
              </a:ext>
            </a:extLst>
          </p:cNvPr>
          <p:cNvCxnSpPr/>
          <p:nvPr/>
        </p:nvCxnSpPr>
        <p:spPr>
          <a:xfrm xmlns:a="http://schemas.openxmlformats.org/drawingml/2006/main" flipH="0" flipV="0">
            <a:off x="8214622" y="4320146"/>
            <a:ext cx="64030" cy="9672"/>
          </a:xfrm>
          <a:prstGeom xmlns:a="http://schemas.openxmlformats.org/drawingml/2006/main" prst="straightConnector1">
            <a:avLst/>
          </a:prstGeom>
          <a:ln xmlns:a="http://schemas.openxmlformats.org/drawingml/2006/main" w="6191">
            <a:solidFill>
              <a:srgbClr val="A9B8C2"/>
            </a:solidFill>
            <a:prstDash val="solid"/>
          </a:ln>
        </p:spPr>
      </p:cxnSp>
      <p:cxnSp>
        <p:nvCxnSpPr>
          <p:cNvPr id="1490" name="">
            <a:extLst xmlns:a="http://schemas.openxmlformats.org/drawingml/2006/main">
              <a:ext uri="{FF2B5EF4-FFF2-40B4-BE49-F238E27FC236}">
                <a16:creationId xmlns:a16="http://schemas.microsoft.com/office/drawing/2014/main" id="{21A05721-05EF-4B58-A827-FE7B9BB08349}"/>
              </a:ext>
            </a:extLst>
          </p:cNvPr>
          <p:cNvCxnSpPr/>
          <p:nvPr/>
        </p:nvCxnSpPr>
        <p:spPr>
          <a:xfrm xmlns:a="http://schemas.openxmlformats.org/drawingml/2006/main" flipH="0" flipV="0">
            <a:off x="8278651" y="4329818"/>
            <a:ext cx="64041" cy="9672"/>
          </a:xfrm>
          <a:prstGeom xmlns:a="http://schemas.openxmlformats.org/drawingml/2006/main" prst="straightConnector1">
            <a:avLst/>
          </a:prstGeom>
          <a:ln xmlns:a="http://schemas.openxmlformats.org/drawingml/2006/main" w="6191">
            <a:solidFill>
              <a:srgbClr val="A9B8C2"/>
            </a:solidFill>
            <a:prstDash val="solid"/>
          </a:ln>
        </p:spPr>
      </p:cxnSp>
      <p:cxnSp>
        <p:nvCxnSpPr>
          <p:cNvPr id="1491" name="">
            <a:extLst xmlns:a="http://schemas.openxmlformats.org/drawingml/2006/main">
              <a:ext uri="{FF2B5EF4-FFF2-40B4-BE49-F238E27FC236}">
                <a16:creationId xmlns:a16="http://schemas.microsoft.com/office/drawing/2014/main" id="{F47F628C-6F56-4B75-B3D7-D26E378022A9}"/>
              </a:ext>
            </a:extLst>
          </p:cNvPr>
          <p:cNvCxnSpPr/>
          <p:nvPr/>
        </p:nvCxnSpPr>
        <p:spPr>
          <a:xfrm xmlns:a="http://schemas.openxmlformats.org/drawingml/2006/main" flipH="1" flipV="0">
            <a:off x="8402010" y="4180317"/>
            <a:ext cx="8565" cy="52567"/>
          </a:xfrm>
          <a:prstGeom xmlns:a="http://schemas.openxmlformats.org/drawingml/2006/main" prst="straightConnector1">
            <a:avLst/>
          </a:prstGeom>
          <a:ln xmlns:a="http://schemas.openxmlformats.org/drawingml/2006/main" w="6191">
            <a:solidFill>
              <a:srgbClr val="A9B8C2"/>
            </a:solidFill>
            <a:prstDash val="solid"/>
          </a:ln>
        </p:spPr>
      </p:cxnSp>
      <p:cxnSp>
        <p:nvCxnSpPr>
          <p:cNvPr id="1492" name="">
            <a:extLst xmlns:a="http://schemas.openxmlformats.org/drawingml/2006/main">
              <a:ext uri="{FF2B5EF4-FFF2-40B4-BE49-F238E27FC236}">
                <a16:creationId xmlns:a16="http://schemas.microsoft.com/office/drawing/2014/main" id="{A1DB7F88-932E-4278-A2D8-9821571427B3}"/>
              </a:ext>
            </a:extLst>
          </p:cNvPr>
          <p:cNvCxnSpPr/>
          <p:nvPr/>
        </p:nvCxnSpPr>
        <p:spPr>
          <a:xfrm xmlns:a="http://schemas.openxmlformats.org/drawingml/2006/main" flipH="1" flipV="0">
            <a:off x="8393445" y="4232884"/>
            <a:ext cx="8565" cy="52555"/>
          </a:xfrm>
          <a:prstGeom xmlns:a="http://schemas.openxmlformats.org/drawingml/2006/main" prst="straightConnector1">
            <a:avLst/>
          </a:prstGeom>
          <a:ln xmlns:a="http://schemas.openxmlformats.org/drawingml/2006/main" w="6191">
            <a:solidFill>
              <a:srgbClr val="A9B8C2"/>
            </a:solidFill>
            <a:prstDash val="solid"/>
          </a:ln>
        </p:spPr>
      </p:cxnSp>
      <p:cxnSp>
        <p:nvCxnSpPr>
          <p:cNvPr id="1493" name="">
            <a:extLst xmlns:a="http://schemas.openxmlformats.org/drawingml/2006/main">
              <a:ext uri="{FF2B5EF4-FFF2-40B4-BE49-F238E27FC236}">
                <a16:creationId xmlns:a16="http://schemas.microsoft.com/office/drawing/2014/main" id="{709C26C2-80C0-412D-A997-CA364FC259D6}"/>
              </a:ext>
            </a:extLst>
          </p:cNvPr>
          <p:cNvCxnSpPr/>
          <p:nvPr/>
        </p:nvCxnSpPr>
        <p:spPr>
          <a:xfrm xmlns:a="http://schemas.openxmlformats.org/drawingml/2006/main" flipH="0" flipV="0">
            <a:off x="8342693" y="4339490"/>
            <a:ext cx="36498" cy="1025"/>
          </a:xfrm>
          <a:prstGeom xmlns:a="http://schemas.openxmlformats.org/drawingml/2006/main" prst="straightConnector1">
            <a:avLst/>
          </a:prstGeom>
          <a:ln xmlns:a="http://schemas.openxmlformats.org/drawingml/2006/main" w="6191">
            <a:solidFill>
              <a:srgbClr val="A9B8C2"/>
            </a:solidFill>
            <a:prstDash val="solid"/>
          </a:ln>
        </p:spPr>
      </p:cxnSp>
      <p:cxnSp>
        <p:nvCxnSpPr>
          <p:cNvPr id="1494" name="">
            <a:extLst xmlns:a="http://schemas.openxmlformats.org/drawingml/2006/main">
              <a:ext uri="{FF2B5EF4-FFF2-40B4-BE49-F238E27FC236}">
                <a16:creationId xmlns:a16="http://schemas.microsoft.com/office/drawing/2014/main" id="{30899AE6-8A16-4DC7-BF1E-73DE152548B1}"/>
              </a:ext>
            </a:extLst>
          </p:cNvPr>
          <p:cNvCxnSpPr/>
          <p:nvPr/>
        </p:nvCxnSpPr>
        <p:spPr>
          <a:xfrm xmlns:a="http://schemas.openxmlformats.org/drawingml/2006/main" flipH="0" flipV="1">
            <a:off x="8379190" y="4285439"/>
            <a:ext cx="14255" cy="55076"/>
          </a:xfrm>
          <a:prstGeom xmlns:a="http://schemas.openxmlformats.org/drawingml/2006/main" prst="straightConnector1">
            <a:avLst/>
          </a:prstGeom>
          <a:ln xmlns:a="http://schemas.openxmlformats.org/drawingml/2006/main" w="6191">
            <a:solidFill>
              <a:srgbClr val="A9B8C2"/>
            </a:solidFill>
            <a:prstDash val="solid"/>
          </a:ln>
        </p:spPr>
      </p:cxnSp>
      <p:cxnSp>
        <p:nvCxnSpPr>
          <p:cNvPr id="1495" name="">
            <a:extLst xmlns:a="http://schemas.openxmlformats.org/drawingml/2006/main">
              <a:ext uri="{FF2B5EF4-FFF2-40B4-BE49-F238E27FC236}">
                <a16:creationId xmlns:a16="http://schemas.microsoft.com/office/drawing/2014/main" id="{D1975273-3C56-42D7-847B-305B89FFFFF4}"/>
              </a:ext>
            </a:extLst>
          </p:cNvPr>
          <p:cNvCxnSpPr/>
          <p:nvPr/>
        </p:nvCxnSpPr>
        <p:spPr>
          <a:xfrm xmlns:a="http://schemas.openxmlformats.org/drawingml/2006/main" flipH="1" flipV="1">
            <a:off x="6667884" y="3677540"/>
            <a:ext cx="49197" cy="23291"/>
          </a:xfrm>
          <a:prstGeom xmlns:a="http://schemas.openxmlformats.org/drawingml/2006/main" prst="straightConnector1">
            <a:avLst/>
          </a:prstGeom>
          <a:ln xmlns:a="http://schemas.openxmlformats.org/drawingml/2006/main" w="6191">
            <a:solidFill>
              <a:srgbClr val="A9B8C2"/>
            </a:solidFill>
            <a:prstDash val="solid"/>
          </a:ln>
        </p:spPr>
      </p:cxnSp>
      <p:cxnSp>
        <p:nvCxnSpPr>
          <p:cNvPr id="1496" name="">
            <a:extLst xmlns:a="http://schemas.openxmlformats.org/drawingml/2006/main">
              <a:ext uri="{FF2B5EF4-FFF2-40B4-BE49-F238E27FC236}">
                <a16:creationId xmlns:a16="http://schemas.microsoft.com/office/drawing/2014/main" id="{484B96D9-084E-432B-A727-5602C74731DF}"/>
              </a:ext>
            </a:extLst>
          </p:cNvPr>
          <p:cNvCxnSpPr/>
          <p:nvPr/>
        </p:nvCxnSpPr>
        <p:spPr>
          <a:xfrm xmlns:a="http://schemas.openxmlformats.org/drawingml/2006/main" flipH="1" flipV="1">
            <a:off x="6618675" y="3654249"/>
            <a:ext cx="49209" cy="23291"/>
          </a:xfrm>
          <a:prstGeom xmlns:a="http://schemas.openxmlformats.org/drawingml/2006/main" prst="straightConnector1">
            <a:avLst/>
          </a:prstGeom>
          <a:ln xmlns:a="http://schemas.openxmlformats.org/drawingml/2006/main" w="6191">
            <a:solidFill>
              <a:srgbClr val="A9B8C2"/>
            </a:solidFill>
            <a:prstDash val="solid"/>
          </a:ln>
        </p:spPr>
      </p:cxnSp>
      <p:cxnSp>
        <p:nvCxnSpPr>
          <p:cNvPr id="1497" name="">
            <a:extLst xmlns:a="http://schemas.openxmlformats.org/drawingml/2006/main">
              <a:ext uri="{FF2B5EF4-FFF2-40B4-BE49-F238E27FC236}">
                <a16:creationId xmlns:a16="http://schemas.microsoft.com/office/drawing/2014/main" id="{6F8DB18A-C17E-4B73-AA2E-FEE4FD74D432}"/>
              </a:ext>
            </a:extLst>
          </p:cNvPr>
          <p:cNvCxnSpPr/>
          <p:nvPr/>
        </p:nvCxnSpPr>
        <p:spPr>
          <a:xfrm xmlns:a="http://schemas.openxmlformats.org/drawingml/2006/main" flipH="0" flipV="0">
            <a:off x="6863083" y="3855445"/>
            <a:ext cx="46099" cy="41964"/>
          </a:xfrm>
          <a:prstGeom xmlns:a="http://schemas.openxmlformats.org/drawingml/2006/main" prst="straightConnector1">
            <a:avLst/>
          </a:prstGeom>
          <a:ln xmlns:a="http://schemas.openxmlformats.org/drawingml/2006/main" w="6191">
            <a:solidFill>
              <a:srgbClr val="A9B8C2"/>
            </a:solidFill>
            <a:prstDash val="solid"/>
          </a:ln>
        </p:spPr>
      </p:cxnSp>
      <p:cxnSp>
        <p:nvCxnSpPr>
          <p:cNvPr id="1498" name="">
            <a:extLst xmlns:a="http://schemas.openxmlformats.org/drawingml/2006/main">
              <a:ext uri="{FF2B5EF4-FFF2-40B4-BE49-F238E27FC236}">
                <a16:creationId xmlns:a16="http://schemas.microsoft.com/office/drawing/2014/main" id="{EE1BD8D5-7D6A-4482-BC6A-1081A343F5D9}"/>
              </a:ext>
            </a:extLst>
          </p:cNvPr>
          <p:cNvCxnSpPr/>
          <p:nvPr/>
        </p:nvCxnSpPr>
        <p:spPr>
          <a:xfrm xmlns:a="http://schemas.openxmlformats.org/drawingml/2006/main" flipH="0" flipV="0">
            <a:off x="6909182" y="3897409"/>
            <a:ext cx="46087" cy="41952"/>
          </a:xfrm>
          <a:prstGeom xmlns:a="http://schemas.openxmlformats.org/drawingml/2006/main" prst="straightConnector1">
            <a:avLst/>
          </a:prstGeom>
          <a:ln xmlns:a="http://schemas.openxmlformats.org/drawingml/2006/main" w="6191">
            <a:solidFill>
              <a:srgbClr val="A9B8C2"/>
            </a:solidFill>
            <a:prstDash val="solid"/>
          </a:ln>
        </p:spPr>
      </p:cxnSp>
      <p:cxnSp>
        <p:nvCxnSpPr>
          <p:cNvPr id="1499" name="">
            <a:extLst xmlns:a="http://schemas.openxmlformats.org/drawingml/2006/main">
              <a:ext uri="{FF2B5EF4-FFF2-40B4-BE49-F238E27FC236}">
                <a16:creationId xmlns:a16="http://schemas.microsoft.com/office/drawing/2014/main" id="{79F7CE35-BDA3-41A0-9217-294E639DB882}"/>
              </a:ext>
            </a:extLst>
          </p:cNvPr>
          <p:cNvCxnSpPr/>
          <p:nvPr/>
        </p:nvCxnSpPr>
        <p:spPr>
          <a:xfrm xmlns:a="http://schemas.openxmlformats.org/drawingml/2006/main" flipH="1" flipV="1">
            <a:off x="6822191" y="3825875"/>
            <a:ext cx="40892" cy="29570"/>
          </a:xfrm>
          <a:prstGeom xmlns:a="http://schemas.openxmlformats.org/drawingml/2006/main" prst="straightConnector1">
            <a:avLst/>
          </a:prstGeom>
          <a:ln xmlns:a="http://schemas.openxmlformats.org/drawingml/2006/main" w="6191">
            <a:solidFill>
              <a:srgbClr val="A9B8C2"/>
            </a:solidFill>
            <a:prstDash val="solid"/>
          </a:ln>
        </p:spPr>
      </p:cxnSp>
      <p:cxnSp>
        <p:nvCxnSpPr>
          <p:cNvPr id="1500" name="">
            <a:extLst xmlns:a="http://schemas.openxmlformats.org/drawingml/2006/main">
              <a:ext uri="{FF2B5EF4-FFF2-40B4-BE49-F238E27FC236}">
                <a16:creationId xmlns:a16="http://schemas.microsoft.com/office/drawing/2014/main" id="{098561DA-FF09-4E77-86B2-BBAB455C0686}"/>
              </a:ext>
            </a:extLst>
          </p:cNvPr>
          <p:cNvCxnSpPr/>
          <p:nvPr/>
        </p:nvCxnSpPr>
        <p:spPr>
          <a:xfrm xmlns:a="http://schemas.openxmlformats.org/drawingml/2006/main" flipH="1" flipV="1">
            <a:off x="6781300" y="3796304"/>
            <a:ext cx="40892" cy="29570"/>
          </a:xfrm>
          <a:prstGeom xmlns:a="http://schemas.openxmlformats.org/drawingml/2006/main" prst="straightConnector1">
            <a:avLst/>
          </a:prstGeom>
          <a:ln xmlns:a="http://schemas.openxmlformats.org/drawingml/2006/main" w="6191">
            <a:solidFill>
              <a:srgbClr val="A9B8C2"/>
            </a:solidFill>
            <a:prstDash val="solid"/>
          </a:ln>
        </p:spPr>
      </p:cxnSp>
      <p:cxnSp>
        <p:nvCxnSpPr>
          <p:cNvPr id="1501" name="">
            <a:extLst xmlns:a="http://schemas.openxmlformats.org/drawingml/2006/main">
              <a:ext uri="{FF2B5EF4-FFF2-40B4-BE49-F238E27FC236}">
                <a16:creationId xmlns:a16="http://schemas.microsoft.com/office/drawing/2014/main" id="{5B593979-2C42-4074-9B9F-7B9EB0FBFF1F}"/>
              </a:ext>
            </a:extLst>
          </p:cNvPr>
          <p:cNvCxnSpPr/>
          <p:nvPr/>
        </p:nvCxnSpPr>
        <p:spPr>
          <a:xfrm xmlns:a="http://schemas.openxmlformats.org/drawingml/2006/main" flipH="1" flipV="1">
            <a:off x="6740420" y="3766722"/>
            <a:ext cx="40880" cy="29582"/>
          </a:xfrm>
          <a:prstGeom xmlns:a="http://schemas.openxmlformats.org/drawingml/2006/main" prst="straightConnector1">
            <a:avLst/>
          </a:prstGeom>
          <a:ln xmlns:a="http://schemas.openxmlformats.org/drawingml/2006/main" w="6191">
            <a:solidFill>
              <a:srgbClr val="A9B8C2"/>
            </a:solidFill>
            <a:prstDash val="solid"/>
          </a:ln>
        </p:spPr>
      </p:cxnSp>
      <p:cxnSp>
        <p:nvCxnSpPr>
          <p:cNvPr id="1502" name="">
            <a:extLst xmlns:a="http://schemas.openxmlformats.org/drawingml/2006/main">
              <a:ext uri="{FF2B5EF4-FFF2-40B4-BE49-F238E27FC236}">
                <a16:creationId xmlns:a16="http://schemas.microsoft.com/office/drawing/2014/main" id="{686E841C-75C2-48F6-95BA-23310BF94163}"/>
              </a:ext>
            </a:extLst>
          </p:cNvPr>
          <p:cNvCxnSpPr/>
          <p:nvPr/>
        </p:nvCxnSpPr>
        <p:spPr>
          <a:xfrm xmlns:a="http://schemas.openxmlformats.org/drawingml/2006/main" flipH="1" flipV="0">
            <a:off x="6822981" y="3855445"/>
            <a:ext cx="40102" cy="18096"/>
          </a:xfrm>
          <a:prstGeom xmlns:a="http://schemas.openxmlformats.org/drawingml/2006/main" prst="straightConnector1">
            <a:avLst/>
          </a:prstGeom>
          <a:ln xmlns:a="http://schemas.openxmlformats.org/drawingml/2006/main" w="6191">
            <a:solidFill>
              <a:srgbClr val="A9B8C2"/>
            </a:solidFill>
            <a:prstDash val="solid"/>
          </a:ln>
        </p:spPr>
      </p:cxnSp>
      <p:cxnSp>
        <p:nvCxnSpPr>
          <p:cNvPr id="1503" name="">
            <a:extLst xmlns:a="http://schemas.openxmlformats.org/drawingml/2006/main">
              <a:ext uri="{FF2B5EF4-FFF2-40B4-BE49-F238E27FC236}">
                <a16:creationId xmlns:a16="http://schemas.microsoft.com/office/drawing/2014/main" id="{9D79E847-A58F-4082-80A5-3D011A46813B}"/>
              </a:ext>
            </a:extLst>
          </p:cNvPr>
          <p:cNvCxnSpPr/>
          <p:nvPr/>
        </p:nvCxnSpPr>
        <p:spPr>
          <a:xfrm xmlns:a="http://schemas.openxmlformats.org/drawingml/2006/main" flipH="1" flipV="1">
            <a:off x="6767657" y="3871267"/>
            <a:ext cx="55324" cy="2274"/>
          </a:xfrm>
          <a:prstGeom xmlns:a="http://schemas.openxmlformats.org/drawingml/2006/main" prst="straightConnector1">
            <a:avLst/>
          </a:prstGeom>
          <a:ln xmlns:a="http://schemas.openxmlformats.org/drawingml/2006/main" w="6191">
            <a:solidFill>
              <a:srgbClr val="A9B8C2"/>
            </a:solidFill>
            <a:prstDash val="solid"/>
          </a:ln>
        </p:spPr>
      </p:cxnSp>
      <p:cxnSp>
        <p:nvCxnSpPr>
          <p:cNvPr id="1504" name="">
            <a:extLst xmlns:a="http://schemas.openxmlformats.org/drawingml/2006/main">
              <a:ext uri="{FF2B5EF4-FFF2-40B4-BE49-F238E27FC236}">
                <a16:creationId xmlns:a16="http://schemas.microsoft.com/office/drawing/2014/main" id="{32E3861E-730F-4D21-9F78-59F5A12D6A37}"/>
              </a:ext>
            </a:extLst>
          </p:cNvPr>
          <p:cNvCxnSpPr/>
          <p:nvPr/>
        </p:nvCxnSpPr>
        <p:spPr>
          <a:xfrm xmlns:a="http://schemas.openxmlformats.org/drawingml/2006/main" flipH="1" flipV="0">
            <a:off x="6709318" y="3871267"/>
            <a:ext cx="58339" cy="259"/>
          </a:xfrm>
          <a:prstGeom xmlns:a="http://schemas.openxmlformats.org/drawingml/2006/main" prst="straightConnector1">
            <a:avLst/>
          </a:prstGeom>
          <a:ln xmlns:a="http://schemas.openxmlformats.org/drawingml/2006/main" w="6191">
            <a:solidFill>
              <a:srgbClr val="A9B8C2"/>
            </a:solidFill>
            <a:prstDash val="solid"/>
          </a:ln>
        </p:spPr>
      </p:cxnSp>
      <p:cxnSp>
        <p:nvCxnSpPr>
          <p:cNvPr id="1505" name="">
            <a:extLst xmlns:a="http://schemas.openxmlformats.org/drawingml/2006/main">
              <a:ext uri="{FF2B5EF4-FFF2-40B4-BE49-F238E27FC236}">
                <a16:creationId xmlns:a16="http://schemas.microsoft.com/office/drawing/2014/main" id="{7E4F910F-8B75-494F-A971-79F43A1B43F3}"/>
              </a:ext>
            </a:extLst>
          </p:cNvPr>
          <p:cNvCxnSpPr/>
          <p:nvPr/>
        </p:nvCxnSpPr>
        <p:spPr>
          <a:xfrm xmlns:a="http://schemas.openxmlformats.org/drawingml/2006/main" flipH="0" flipV="1">
            <a:off x="6709318" y="3819124"/>
            <a:ext cx="15551" cy="52402"/>
          </a:xfrm>
          <a:prstGeom xmlns:a="http://schemas.openxmlformats.org/drawingml/2006/main" prst="straightConnector1">
            <a:avLst/>
          </a:prstGeom>
          <a:ln xmlns:a="http://schemas.openxmlformats.org/drawingml/2006/main" w="6191">
            <a:solidFill>
              <a:srgbClr val="A9B8C2"/>
            </a:solidFill>
            <a:prstDash val="solid"/>
          </a:ln>
        </p:spPr>
      </p:cxnSp>
      <p:cxnSp>
        <p:nvCxnSpPr>
          <p:cNvPr id="1506" name="">
            <a:extLst xmlns:a="http://schemas.openxmlformats.org/drawingml/2006/main">
              <a:ext uri="{FF2B5EF4-FFF2-40B4-BE49-F238E27FC236}">
                <a16:creationId xmlns:a16="http://schemas.microsoft.com/office/drawing/2014/main" id="{24F7C2DA-D924-4A6B-9630-0F8103892782}"/>
              </a:ext>
            </a:extLst>
          </p:cNvPr>
          <p:cNvCxnSpPr/>
          <p:nvPr/>
        </p:nvCxnSpPr>
        <p:spPr>
          <a:xfrm xmlns:a="http://schemas.openxmlformats.org/drawingml/2006/main" flipH="0" flipV="1">
            <a:off x="6724869" y="3766722"/>
            <a:ext cx="15551" cy="52402"/>
          </a:xfrm>
          <a:prstGeom xmlns:a="http://schemas.openxmlformats.org/drawingml/2006/main" prst="straightConnector1">
            <a:avLst/>
          </a:prstGeom>
          <a:ln xmlns:a="http://schemas.openxmlformats.org/drawingml/2006/main" w="6191">
            <a:solidFill>
              <a:srgbClr val="A9B8C2"/>
            </a:solidFill>
            <a:prstDash val="solid"/>
          </a:ln>
        </p:spPr>
      </p:cxnSp>
      <p:cxnSp>
        <p:nvCxnSpPr>
          <p:cNvPr id="1507" name="">
            <a:extLst xmlns:a="http://schemas.openxmlformats.org/drawingml/2006/main">
              <a:ext uri="{FF2B5EF4-FFF2-40B4-BE49-F238E27FC236}">
                <a16:creationId xmlns:a16="http://schemas.microsoft.com/office/drawing/2014/main" id="{2088B0F1-D95E-40C4-AFD5-13E8923DD867}"/>
              </a:ext>
            </a:extLst>
          </p:cNvPr>
          <p:cNvCxnSpPr/>
          <p:nvPr/>
        </p:nvCxnSpPr>
        <p:spPr>
          <a:xfrm xmlns:a="http://schemas.openxmlformats.org/drawingml/2006/main" flipH="1" flipV="0">
            <a:off x="5742735" y="3337494"/>
            <a:ext cx="4665" cy="9425"/>
          </a:xfrm>
          <a:prstGeom xmlns:a="http://schemas.openxmlformats.org/drawingml/2006/main" prst="straightConnector1">
            <a:avLst/>
          </a:prstGeom>
          <a:ln xmlns:a="http://schemas.openxmlformats.org/drawingml/2006/main" w="6191">
            <a:solidFill>
              <a:srgbClr val="A9B8C2"/>
            </a:solidFill>
            <a:prstDash val="solid"/>
          </a:ln>
        </p:spPr>
      </p:cxnSp>
      <p:cxnSp>
        <p:nvCxnSpPr>
          <p:cNvPr id="1508" name="">
            <a:extLst xmlns:a="http://schemas.openxmlformats.org/drawingml/2006/main">
              <a:ext uri="{FF2B5EF4-FFF2-40B4-BE49-F238E27FC236}">
                <a16:creationId xmlns:a16="http://schemas.microsoft.com/office/drawing/2014/main" id="{B44045B9-5EE8-41DA-848E-67187022A4E0}"/>
              </a:ext>
            </a:extLst>
          </p:cNvPr>
          <p:cNvCxnSpPr/>
          <p:nvPr/>
        </p:nvCxnSpPr>
        <p:spPr>
          <a:xfrm xmlns:a="http://schemas.openxmlformats.org/drawingml/2006/main" flipH="1" flipV="1">
            <a:off x="5745621" y="3423848"/>
            <a:ext cx="57079" cy="22030"/>
          </a:xfrm>
          <a:prstGeom xmlns:a="http://schemas.openxmlformats.org/drawingml/2006/main" prst="straightConnector1">
            <a:avLst/>
          </a:prstGeom>
          <a:ln xmlns:a="http://schemas.openxmlformats.org/drawingml/2006/main" w="6191">
            <a:solidFill>
              <a:srgbClr val="A9B8C2"/>
            </a:solidFill>
            <a:prstDash val="solid"/>
          </a:ln>
        </p:spPr>
      </p:cxnSp>
      <p:cxnSp>
        <p:nvCxnSpPr>
          <p:cNvPr id="1509" name="">
            <a:extLst xmlns:a="http://schemas.openxmlformats.org/drawingml/2006/main">
              <a:ext uri="{FF2B5EF4-FFF2-40B4-BE49-F238E27FC236}">
                <a16:creationId xmlns:a16="http://schemas.microsoft.com/office/drawing/2014/main" id="{DA7853A2-195D-4163-872E-132B794BAF38}"/>
              </a:ext>
            </a:extLst>
          </p:cNvPr>
          <p:cNvCxnSpPr/>
          <p:nvPr/>
        </p:nvCxnSpPr>
        <p:spPr>
          <a:xfrm xmlns:a="http://schemas.openxmlformats.org/drawingml/2006/main" flipH="1" flipV="0">
            <a:off x="8273986" y="3515446"/>
            <a:ext cx="21559" cy="5525"/>
          </a:xfrm>
          <a:prstGeom xmlns:a="http://schemas.openxmlformats.org/drawingml/2006/main" prst="straightConnector1">
            <a:avLst/>
          </a:prstGeom>
          <a:ln xmlns:a="http://schemas.openxmlformats.org/drawingml/2006/main" w="6191">
            <a:solidFill>
              <a:srgbClr val="A9B8C2"/>
            </a:solidFill>
            <a:prstDash val="solid"/>
          </a:ln>
        </p:spPr>
      </p:cxnSp>
      <p:cxnSp>
        <p:nvCxnSpPr>
          <p:cNvPr id="1510" name="">
            <a:extLst xmlns:a="http://schemas.openxmlformats.org/drawingml/2006/main">
              <a:ext uri="{FF2B5EF4-FFF2-40B4-BE49-F238E27FC236}">
                <a16:creationId xmlns:a16="http://schemas.microsoft.com/office/drawing/2014/main" id="{EE621CDD-1DF3-4BFD-8FCB-B10537ED4C29}"/>
              </a:ext>
            </a:extLst>
          </p:cNvPr>
          <p:cNvCxnSpPr/>
          <p:nvPr/>
        </p:nvCxnSpPr>
        <p:spPr>
          <a:xfrm xmlns:a="http://schemas.openxmlformats.org/drawingml/2006/main" flipH="0" flipV="0">
            <a:off x="5599407" y="3862549"/>
            <a:ext cx="11109" cy="44827"/>
          </a:xfrm>
          <a:prstGeom xmlns:a="http://schemas.openxmlformats.org/drawingml/2006/main" prst="straightConnector1">
            <a:avLst/>
          </a:prstGeom>
          <a:ln xmlns:a="http://schemas.openxmlformats.org/drawingml/2006/main" w="6191">
            <a:solidFill>
              <a:srgbClr val="A9B8C2"/>
            </a:solidFill>
            <a:prstDash val="solid"/>
          </a:ln>
        </p:spPr>
      </p:cxnSp>
      <p:cxnSp>
        <p:nvCxnSpPr>
          <p:cNvPr id="1511" name="">
            <a:extLst xmlns:a="http://schemas.openxmlformats.org/drawingml/2006/main">
              <a:ext uri="{FF2B5EF4-FFF2-40B4-BE49-F238E27FC236}">
                <a16:creationId xmlns:a16="http://schemas.microsoft.com/office/drawing/2014/main" id="{B436BC78-6627-4633-B95E-CB264AC3E0DC}"/>
              </a:ext>
            </a:extLst>
          </p:cNvPr>
          <p:cNvCxnSpPr/>
          <p:nvPr/>
        </p:nvCxnSpPr>
        <p:spPr>
          <a:xfrm xmlns:a="http://schemas.openxmlformats.org/drawingml/2006/main" flipH="1" flipV="0">
            <a:off x="7088171" y="4020673"/>
            <a:ext cx="52590" cy="14656"/>
          </a:xfrm>
          <a:prstGeom xmlns:a="http://schemas.openxmlformats.org/drawingml/2006/main" prst="straightConnector1">
            <a:avLst/>
          </a:prstGeom>
          <a:ln xmlns:a="http://schemas.openxmlformats.org/drawingml/2006/main" w="6191">
            <a:solidFill>
              <a:srgbClr val="A9B8C2"/>
            </a:solidFill>
            <a:prstDash val="solid"/>
          </a:ln>
        </p:spPr>
      </p:cxnSp>
      <p:sp>
        <p:nvSpPr>
          <p:cNvPr id="1512" name="L-Town node n1">
            <a:extLst xmlns:a="http://schemas.openxmlformats.org/drawingml/2006/main">
              <a:ext uri="{FF2B5EF4-FFF2-40B4-BE49-F238E27FC236}">
                <a16:creationId xmlns:a16="http://schemas.microsoft.com/office/drawing/2014/main" id="{61D8C4C3-A4D9-43A0-B3C3-E0623544033A}"/>
              </a:ext>
            </a:extLst>
          </p:cNvPr>
          <p:cNvSpPr>
            <a:spLocks xmlns:a="http://schemas.openxmlformats.org/drawingml/2006/main" noGrp="1"/>
          </p:cNvSpPr>
          <p:nvPr/>
        </p:nvSpPr>
        <p:spPr>
          <a:xfrm xmlns:a="http://schemas.openxmlformats.org/drawingml/2006/main">
            <a:off x="5217279" y="292881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13" name="L-Town node n2">
            <a:extLst xmlns:a="http://schemas.openxmlformats.org/drawingml/2006/main">
              <a:ext uri="{FF2B5EF4-FFF2-40B4-BE49-F238E27FC236}">
                <a16:creationId xmlns:a16="http://schemas.microsoft.com/office/drawing/2014/main" id="{E2401D10-1AF9-438F-A7E2-29311A32BDB9}"/>
              </a:ext>
            </a:extLst>
          </p:cNvPr>
          <p:cNvSpPr>
            <a:spLocks xmlns:a="http://schemas.openxmlformats.org/drawingml/2006/main" noGrp="1"/>
          </p:cNvSpPr>
          <p:nvPr/>
        </p:nvSpPr>
        <p:spPr>
          <a:xfrm xmlns:a="http://schemas.openxmlformats.org/drawingml/2006/main">
            <a:off x="5377512" y="29819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14" name="L-Town node n3">
            <a:extLst xmlns:a="http://schemas.openxmlformats.org/drawingml/2006/main">
              <a:ext uri="{FF2B5EF4-FFF2-40B4-BE49-F238E27FC236}">
                <a16:creationId xmlns:a16="http://schemas.microsoft.com/office/drawing/2014/main" id="{10FEE291-3401-49F0-AB71-E3D4F4273EB2}"/>
              </a:ext>
            </a:extLst>
          </p:cNvPr>
          <p:cNvSpPr>
            <a:spLocks xmlns:a="http://schemas.openxmlformats.org/drawingml/2006/main" noGrp="1"/>
          </p:cNvSpPr>
          <p:nvPr/>
        </p:nvSpPr>
        <p:spPr>
          <a:xfrm xmlns:a="http://schemas.openxmlformats.org/drawingml/2006/main">
            <a:off x="5374037" y="30097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15" name="L-Town node n4">
            <a:extLst xmlns:a="http://schemas.openxmlformats.org/drawingml/2006/main">
              <a:ext uri="{FF2B5EF4-FFF2-40B4-BE49-F238E27FC236}">
                <a16:creationId xmlns:a16="http://schemas.microsoft.com/office/drawing/2014/main" id="{5D933A25-ADF2-4CA2-9839-7E0A26321896}"/>
              </a:ext>
            </a:extLst>
          </p:cNvPr>
          <p:cNvSpPr>
            <a:spLocks xmlns:a="http://schemas.openxmlformats.org/drawingml/2006/main" noGrp="1"/>
          </p:cNvSpPr>
          <p:nvPr/>
        </p:nvSpPr>
        <p:spPr>
          <a:xfrm xmlns:a="http://schemas.openxmlformats.org/drawingml/2006/main">
            <a:off x="5274299" y="31915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16" name="L-Town node n5">
            <a:extLst xmlns:a="http://schemas.openxmlformats.org/drawingml/2006/main">
              <a:ext uri="{FF2B5EF4-FFF2-40B4-BE49-F238E27FC236}">
                <a16:creationId xmlns:a16="http://schemas.microsoft.com/office/drawing/2014/main" id="{04BD7C0D-64FD-470D-8D78-62CD28C71540}"/>
              </a:ext>
            </a:extLst>
          </p:cNvPr>
          <p:cNvSpPr>
            <a:spLocks xmlns:a="http://schemas.openxmlformats.org/drawingml/2006/main" noGrp="1"/>
          </p:cNvSpPr>
          <p:nvPr/>
        </p:nvSpPr>
        <p:spPr>
          <a:xfrm xmlns:a="http://schemas.openxmlformats.org/drawingml/2006/main">
            <a:off x="5241677" y="330144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17" name="L-Town node n6">
            <a:extLst xmlns:a="http://schemas.openxmlformats.org/drawingml/2006/main">
              <a:ext uri="{FF2B5EF4-FFF2-40B4-BE49-F238E27FC236}">
                <a16:creationId xmlns:a16="http://schemas.microsoft.com/office/drawing/2014/main" id="{8C078E52-A0E4-44A0-8DEC-20B5B1508B09}"/>
              </a:ext>
            </a:extLst>
          </p:cNvPr>
          <p:cNvSpPr>
            <a:spLocks xmlns:a="http://schemas.openxmlformats.org/drawingml/2006/main" noGrp="1"/>
          </p:cNvSpPr>
          <p:nvPr/>
        </p:nvSpPr>
        <p:spPr>
          <a:xfrm xmlns:a="http://schemas.openxmlformats.org/drawingml/2006/main">
            <a:off x="5362314" y="31498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18" name="L-Town node n7">
            <a:extLst xmlns:a="http://schemas.openxmlformats.org/drawingml/2006/main">
              <a:ext uri="{FF2B5EF4-FFF2-40B4-BE49-F238E27FC236}">
                <a16:creationId xmlns:a16="http://schemas.microsoft.com/office/drawing/2014/main" id="{822293C9-8BF0-47E9-B773-EDD1623BC649}"/>
              </a:ext>
            </a:extLst>
          </p:cNvPr>
          <p:cNvSpPr>
            <a:spLocks xmlns:a="http://schemas.openxmlformats.org/drawingml/2006/main" noGrp="1"/>
          </p:cNvSpPr>
          <p:nvPr/>
        </p:nvSpPr>
        <p:spPr>
          <a:xfrm xmlns:a="http://schemas.openxmlformats.org/drawingml/2006/main">
            <a:off x="5490303" y="29363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19" name="L-Town node n8">
            <a:extLst xmlns:a="http://schemas.openxmlformats.org/drawingml/2006/main">
              <a:ext uri="{FF2B5EF4-FFF2-40B4-BE49-F238E27FC236}">
                <a16:creationId xmlns:a16="http://schemas.microsoft.com/office/drawing/2014/main" id="{7931A5F9-4AF0-4409-A7BD-36930799BFE0}"/>
              </a:ext>
            </a:extLst>
          </p:cNvPr>
          <p:cNvSpPr>
            <a:spLocks xmlns:a="http://schemas.openxmlformats.org/drawingml/2006/main" noGrp="1"/>
          </p:cNvSpPr>
          <p:nvPr/>
        </p:nvSpPr>
        <p:spPr>
          <a:xfrm xmlns:a="http://schemas.openxmlformats.org/drawingml/2006/main">
            <a:off x="5246060" y="336272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0" name="L-Town node n9">
            <a:extLst xmlns:a="http://schemas.openxmlformats.org/drawingml/2006/main">
              <a:ext uri="{FF2B5EF4-FFF2-40B4-BE49-F238E27FC236}">
                <a16:creationId xmlns:a16="http://schemas.microsoft.com/office/drawing/2014/main" id="{0A6078EF-D073-42D2-97AC-7F7006FCF42A}"/>
              </a:ext>
            </a:extLst>
          </p:cNvPr>
          <p:cNvSpPr>
            <a:spLocks xmlns:a="http://schemas.openxmlformats.org/drawingml/2006/main" noGrp="1"/>
          </p:cNvSpPr>
          <p:nvPr/>
        </p:nvSpPr>
        <p:spPr>
          <a:xfrm xmlns:a="http://schemas.openxmlformats.org/drawingml/2006/main">
            <a:off x="5356671" y="320070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1" name="L-Town node n10">
            <a:extLst xmlns:a="http://schemas.openxmlformats.org/drawingml/2006/main">
              <a:ext uri="{FF2B5EF4-FFF2-40B4-BE49-F238E27FC236}">
                <a16:creationId xmlns:a16="http://schemas.microsoft.com/office/drawing/2014/main" id="{A98D38A5-A3B1-42CF-8B4E-557025BD2F87}"/>
              </a:ext>
            </a:extLst>
          </p:cNvPr>
          <p:cNvSpPr>
            <a:spLocks xmlns:a="http://schemas.openxmlformats.org/drawingml/2006/main" noGrp="1"/>
          </p:cNvSpPr>
          <p:nvPr/>
        </p:nvSpPr>
        <p:spPr>
          <a:xfrm xmlns:a="http://schemas.openxmlformats.org/drawingml/2006/main">
            <a:off x="5480266" y="301624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2" name="L-Town node n11">
            <a:extLst xmlns:a="http://schemas.openxmlformats.org/drawingml/2006/main">
              <a:ext uri="{FF2B5EF4-FFF2-40B4-BE49-F238E27FC236}">
                <a16:creationId xmlns:a16="http://schemas.microsoft.com/office/drawing/2014/main" id="{FEBBADF4-AC0B-4010-BE0D-46846149E578}"/>
              </a:ext>
            </a:extLst>
          </p:cNvPr>
          <p:cNvSpPr>
            <a:spLocks xmlns:a="http://schemas.openxmlformats.org/drawingml/2006/main" noGrp="1"/>
          </p:cNvSpPr>
          <p:nvPr/>
        </p:nvSpPr>
        <p:spPr>
          <a:xfrm xmlns:a="http://schemas.openxmlformats.org/drawingml/2006/main">
            <a:off x="5251349" y="34366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3" name="L-Town node n12">
            <a:extLst xmlns:a="http://schemas.openxmlformats.org/drawingml/2006/main">
              <a:ext uri="{FF2B5EF4-FFF2-40B4-BE49-F238E27FC236}">
                <a16:creationId xmlns:a16="http://schemas.microsoft.com/office/drawing/2014/main" id="{E5F4B5FD-4173-467D-BC1E-349B377F9B05}"/>
              </a:ext>
            </a:extLst>
          </p:cNvPr>
          <p:cNvSpPr>
            <a:spLocks xmlns:a="http://schemas.openxmlformats.org/drawingml/2006/main" noGrp="1"/>
          </p:cNvSpPr>
          <p:nvPr/>
        </p:nvSpPr>
        <p:spPr>
          <a:xfrm xmlns:a="http://schemas.openxmlformats.org/drawingml/2006/main">
            <a:off x="5373813" y="32449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4" name="L-Town node n13">
            <a:extLst xmlns:a="http://schemas.openxmlformats.org/drawingml/2006/main">
              <a:ext uri="{FF2B5EF4-FFF2-40B4-BE49-F238E27FC236}">
                <a16:creationId xmlns:a16="http://schemas.microsoft.com/office/drawing/2014/main" id="{25BE4FA8-7672-4119-A87A-D55E15B20E0D}"/>
              </a:ext>
            </a:extLst>
          </p:cNvPr>
          <p:cNvSpPr>
            <a:spLocks xmlns:a="http://schemas.openxmlformats.org/drawingml/2006/main" noGrp="1"/>
          </p:cNvSpPr>
          <p:nvPr/>
        </p:nvSpPr>
        <p:spPr>
          <a:xfrm xmlns:a="http://schemas.openxmlformats.org/drawingml/2006/main">
            <a:off x="5255520" y="350591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5" name="L-Town node n14">
            <a:extLst xmlns:a="http://schemas.openxmlformats.org/drawingml/2006/main">
              <a:ext uri="{FF2B5EF4-FFF2-40B4-BE49-F238E27FC236}">
                <a16:creationId xmlns:a16="http://schemas.microsoft.com/office/drawing/2014/main" id="{FFD8C4AB-F76D-47C5-A0C9-8870ED9882D7}"/>
              </a:ext>
            </a:extLst>
          </p:cNvPr>
          <p:cNvSpPr>
            <a:spLocks xmlns:a="http://schemas.openxmlformats.org/drawingml/2006/main" noGrp="1"/>
          </p:cNvSpPr>
          <p:nvPr/>
        </p:nvSpPr>
        <p:spPr>
          <a:xfrm xmlns:a="http://schemas.openxmlformats.org/drawingml/2006/main">
            <a:off x="5410510" y="324734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6" name="L-Town node n15">
            <a:extLst xmlns:a="http://schemas.openxmlformats.org/drawingml/2006/main">
              <a:ext uri="{FF2B5EF4-FFF2-40B4-BE49-F238E27FC236}">
                <a16:creationId xmlns:a16="http://schemas.microsoft.com/office/drawing/2014/main" id="{E10D40E0-A7E4-4A8B-A800-DB435F7CB1BB}"/>
              </a:ext>
            </a:extLst>
          </p:cNvPr>
          <p:cNvSpPr>
            <a:spLocks xmlns:a="http://schemas.openxmlformats.org/drawingml/2006/main" noGrp="1"/>
          </p:cNvSpPr>
          <p:nvPr/>
        </p:nvSpPr>
        <p:spPr>
          <a:xfrm xmlns:a="http://schemas.openxmlformats.org/drawingml/2006/main">
            <a:off x="5460697" y="31670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7" name="L-Town node n16">
            <a:extLst xmlns:a="http://schemas.openxmlformats.org/drawingml/2006/main">
              <a:ext uri="{FF2B5EF4-FFF2-40B4-BE49-F238E27FC236}">
                <a16:creationId xmlns:a16="http://schemas.microsoft.com/office/drawing/2014/main" id="{9381FC63-97C5-4606-B3BA-0F71A77ACACA}"/>
              </a:ext>
            </a:extLst>
          </p:cNvPr>
          <p:cNvSpPr>
            <a:spLocks xmlns:a="http://schemas.openxmlformats.org/drawingml/2006/main" noGrp="1"/>
          </p:cNvSpPr>
          <p:nvPr/>
        </p:nvSpPr>
        <p:spPr>
          <a:xfrm xmlns:a="http://schemas.openxmlformats.org/drawingml/2006/main">
            <a:off x="5450719" y="324993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8" name="L-Town node n17">
            <a:extLst xmlns:a="http://schemas.openxmlformats.org/drawingml/2006/main">
              <a:ext uri="{FF2B5EF4-FFF2-40B4-BE49-F238E27FC236}">
                <a16:creationId xmlns:a16="http://schemas.microsoft.com/office/drawing/2014/main" id="{C1AF41D0-D0C3-4FA1-9AD7-5C33E1B97FDD}"/>
              </a:ext>
            </a:extLst>
          </p:cNvPr>
          <p:cNvSpPr>
            <a:spLocks xmlns:a="http://schemas.openxmlformats.org/drawingml/2006/main" noGrp="1"/>
          </p:cNvSpPr>
          <p:nvPr/>
        </p:nvSpPr>
        <p:spPr>
          <a:xfrm xmlns:a="http://schemas.openxmlformats.org/drawingml/2006/main">
            <a:off x="5263107" y="359050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29" name="L-Town node n18">
            <a:extLst xmlns:a="http://schemas.openxmlformats.org/drawingml/2006/main">
              <a:ext uri="{FF2B5EF4-FFF2-40B4-BE49-F238E27FC236}">
                <a16:creationId xmlns:a16="http://schemas.microsoft.com/office/drawing/2014/main" id="{12D88AB4-3259-4593-BC8D-A8DD74BF9DE6}"/>
              </a:ext>
            </a:extLst>
          </p:cNvPr>
          <p:cNvSpPr>
            <a:spLocks xmlns:a="http://schemas.openxmlformats.org/drawingml/2006/main" noGrp="1"/>
          </p:cNvSpPr>
          <p:nvPr/>
        </p:nvSpPr>
        <p:spPr>
          <a:xfrm xmlns:a="http://schemas.openxmlformats.org/drawingml/2006/main">
            <a:off x="5444581" y="33086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0" name="L-Town node n19">
            <a:extLst xmlns:a="http://schemas.openxmlformats.org/drawingml/2006/main">
              <a:ext uri="{FF2B5EF4-FFF2-40B4-BE49-F238E27FC236}">
                <a16:creationId xmlns:a16="http://schemas.microsoft.com/office/drawing/2014/main" id="{5030D367-7BCB-4BDD-B99A-E36A8754BEB5}"/>
              </a:ext>
            </a:extLst>
          </p:cNvPr>
          <p:cNvSpPr>
            <a:spLocks xmlns:a="http://schemas.openxmlformats.org/drawingml/2006/main" noGrp="1"/>
          </p:cNvSpPr>
          <p:nvPr/>
        </p:nvSpPr>
        <p:spPr>
          <a:xfrm xmlns:a="http://schemas.openxmlformats.org/drawingml/2006/main">
            <a:off x="5572699" y="31156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1" name="L-Town node n20">
            <a:extLst xmlns:a="http://schemas.openxmlformats.org/drawingml/2006/main">
              <a:ext uri="{FF2B5EF4-FFF2-40B4-BE49-F238E27FC236}">
                <a16:creationId xmlns:a16="http://schemas.microsoft.com/office/drawing/2014/main" id="{CB480CB0-61F4-4FBE-9147-8326151309EF}"/>
              </a:ext>
            </a:extLst>
          </p:cNvPr>
          <p:cNvSpPr>
            <a:spLocks xmlns:a="http://schemas.openxmlformats.org/drawingml/2006/main" noGrp="1"/>
          </p:cNvSpPr>
          <p:nvPr/>
        </p:nvSpPr>
        <p:spPr>
          <a:xfrm xmlns:a="http://schemas.openxmlformats.org/drawingml/2006/main">
            <a:off x="5438243" y="33722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2" name="L-Town node n21">
            <a:extLst xmlns:a="http://schemas.openxmlformats.org/drawingml/2006/main">
              <a:ext uri="{FF2B5EF4-FFF2-40B4-BE49-F238E27FC236}">
                <a16:creationId xmlns:a16="http://schemas.microsoft.com/office/drawing/2014/main" id="{D8AC2ADF-D48C-4F9E-B03F-94D3C594BA11}"/>
              </a:ext>
            </a:extLst>
          </p:cNvPr>
          <p:cNvSpPr>
            <a:spLocks xmlns:a="http://schemas.openxmlformats.org/drawingml/2006/main" noGrp="1"/>
          </p:cNvSpPr>
          <p:nvPr/>
        </p:nvSpPr>
        <p:spPr>
          <a:xfrm xmlns:a="http://schemas.openxmlformats.org/drawingml/2006/main">
            <a:off x="5267937" y="367686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3" name="L-Town node n22">
            <a:extLst xmlns:a="http://schemas.openxmlformats.org/drawingml/2006/main">
              <a:ext uri="{FF2B5EF4-FFF2-40B4-BE49-F238E27FC236}">
                <a16:creationId xmlns:a16="http://schemas.microsoft.com/office/drawing/2014/main" id="{3D68EF98-5477-4823-8ECD-1A5A75DD5AC2}"/>
              </a:ext>
            </a:extLst>
          </p:cNvPr>
          <p:cNvSpPr>
            <a:spLocks xmlns:a="http://schemas.openxmlformats.org/drawingml/2006/main" noGrp="1"/>
          </p:cNvSpPr>
          <p:nvPr/>
        </p:nvSpPr>
        <p:spPr>
          <a:xfrm xmlns:a="http://schemas.openxmlformats.org/drawingml/2006/main">
            <a:off x="5673922" y="299884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4" name="L-Town node n23">
            <a:extLst xmlns:a="http://schemas.openxmlformats.org/drawingml/2006/main">
              <a:ext uri="{FF2B5EF4-FFF2-40B4-BE49-F238E27FC236}">
                <a16:creationId xmlns:a16="http://schemas.microsoft.com/office/drawing/2014/main" id="{5308BE54-759B-40B0-9CAE-B3FBB59787CE}"/>
              </a:ext>
            </a:extLst>
          </p:cNvPr>
          <p:cNvSpPr>
            <a:spLocks xmlns:a="http://schemas.openxmlformats.org/drawingml/2006/main" noGrp="1"/>
          </p:cNvSpPr>
          <p:nvPr/>
        </p:nvSpPr>
        <p:spPr>
          <a:xfrm xmlns:a="http://schemas.openxmlformats.org/drawingml/2006/main">
            <a:off x="5425142" y="344303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5" name="L-Town node n24">
            <a:extLst xmlns:a="http://schemas.openxmlformats.org/drawingml/2006/main">
              <a:ext uri="{FF2B5EF4-FFF2-40B4-BE49-F238E27FC236}">
                <a16:creationId xmlns:a16="http://schemas.microsoft.com/office/drawing/2014/main" id="{DFF26C8F-3ABB-44CE-B68F-2B7F8145AE6C}"/>
              </a:ext>
            </a:extLst>
          </p:cNvPr>
          <p:cNvSpPr>
            <a:spLocks xmlns:a="http://schemas.openxmlformats.org/drawingml/2006/main" noGrp="1"/>
          </p:cNvSpPr>
          <p:nvPr/>
        </p:nvSpPr>
        <p:spPr>
          <a:xfrm xmlns:a="http://schemas.openxmlformats.org/drawingml/2006/main">
            <a:off x="5517788" y="33318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6" name="L-Town node n25">
            <a:extLst xmlns:a="http://schemas.openxmlformats.org/drawingml/2006/main">
              <a:ext uri="{FF2B5EF4-FFF2-40B4-BE49-F238E27FC236}">
                <a16:creationId xmlns:a16="http://schemas.microsoft.com/office/drawing/2014/main" id="{F471DE4E-DCDB-48A5-97E0-83795F4896E7}"/>
              </a:ext>
            </a:extLst>
          </p:cNvPr>
          <p:cNvSpPr>
            <a:spLocks xmlns:a="http://schemas.openxmlformats.org/drawingml/2006/main" noGrp="1"/>
          </p:cNvSpPr>
          <p:nvPr/>
        </p:nvSpPr>
        <p:spPr>
          <a:xfrm xmlns:a="http://schemas.openxmlformats.org/drawingml/2006/main">
            <a:off x="5285290" y="37410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7" name="L-Town node n26">
            <a:extLst xmlns:a="http://schemas.openxmlformats.org/drawingml/2006/main">
              <a:ext uri="{FF2B5EF4-FFF2-40B4-BE49-F238E27FC236}">
                <a16:creationId xmlns:a16="http://schemas.microsoft.com/office/drawing/2014/main" id="{7124C064-6006-4A22-81CF-7341596D619D}"/>
              </a:ext>
            </a:extLst>
          </p:cNvPr>
          <p:cNvSpPr>
            <a:spLocks xmlns:a="http://schemas.openxmlformats.org/drawingml/2006/main" noGrp="1"/>
          </p:cNvSpPr>
          <p:nvPr/>
        </p:nvSpPr>
        <p:spPr>
          <a:xfrm xmlns:a="http://schemas.openxmlformats.org/drawingml/2006/main">
            <a:off x="5419252" y="35321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8" name="L-Town node n27">
            <a:extLst xmlns:a="http://schemas.openxmlformats.org/drawingml/2006/main">
              <a:ext uri="{FF2B5EF4-FFF2-40B4-BE49-F238E27FC236}">
                <a16:creationId xmlns:a16="http://schemas.microsoft.com/office/drawing/2014/main" id="{3D12C7C1-3FC9-49F2-B4F2-F6F67CCB9CB2}"/>
              </a:ext>
            </a:extLst>
          </p:cNvPr>
          <p:cNvSpPr>
            <a:spLocks xmlns:a="http://schemas.openxmlformats.org/drawingml/2006/main" noGrp="1"/>
          </p:cNvSpPr>
          <p:nvPr/>
        </p:nvSpPr>
        <p:spPr>
          <a:xfrm xmlns:a="http://schemas.openxmlformats.org/drawingml/2006/main">
            <a:off x="5500753" y="34159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39" name="L-Town node n28">
            <a:extLst xmlns:a="http://schemas.openxmlformats.org/drawingml/2006/main">
              <a:ext uri="{FF2B5EF4-FFF2-40B4-BE49-F238E27FC236}">
                <a16:creationId xmlns:a16="http://schemas.microsoft.com/office/drawing/2014/main" id="{F1F1527D-B0FF-4410-98F1-1117F9D52BA4}"/>
              </a:ext>
            </a:extLst>
          </p:cNvPr>
          <p:cNvSpPr>
            <a:spLocks xmlns:a="http://schemas.openxmlformats.org/drawingml/2006/main" noGrp="1"/>
          </p:cNvSpPr>
          <p:nvPr/>
        </p:nvSpPr>
        <p:spPr>
          <a:xfrm xmlns:a="http://schemas.openxmlformats.org/drawingml/2006/main">
            <a:off x="5414869" y="356683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0" name="L-Town node n29">
            <a:extLst xmlns:a="http://schemas.openxmlformats.org/drawingml/2006/main">
              <a:ext uri="{FF2B5EF4-FFF2-40B4-BE49-F238E27FC236}">
                <a16:creationId xmlns:a16="http://schemas.microsoft.com/office/drawing/2014/main" id="{BA5C07A5-C1D8-4C2D-B5BB-DC5C4D397BB6}"/>
              </a:ext>
            </a:extLst>
          </p:cNvPr>
          <p:cNvSpPr>
            <a:spLocks xmlns:a="http://schemas.openxmlformats.org/drawingml/2006/main" noGrp="1"/>
          </p:cNvSpPr>
          <p:nvPr/>
        </p:nvSpPr>
        <p:spPr>
          <a:xfrm xmlns:a="http://schemas.openxmlformats.org/drawingml/2006/main">
            <a:off x="5623428" y="32060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1" name="L-Town node n30">
            <a:extLst xmlns:a="http://schemas.openxmlformats.org/drawingml/2006/main">
              <a:ext uri="{FF2B5EF4-FFF2-40B4-BE49-F238E27FC236}">
                <a16:creationId xmlns:a16="http://schemas.microsoft.com/office/drawing/2014/main" id="{4D2C7394-651E-47E5-9207-E2BEDD145544}"/>
              </a:ext>
            </a:extLst>
          </p:cNvPr>
          <p:cNvSpPr>
            <a:spLocks xmlns:a="http://schemas.openxmlformats.org/drawingml/2006/main" noGrp="1"/>
          </p:cNvSpPr>
          <p:nvPr/>
        </p:nvSpPr>
        <p:spPr>
          <a:xfrm xmlns:a="http://schemas.openxmlformats.org/drawingml/2006/main">
            <a:off x="5732497" y="30204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2" name="L-Town node n31">
            <a:extLst xmlns:a="http://schemas.openxmlformats.org/drawingml/2006/main">
              <a:ext uri="{FF2B5EF4-FFF2-40B4-BE49-F238E27FC236}">
                <a16:creationId xmlns:a16="http://schemas.microsoft.com/office/drawing/2014/main" id="{167AF043-B240-4E46-A096-4F2816733AD0}"/>
              </a:ext>
            </a:extLst>
          </p:cNvPr>
          <p:cNvSpPr>
            <a:spLocks xmlns:a="http://schemas.openxmlformats.org/drawingml/2006/main" noGrp="1"/>
          </p:cNvSpPr>
          <p:nvPr/>
        </p:nvSpPr>
        <p:spPr>
          <a:xfrm xmlns:a="http://schemas.openxmlformats.org/drawingml/2006/main">
            <a:off x="5480336" y="34576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3" name="L-Town node n32">
            <a:extLst xmlns:a="http://schemas.openxmlformats.org/drawingml/2006/main">
              <a:ext uri="{FF2B5EF4-FFF2-40B4-BE49-F238E27FC236}">
                <a16:creationId xmlns:a16="http://schemas.microsoft.com/office/drawing/2014/main" id="{6B5CA57C-95C8-40D5-87D3-23FBF2717ED4}"/>
              </a:ext>
            </a:extLst>
          </p:cNvPr>
          <p:cNvSpPr>
            <a:spLocks xmlns:a="http://schemas.openxmlformats.org/drawingml/2006/main" noGrp="1"/>
          </p:cNvSpPr>
          <p:nvPr/>
        </p:nvSpPr>
        <p:spPr>
          <a:xfrm xmlns:a="http://schemas.openxmlformats.org/drawingml/2006/main">
            <a:off x="5617679" y="322727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4" name="L-Town node n33">
            <a:extLst xmlns:a="http://schemas.openxmlformats.org/drawingml/2006/main">
              <a:ext uri="{FF2B5EF4-FFF2-40B4-BE49-F238E27FC236}">
                <a16:creationId xmlns:a16="http://schemas.microsoft.com/office/drawing/2014/main" id="{A702D5CE-1745-4DFB-A56E-7194D5B91C08}"/>
              </a:ext>
            </a:extLst>
          </p:cNvPr>
          <p:cNvSpPr>
            <a:spLocks xmlns:a="http://schemas.openxmlformats.org/drawingml/2006/main" noGrp="1"/>
          </p:cNvSpPr>
          <p:nvPr/>
        </p:nvSpPr>
        <p:spPr>
          <a:xfrm xmlns:a="http://schemas.openxmlformats.org/drawingml/2006/main">
            <a:off x="5408213" y="36180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5" name="L-Town node n34">
            <a:extLst xmlns:a="http://schemas.openxmlformats.org/drawingml/2006/main">
              <a:ext uri="{FF2B5EF4-FFF2-40B4-BE49-F238E27FC236}">
                <a16:creationId xmlns:a16="http://schemas.microsoft.com/office/drawing/2014/main" id="{2EA47BCC-602E-4915-A6E6-14C73762D8A5}"/>
              </a:ext>
            </a:extLst>
          </p:cNvPr>
          <p:cNvSpPr>
            <a:spLocks xmlns:a="http://schemas.openxmlformats.org/drawingml/2006/main" noGrp="1"/>
          </p:cNvSpPr>
          <p:nvPr/>
        </p:nvSpPr>
        <p:spPr>
          <a:xfrm xmlns:a="http://schemas.openxmlformats.org/drawingml/2006/main">
            <a:off x="5553850" y="34345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6" name="L-Town node n35">
            <a:extLst xmlns:a="http://schemas.openxmlformats.org/drawingml/2006/main">
              <a:ext uri="{FF2B5EF4-FFF2-40B4-BE49-F238E27FC236}">
                <a16:creationId xmlns:a16="http://schemas.microsoft.com/office/drawing/2014/main" id="{7EA5338B-844D-4636-914D-49EC5C438BEC}"/>
              </a:ext>
            </a:extLst>
          </p:cNvPr>
          <p:cNvSpPr>
            <a:spLocks xmlns:a="http://schemas.openxmlformats.org/drawingml/2006/main" noGrp="1"/>
          </p:cNvSpPr>
          <p:nvPr/>
        </p:nvSpPr>
        <p:spPr>
          <a:xfrm xmlns:a="http://schemas.openxmlformats.org/drawingml/2006/main">
            <a:off x="5398918" y="370298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7" name="L-Town node n36">
            <a:extLst xmlns:a="http://schemas.openxmlformats.org/drawingml/2006/main">
              <a:ext uri="{FF2B5EF4-FFF2-40B4-BE49-F238E27FC236}">
                <a16:creationId xmlns:a16="http://schemas.microsoft.com/office/drawing/2014/main" id="{2487B916-8634-4A40-A187-665D5D322263}"/>
              </a:ext>
            </a:extLst>
          </p:cNvPr>
          <p:cNvSpPr>
            <a:spLocks xmlns:a="http://schemas.openxmlformats.org/drawingml/2006/main" noGrp="1"/>
          </p:cNvSpPr>
          <p:nvPr/>
        </p:nvSpPr>
        <p:spPr>
          <a:xfrm xmlns:a="http://schemas.openxmlformats.org/drawingml/2006/main">
            <a:off x="5673992" y="32449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8" name="L-Town node n37">
            <a:extLst xmlns:a="http://schemas.openxmlformats.org/drawingml/2006/main">
              <a:ext uri="{FF2B5EF4-FFF2-40B4-BE49-F238E27FC236}">
                <a16:creationId xmlns:a16="http://schemas.microsoft.com/office/drawing/2014/main" id="{A412D7B6-7B75-43BF-9E54-95FE3F84B023}"/>
              </a:ext>
            </a:extLst>
          </p:cNvPr>
          <p:cNvSpPr>
            <a:spLocks xmlns:a="http://schemas.openxmlformats.org/drawingml/2006/main" noGrp="1"/>
          </p:cNvSpPr>
          <p:nvPr/>
        </p:nvSpPr>
        <p:spPr>
          <a:xfrm xmlns:a="http://schemas.openxmlformats.org/drawingml/2006/main">
            <a:off x="5531607" y="35017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49" name="L-Town node n38">
            <a:extLst xmlns:a="http://schemas.openxmlformats.org/drawingml/2006/main">
              <a:ext uri="{FF2B5EF4-FFF2-40B4-BE49-F238E27FC236}">
                <a16:creationId xmlns:a16="http://schemas.microsoft.com/office/drawing/2014/main" id="{B9C9A2EF-E3CE-42EF-9A72-7AF2948D94A9}"/>
              </a:ext>
            </a:extLst>
          </p:cNvPr>
          <p:cNvSpPr>
            <a:spLocks xmlns:a="http://schemas.openxmlformats.org/drawingml/2006/main" noGrp="1"/>
          </p:cNvSpPr>
          <p:nvPr/>
        </p:nvSpPr>
        <p:spPr>
          <a:xfrm xmlns:a="http://schemas.openxmlformats.org/drawingml/2006/main">
            <a:off x="5394700" y="374841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0" name="L-Town node n39">
            <a:extLst xmlns:a="http://schemas.openxmlformats.org/drawingml/2006/main">
              <a:ext uri="{FF2B5EF4-FFF2-40B4-BE49-F238E27FC236}">
                <a16:creationId xmlns:a16="http://schemas.microsoft.com/office/drawing/2014/main" id="{F7827F7E-F0DC-4CC4-B285-8385E9F95FB8}"/>
              </a:ext>
            </a:extLst>
          </p:cNvPr>
          <p:cNvSpPr>
            <a:spLocks xmlns:a="http://schemas.openxmlformats.org/drawingml/2006/main" noGrp="1"/>
          </p:cNvSpPr>
          <p:nvPr/>
        </p:nvSpPr>
        <p:spPr>
          <a:xfrm xmlns:a="http://schemas.openxmlformats.org/drawingml/2006/main">
            <a:off x="5513252" y="35573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1" name="L-Town node n40">
            <a:extLst xmlns:a="http://schemas.openxmlformats.org/drawingml/2006/main">
              <a:ext uri="{FF2B5EF4-FFF2-40B4-BE49-F238E27FC236}">
                <a16:creationId xmlns:a16="http://schemas.microsoft.com/office/drawing/2014/main" id="{5E3BB80C-9386-4FED-B551-DDCBC1EAF4FD}"/>
              </a:ext>
            </a:extLst>
          </p:cNvPr>
          <p:cNvSpPr>
            <a:spLocks xmlns:a="http://schemas.openxmlformats.org/drawingml/2006/main" noGrp="1"/>
          </p:cNvSpPr>
          <p:nvPr/>
        </p:nvSpPr>
        <p:spPr>
          <a:xfrm xmlns:a="http://schemas.openxmlformats.org/drawingml/2006/main">
            <a:off x="5490680" y="36486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2" name="L-Town node n41">
            <a:extLst xmlns:a="http://schemas.openxmlformats.org/drawingml/2006/main">
              <a:ext uri="{FF2B5EF4-FFF2-40B4-BE49-F238E27FC236}">
                <a16:creationId xmlns:a16="http://schemas.microsoft.com/office/drawing/2014/main" id="{F6ED4768-FA70-462B-998A-DBAC9BAC4A9F}"/>
              </a:ext>
            </a:extLst>
          </p:cNvPr>
          <p:cNvSpPr>
            <a:spLocks xmlns:a="http://schemas.openxmlformats.org/drawingml/2006/main" noGrp="1"/>
          </p:cNvSpPr>
          <p:nvPr/>
        </p:nvSpPr>
        <p:spPr>
          <a:xfrm xmlns:a="http://schemas.openxmlformats.org/drawingml/2006/main">
            <a:off x="5721870" y="326001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3" name="L-Town node n42">
            <a:extLst xmlns:a="http://schemas.openxmlformats.org/drawingml/2006/main">
              <a:ext uri="{FF2B5EF4-FFF2-40B4-BE49-F238E27FC236}">
                <a16:creationId xmlns:a16="http://schemas.microsoft.com/office/drawing/2014/main" id="{B19FFC98-7FB9-469C-ABCB-86DF48C75BD6}"/>
              </a:ext>
            </a:extLst>
          </p:cNvPr>
          <p:cNvSpPr>
            <a:spLocks xmlns:a="http://schemas.openxmlformats.org/drawingml/2006/main" noGrp="1"/>
          </p:cNvSpPr>
          <p:nvPr/>
        </p:nvSpPr>
        <p:spPr>
          <a:xfrm xmlns:a="http://schemas.openxmlformats.org/drawingml/2006/main">
            <a:off x="5530111" y="360762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4" name="L-Town node n43">
            <a:extLst xmlns:a="http://schemas.openxmlformats.org/drawingml/2006/main">
              <a:ext uri="{FF2B5EF4-FFF2-40B4-BE49-F238E27FC236}">
                <a16:creationId xmlns:a16="http://schemas.microsoft.com/office/drawing/2014/main" id="{6ADC59BE-C59D-443A-8996-4F9028F77815}"/>
              </a:ext>
            </a:extLst>
          </p:cNvPr>
          <p:cNvSpPr>
            <a:spLocks xmlns:a="http://schemas.openxmlformats.org/drawingml/2006/main" noGrp="1"/>
          </p:cNvSpPr>
          <p:nvPr/>
        </p:nvSpPr>
        <p:spPr>
          <a:xfrm xmlns:a="http://schemas.openxmlformats.org/drawingml/2006/main">
            <a:off x="5564146" y="35722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5" name="L-Town node n44">
            <a:extLst xmlns:a="http://schemas.openxmlformats.org/drawingml/2006/main">
              <a:ext uri="{FF2B5EF4-FFF2-40B4-BE49-F238E27FC236}">
                <a16:creationId xmlns:a16="http://schemas.microsoft.com/office/drawing/2014/main" id="{FC0FDD1A-C318-455E-8026-04FBD9450A29}"/>
              </a:ext>
            </a:extLst>
          </p:cNvPr>
          <p:cNvSpPr>
            <a:spLocks xmlns:a="http://schemas.openxmlformats.org/drawingml/2006/main" noGrp="1"/>
          </p:cNvSpPr>
          <p:nvPr/>
        </p:nvSpPr>
        <p:spPr>
          <a:xfrm xmlns:a="http://schemas.openxmlformats.org/drawingml/2006/main">
            <a:off x="5674310" y="33854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6" name="L-Town node n45">
            <a:extLst xmlns:a="http://schemas.openxmlformats.org/drawingml/2006/main">
              <a:ext uri="{FF2B5EF4-FFF2-40B4-BE49-F238E27FC236}">
                <a16:creationId xmlns:a16="http://schemas.microsoft.com/office/drawing/2014/main" id="{977AEB2D-5CC8-40D9-B0C0-F266FF687BD8}"/>
              </a:ext>
            </a:extLst>
          </p:cNvPr>
          <p:cNvSpPr>
            <a:spLocks xmlns:a="http://schemas.openxmlformats.org/drawingml/2006/main" noGrp="1"/>
          </p:cNvSpPr>
          <p:nvPr/>
        </p:nvSpPr>
        <p:spPr>
          <a:xfrm xmlns:a="http://schemas.openxmlformats.org/drawingml/2006/main">
            <a:off x="5596768" y="353751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7" name="L-Town node n46">
            <a:extLst xmlns:a="http://schemas.openxmlformats.org/drawingml/2006/main">
              <a:ext uri="{FF2B5EF4-FFF2-40B4-BE49-F238E27FC236}">
                <a16:creationId xmlns:a16="http://schemas.microsoft.com/office/drawing/2014/main" id="{95DCB3D0-E6A5-4DCD-B715-D441248799F0}"/>
              </a:ext>
            </a:extLst>
          </p:cNvPr>
          <p:cNvSpPr>
            <a:spLocks xmlns:a="http://schemas.openxmlformats.org/drawingml/2006/main" noGrp="1"/>
          </p:cNvSpPr>
          <p:nvPr/>
        </p:nvSpPr>
        <p:spPr>
          <a:xfrm xmlns:a="http://schemas.openxmlformats.org/drawingml/2006/main">
            <a:off x="5731684" y="33217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8" name="L-Town node n47">
            <a:extLst xmlns:a="http://schemas.openxmlformats.org/drawingml/2006/main">
              <a:ext uri="{FF2B5EF4-FFF2-40B4-BE49-F238E27FC236}">
                <a16:creationId xmlns:a16="http://schemas.microsoft.com/office/drawing/2014/main" id="{07C05E24-BB97-4420-A55A-03F4B2EE696E}"/>
              </a:ext>
            </a:extLst>
          </p:cNvPr>
          <p:cNvSpPr>
            <a:spLocks xmlns:a="http://schemas.openxmlformats.org/drawingml/2006/main" noGrp="1"/>
          </p:cNvSpPr>
          <p:nvPr/>
        </p:nvSpPr>
        <p:spPr>
          <a:xfrm xmlns:a="http://schemas.openxmlformats.org/drawingml/2006/main">
            <a:off x="5727018" y="333120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59" name="L-Town node n48">
            <a:extLst xmlns:a="http://schemas.openxmlformats.org/drawingml/2006/main">
              <a:ext uri="{FF2B5EF4-FFF2-40B4-BE49-F238E27FC236}">
                <a16:creationId xmlns:a16="http://schemas.microsoft.com/office/drawing/2014/main" id="{63BB8E24-8964-46D0-A0EA-113706208183}"/>
              </a:ext>
            </a:extLst>
          </p:cNvPr>
          <p:cNvSpPr>
            <a:spLocks xmlns:a="http://schemas.openxmlformats.org/drawingml/2006/main" noGrp="1"/>
          </p:cNvSpPr>
          <p:nvPr/>
        </p:nvSpPr>
        <p:spPr>
          <a:xfrm xmlns:a="http://schemas.openxmlformats.org/drawingml/2006/main">
            <a:off x="5782448" y="326819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0" name="L-Town node n49">
            <a:extLst xmlns:a="http://schemas.openxmlformats.org/drawingml/2006/main">
              <a:ext uri="{FF2B5EF4-FFF2-40B4-BE49-F238E27FC236}">
                <a16:creationId xmlns:a16="http://schemas.microsoft.com/office/drawing/2014/main" id="{1EB2DD9A-0FC1-4DA5-BAB6-58A83B6E7E57}"/>
              </a:ext>
            </a:extLst>
          </p:cNvPr>
          <p:cNvSpPr>
            <a:spLocks xmlns:a="http://schemas.openxmlformats.org/drawingml/2006/main" noGrp="1"/>
          </p:cNvSpPr>
          <p:nvPr/>
        </p:nvSpPr>
        <p:spPr>
          <a:xfrm xmlns:a="http://schemas.openxmlformats.org/drawingml/2006/main">
            <a:off x="5666028" y="34965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1" name="L-Town node n50">
            <a:extLst xmlns:a="http://schemas.openxmlformats.org/drawingml/2006/main">
              <a:ext uri="{FF2B5EF4-FFF2-40B4-BE49-F238E27FC236}">
                <a16:creationId xmlns:a16="http://schemas.microsoft.com/office/drawing/2014/main" id="{CB56FE19-5C39-4668-B57C-148FD646A8B7}"/>
              </a:ext>
            </a:extLst>
          </p:cNvPr>
          <p:cNvSpPr>
            <a:spLocks xmlns:a="http://schemas.openxmlformats.org/drawingml/2006/main" noGrp="1"/>
          </p:cNvSpPr>
          <p:nvPr/>
        </p:nvSpPr>
        <p:spPr>
          <a:xfrm xmlns:a="http://schemas.openxmlformats.org/drawingml/2006/main">
            <a:off x="5910920" y="310517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2" name="L-Town node n51">
            <a:extLst xmlns:a="http://schemas.openxmlformats.org/drawingml/2006/main">
              <a:ext uri="{FF2B5EF4-FFF2-40B4-BE49-F238E27FC236}">
                <a16:creationId xmlns:a16="http://schemas.microsoft.com/office/drawing/2014/main" id="{7FA74C80-2640-45D4-BEFD-A14AC903CC46}"/>
              </a:ext>
            </a:extLst>
          </p:cNvPr>
          <p:cNvSpPr>
            <a:spLocks xmlns:a="http://schemas.openxmlformats.org/drawingml/2006/main" noGrp="1"/>
          </p:cNvSpPr>
          <p:nvPr/>
        </p:nvSpPr>
        <p:spPr>
          <a:xfrm xmlns:a="http://schemas.openxmlformats.org/drawingml/2006/main">
            <a:off x="5579803" y="37030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3" name="L-Town node n52">
            <a:extLst xmlns:a="http://schemas.openxmlformats.org/drawingml/2006/main">
              <a:ext uri="{FF2B5EF4-FFF2-40B4-BE49-F238E27FC236}">
                <a16:creationId xmlns:a16="http://schemas.microsoft.com/office/drawing/2014/main" id="{63BF0BEB-0CE1-4702-867B-533327CA30CA}"/>
              </a:ext>
            </a:extLst>
          </p:cNvPr>
          <p:cNvSpPr>
            <a:spLocks xmlns:a="http://schemas.openxmlformats.org/drawingml/2006/main" noGrp="1"/>
          </p:cNvSpPr>
          <p:nvPr/>
        </p:nvSpPr>
        <p:spPr>
          <a:xfrm xmlns:a="http://schemas.openxmlformats.org/drawingml/2006/main">
            <a:off x="5657958" y="35813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4" name="L-Town node n53">
            <a:extLst xmlns:a="http://schemas.openxmlformats.org/drawingml/2006/main">
              <a:ext uri="{FF2B5EF4-FFF2-40B4-BE49-F238E27FC236}">
                <a16:creationId xmlns:a16="http://schemas.microsoft.com/office/drawing/2014/main" id="{6005D76C-CAFB-4630-A5BA-0E72978FA2F4}"/>
              </a:ext>
            </a:extLst>
          </p:cNvPr>
          <p:cNvSpPr>
            <a:spLocks xmlns:a="http://schemas.openxmlformats.org/drawingml/2006/main" noGrp="1"/>
          </p:cNvSpPr>
          <p:nvPr/>
        </p:nvSpPr>
        <p:spPr>
          <a:xfrm xmlns:a="http://schemas.openxmlformats.org/drawingml/2006/main">
            <a:off x="5578413" y="37542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5" name="L-Town node n54">
            <a:extLst xmlns:a="http://schemas.openxmlformats.org/drawingml/2006/main">
              <a:ext uri="{FF2B5EF4-FFF2-40B4-BE49-F238E27FC236}">
                <a16:creationId xmlns:a16="http://schemas.microsoft.com/office/drawing/2014/main" id="{C4FEA6CE-C3E5-45FA-A6FF-28A98EB1F04F}"/>
              </a:ext>
            </a:extLst>
          </p:cNvPr>
          <p:cNvSpPr>
            <a:spLocks xmlns:a="http://schemas.openxmlformats.org/drawingml/2006/main" noGrp="1"/>
          </p:cNvSpPr>
          <p:nvPr/>
        </p:nvSpPr>
        <p:spPr>
          <a:xfrm xmlns:a="http://schemas.openxmlformats.org/drawingml/2006/main">
            <a:off x="5786984" y="343016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6" name="L-Town node n55">
            <a:extLst xmlns:a="http://schemas.openxmlformats.org/drawingml/2006/main">
              <a:ext uri="{FF2B5EF4-FFF2-40B4-BE49-F238E27FC236}">
                <a16:creationId xmlns:a16="http://schemas.microsoft.com/office/drawing/2014/main" id="{67E7ED2E-1307-45A9-8FE0-6CE6EE746E9E}"/>
              </a:ext>
            </a:extLst>
          </p:cNvPr>
          <p:cNvSpPr>
            <a:spLocks xmlns:a="http://schemas.openxmlformats.org/drawingml/2006/main" noGrp="1"/>
          </p:cNvSpPr>
          <p:nvPr/>
        </p:nvSpPr>
        <p:spPr>
          <a:xfrm xmlns:a="http://schemas.openxmlformats.org/drawingml/2006/main">
            <a:off x="5970614" y="31426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7" name="L-Town node n56">
            <a:extLst xmlns:a="http://schemas.openxmlformats.org/drawingml/2006/main">
              <a:ext uri="{FF2B5EF4-FFF2-40B4-BE49-F238E27FC236}">
                <a16:creationId xmlns:a16="http://schemas.microsoft.com/office/drawing/2014/main" id="{83A07EE3-6E08-4260-9405-3823AE9DD38C}"/>
              </a:ext>
            </a:extLst>
          </p:cNvPr>
          <p:cNvSpPr>
            <a:spLocks xmlns:a="http://schemas.openxmlformats.org/drawingml/2006/main" noGrp="1"/>
          </p:cNvSpPr>
          <p:nvPr/>
        </p:nvSpPr>
        <p:spPr>
          <a:xfrm xmlns:a="http://schemas.openxmlformats.org/drawingml/2006/main">
            <a:off x="5722412" y="358272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8" name="L-Town node n57">
            <a:extLst xmlns:a="http://schemas.openxmlformats.org/drawingml/2006/main">
              <a:ext uri="{FF2B5EF4-FFF2-40B4-BE49-F238E27FC236}">
                <a16:creationId xmlns:a16="http://schemas.microsoft.com/office/drawing/2014/main" id="{E8287969-DC36-4846-AF58-5472502B2A45}"/>
              </a:ext>
            </a:extLst>
          </p:cNvPr>
          <p:cNvSpPr>
            <a:spLocks xmlns:a="http://schemas.openxmlformats.org/drawingml/2006/main" noGrp="1"/>
          </p:cNvSpPr>
          <p:nvPr/>
        </p:nvSpPr>
        <p:spPr>
          <a:xfrm xmlns:a="http://schemas.openxmlformats.org/drawingml/2006/main">
            <a:off x="5772246" y="35115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69" name="L-Town node n58">
            <a:extLst xmlns:a="http://schemas.openxmlformats.org/drawingml/2006/main">
              <a:ext uri="{FF2B5EF4-FFF2-40B4-BE49-F238E27FC236}">
                <a16:creationId xmlns:a16="http://schemas.microsoft.com/office/drawing/2014/main" id="{B9A948CA-7497-4447-BD7B-6225727FD643}"/>
              </a:ext>
            </a:extLst>
          </p:cNvPr>
          <p:cNvSpPr>
            <a:spLocks xmlns:a="http://schemas.openxmlformats.org/drawingml/2006/main" noGrp="1"/>
          </p:cNvSpPr>
          <p:nvPr/>
        </p:nvSpPr>
        <p:spPr>
          <a:xfrm xmlns:a="http://schemas.openxmlformats.org/drawingml/2006/main">
            <a:off x="5674357" y="370613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0" name="L-Town node n59">
            <a:extLst xmlns:a="http://schemas.openxmlformats.org/drawingml/2006/main">
              <a:ext uri="{FF2B5EF4-FFF2-40B4-BE49-F238E27FC236}">
                <a16:creationId xmlns:a16="http://schemas.microsoft.com/office/drawing/2014/main" id="{FFF7EB4F-8685-4922-A3A5-BC8A30A53BEE}"/>
              </a:ext>
            </a:extLst>
          </p:cNvPr>
          <p:cNvSpPr>
            <a:spLocks xmlns:a="http://schemas.openxmlformats.org/drawingml/2006/main" noGrp="1"/>
          </p:cNvSpPr>
          <p:nvPr/>
        </p:nvSpPr>
        <p:spPr>
          <a:xfrm xmlns:a="http://schemas.openxmlformats.org/drawingml/2006/main">
            <a:off x="5960058" y="32702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1" name="L-Town node n60">
            <a:extLst xmlns:a="http://schemas.openxmlformats.org/drawingml/2006/main">
              <a:ext uri="{FF2B5EF4-FFF2-40B4-BE49-F238E27FC236}">
                <a16:creationId xmlns:a16="http://schemas.microsoft.com/office/drawing/2014/main" id="{AA2E7A16-D9D3-45D4-80FD-00AAF91B2552}"/>
              </a:ext>
            </a:extLst>
          </p:cNvPr>
          <p:cNvSpPr>
            <a:spLocks xmlns:a="http://schemas.openxmlformats.org/drawingml/2006/main" noGrp="1"/>
          </p:cNvSpPr>
          <p:nvPr/>
        </p:nvSpPr>
        <p:spPr>
          <a:xfrm xmlns:a="http://schemas.openxmlformats.org/drawingml/2006/main">
            <a:off x="5899056" y="343061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2" name="L-Town node n61">
            <a:extLst xmlns:a="http://schemas.openxmlformats.org/drawingml/2006/main">
              <a:ext uri="{FF2B5EF4-FFF2-40B4-BE49-F238E27FC236}">
                <a16:creationId xmlns:a16="http://schemas.microsoft.com/office/drawing/2014/main" id="{58E3C5F3-9C90-4E72-AB56-DA52D89E29EF}"/>
              </a:ext>
            </a:extLst>
          </p:cNvPr>
          <p:cNvSpPr>
            <a:spLocks xmlns:a="http://schemas.openxmlformats.org/drawingml/2006/main" noGrp="1"/>
          </p:cNvSpPr>
          <p:nvPr/>
        </p:nvSpPr>
        <p:spPr>
          <a:xfrm xmlns:a="http://schemas.openxmlformats.org/drawingml/2006/main">
            <a:off x="5909588" y="343361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3" name="L-Town node n62">
            <a:extLst xmlns:a="http://schemas.openxmlformats.org/drawingml/2006/main">
              <a:ext uri="{FF2B5EF4-FFF2-40B4-BE49-F238E27FC236}">
                <a16:creationId xmlns:a16="http://schemas.microsoft.com/office/drawing/2014/main" id="{BA375612-DA67-48DD-95FB-D10D8165CF68}"/>
              </a:ext>
            </a:extLst>
          </p:cNvPr>
          <p:cNvSpPr>
            <a:spLocks xmlns:a="http://schemas.openxmlformats.org/drawingml/2006/main" noGrp="1"/>
          </p:cNvSpPr>
          <p:nvPr/>
        </p:nvSpPr>
        <p:spPr>
          <a:xfrm xmlns:a="http://schemas.openxmlformats.org/drawingml/2006/main">
            <a:off x="5908505" y="34619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4" name="L-Town node n63">
            <a:extLst xmlns:a="http://schemas.openxmlformats.org/drawingml/2006/main">
              <a:ext uri="{FF2B5EF4-FFF2-40B4-BE49-F238E27FC236}">
                <a16:creationId xmlns:a16="http://schemas.microsoft.com/office/drawing/2014/main" id="{48B2A934-C62A-4047-BD25-B6494E706C22}"/>
              </a:ext>
            </a:extLst>
          </p:cNvPr>
          <p:cNvSpPr>
            <a:spLocks xmlns:a="http://schemas.openxmlformats.org/drawingml/2006/main" noGrp="1"/>
          </p:cNvSpPr>
          <p:nvPr/>
        </p:nvSpPr>
        <p:spPr>
          <a:xfrm xmlns:a="http://schemas.openxmlformats.org/drawingml/2006/main">
            <a:off x="5951116" y="34086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5" name="L-Town node n64">
            <a:extLst xmlns:a="http://schemas.openxmlformats.org/drawingml/2006/main">
              <a:ext uri="{FF2B5EF4-FFF2-40B4-BE49-F238E27FC236}">
                <a16:creationId xmlns:a16="http://schemas.microsoft.com/office/drawing/2014/main" id="{EAEB9FB9-DECF-4BC8-AF36-735067942588}"/>
              </a:ext>
            </a:extLst>
          </p:cNvPr>
          <p:cNvSpPr>
            <a:spLocks xmlns:a="http://schemas.openxmlformats.org/drawingml/2006/main" noGrp="1"/>
          </p:cNvSpPr>
          <p:nvPr/>
        </p:nvSpPr>
        <p:spPr>
          <a:xfrm xmlns:a="http://schemas.openxmlformats.org/drawingml/2006/main">
            <a:off x="5906148" y="35076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6" name="L-Town node n65">
            <a:extLst xmlns:a="http://schemas.openxmlformats.org/drawingml/2006/main">
              <a:ext uri="{FF2B5EF4-FFF2-40B4-BE49-F238E27FC236}">
                <a16:creationId xmlns:a16="http://schemas.microsoft.com/office/drawing/2014/main" id="{DBEA2CE8-530F-4E46-9D25-8E3862D38E30}"/>
              </a:ext>
            </a:extLst>
          </p:cNvPr>
          <p:cNvSpPr>
            <a:spLocks xmlns:a="http://schemas.openxmlformats.org/drawingml/2006/main" noGrp="1"/>
          </p:cNvSpPr>
          <p:nvPr/>
        </p:nvSpPr>
        <p:spPr>
          <a:xfrm xmlns:a="http://schemas.openxmlformats.org/drawingml/2006/main">
            <a:off x="5950586" y="344517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7" name="L-Town node n66">
            <a:extLst xmlns:a="http://schemas.openxmlformats.org/drawingml/2006/main">
              <a:ext uri="{FF2B5EF4-FFF2-40B4-BE49-F238E27FC236}">
                <a16:creationId xmlns:a16="http://schemas.microsoft.com/office/drawing/2014/main" id="{EA33AF7D-C564-4F6E-89C3-8ED66B85E0BD}"/>
              </a:ext>
            </a:extLst>
          </p:cNvPr>
          <p:cNvSpPr>
            <a:spLocks xmlns:a="http://schemas.openxmlformats.org/drawingml/2006/main" noGrp="1"/>
          </p:cNvSpPr>
          <p:nvPr/>
        </p:nvSpPr>
        <p:spPr>
          <a:xfrm xmlns:a="http://schemas.openxmlformats.org/drawingml/2006/main">
            <a:off x="5905371" y="352455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8" name="L-Town node n67">
            <a:extLst xmlns:a="http://schemas.openxmlformats.org/drawingml/2006/main">
              <a:ext uri="{FF2B5EF4-FFF2-40B4-BE49-F238E27FC236}">
                <a16:creationId xmlns:a16="http://schemas.microsoft.com/office/drawing/2014/main" id="{480DB860-BBE4-497D-B96A-90C9C8D362A2}"/>
              </a:ext>
            </a:extLst>
          </p:cNvPr>
          <p:cNvSpPr>
            <a:spLocks xmlns:a="http://schemas.openxmlformats.org/drawingml/2006/main" noGrp="1"/>
          </p:cNvSpPr>
          <p:nvPr/>
        </p:nvSpPr>
        <p:spPr>
          <a:xfrm xmlns:a="http://schemas.openxmlformats.org/drawingml/2006/main">
            <a:off x="5902119" y="358705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79" name="L-Town node n68">
            <a:extLst xmlns:a="http://schemas.openxmlformats.org/drawingml/2006/main">
              <a:ext uri="{FF2B5EF4-FFF2-40B4-BE49-F238E27FC236}">
                <a16:creationId xmlns:a16="http://schemas.microsoft.com/office/drawing/2014/main" id="{F4737448-32B4-4C1E-855B-4793838E1AD9}"/>
              </a:ext>
            </a:extLst>
          </p:cNvPr>
          <p:cNvSpPr>
            <a:spLocks xmlns:a="http://schemas.openxmlformats.org/drawingml/2006/main" noGrp="1"/>
          </p:cNvSpPr>
          <p:nvPr/>
        </p:nvSpPr>
        <p:spPr>
          <a:xfrm xmlns:a="http://schemas.openxmlformats.org/drawingml/2006/main">
            <a:off x="6122082" y="32711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0" name="L-Town node n69">
            <a:extLst xmlns:a="http://schemas.openxmlformats.org/drawingml/2006/main">
              <a:ext uri="{FF2B5EF4-FFF2-40B4-BE49-F238E27FC236}">
                <a16:creationId xmlns:a16="http://schemas.microsoft.com/office/drawing/2014/main" id="{A6C534BC-A052-4581-98EC-0A4F89C3AAEA}"/>
              </a:ext>
            </a:extLst>
          </p:cNvPr>
          <p:cNvSpPr>
            <a:spLocks xmlns:a="http://schemas.openxmlformats.org/drawingml/2006/main" noGrp="1"/>
          </p:cNvSpPr>
          <p:nvPr/>
        </p:nvSpPr>
        <p:spPr>
          <a:xfrm xmlns:a="http://schemas.openxmlformats.org/drawingml/2006/main">
            <a:off x="5848716" y="374961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1" name="L-Town node n70">
            <a:extLst xmlns:a="http://schemas.openxmlformats.org/drawingml/2006/main">
              <a:ext uri="{FF2B5EF4-FFF2-40B4-BE49-F238E27FC236}">
                <a16:creationId xmlns:a16="http://schemas.microsoft.com/office/drawing/2014/main" id="{0C8B62E6-CAE9-43F9-AD0E-BF5EDA2820DD}"/>
              </a:ext>
            </a:extLst>
          </p:cNvPr>
          <p:cNvSpPr>
            <a:spLocks xmlns:a="http://schemas.openxmlformats.org/drawingml/2006/main" noGrp="1"/>
          </p:cNvSpPr>
          <p:nvPr/>
        </p:nvSpPr>
        <p:spPr>
          <a:xfrm xmlns:a="http://schemas.openxmlformats.org/drawingml/2006/main">
            <a:off x="5898385" y="36729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2" name="L-Town node n71">
            <a:extLst xmlns:a="http://schemas.openxmlformats.org/drawingml/2006/main">
              <a:ext uri="{FF2B5EF4-FFF2-40B4-BE49-F238E27FC236}">
                <a16:creationId xmlns:a16="http://schemas.microsoft.com/office/drawing/2014/main" id="{0ED3A22E-37F3-469B-BAA5-71A39D6B89C5}"/>
              </a:ext>
            </a:extLst>
          </p:cNvPr>
          <p:cNvSpPr>
            <a:spLocks xmlns:a="http://schemas.openxmlformats.org/drawingml/2006/main" noGrp="1"/>
          </p:cNvSpPr>
          <p:nvPr/>
        </p:nvSpPr>
        <p:spPr>
          <a:xfrm xmlns:a="http://schemas.openxmlformats.org/drawingml/2006/main">
            <a:off x="5932809" y="367215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3" name="L-Town node n72">
            <a:extLst xmlns:a="http://schemas.openxmlformats.org/drawingml/2006/main">
              <a:ext uri="{FF2B5EF4-FFF2-40B4-BE49-F238E27FC236}">
                <a16:creationId xmlns:a16="http://schemas.microsoft.com/office/drawing/2014/main" id="{A917EC66-AD70-4D44-B9C2-DDAD255AAB5D}"/>
              </a:ext>
            </a:extLst>
          </p:cNvPr>
          <p:cNvSpPr>
            <a:spLocks xmlns:a="http://schemas.openxmlformats.org/drawingml/2006/main" noGrp="1"/>
          </p:cNvSpPr>
          <p:nvPr/>
        </p:nvSpPr>
        <p:spPr>
          <a:xfrm xmlns:a="http://schemas.openxmlformats.org/drawingml/2006/main">
            <a:off x="6061764" y="350486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4" name="L-Town node n73">
            <a:extLst xmlns:a="http://schemas.openxmlformats.org/drawingml/2006/main">
              <a:ext uri="{FF2B5EF4-FFF2-40B4-BE49-F238E27FC236}">
                <a16:creationId xmlns:a16="http://schemas.microsoft.com/office/drawing/2014/main" id="{38E2A189-5BF9-42EB-B74D-CBA4B929DDE4}"/>
              </a:ext>
            </a:extLst>
          </p:cNvPr>
          <p:cNvSpPr>
            <a:spLocks xmlns:a="http://schemas.openxmlformats.org/drawingml/2006/main" noGrp="1"/>
          </p:cNvSpPr>
          <p:nvPr/>
        </p:nvSpPr>
        <p:spPr>
          <a:xfrm xmlns:a="http://schemas.openxmlformats.org/drawingml/2006/main">
            <a:off x="6063059" y="352962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5" name="L-Town node n74">
            <a:extLst xmlns:a="http://schemas.openxmlformats.org/drawingml/2006/main">
              <a:ext uri="{FF2B5EF4-FFF2-40B4-BE49-F238E27FC236}">
                <a16:creationId xmlns:a16="http://schemas.microsoft.com/office/drawing/2014/main" id="{1EE8B86E-F01C-449D-BDCE-99273066E489}"/>
              </a:ext>
            </a:extLst>
          </p:cNvPr>
          <p:cNvSpPr>
            <a:spLocks xmlns:a="http://schemas.openxmlformats.org/drawingml/2006/main" noGrp="1"/>
          </p:cNvSpPr>
          <p:nvPr/>
        </p:nvSpPr>
        <p:spPr>
          <a:xfrm xmlns:a="http://schemas.openxmlformats.org/drawingml/2006/main">
            <a:off x="6064508" y="35572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6" name="L-Town node n75">
            <a:extLst xmlns:a="http://schemas.openxmlformats.org/drawingml/2006/main">
              <a:ext uri="{FF2B5EF4-FFF2-40B4-BE49-F238E27FC236}">
                <a16:creationId xmlns:a16="http://schemas.microsoft.com/office/drawing/2014/main" id="{A02CD859-C87D-494E-A880-A2FF55251634}"/>
              </a:ext>
            </a:extLst>
          </p:cNvPr>
          <p:cNvSpPr>
            <a:spLocks xmlns:a="http://schemas.openxmlformats.org/drawingml/2006/main" noGrp="1"/>
          </p:cNvSpPr>
          <p:nvPr/>
        </p:nvSpPr>
        <p:spPr>
          <a:xfrm xmlns:a="http://schemas.openxmlformats.org/drawingml/2006/main">
            <a:off x="6203772" y="333575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7" name="L-Town node n76">
            <a:extLst xmlns:a="http://schemas.openxmlformats.org/drawingml/2006/main">
              <a:ext uri="{FF2B5EF4-FFF2-40B4-BE49-F238E27FC236}">
                <a16:creationId xmlns:a16="http://schemas.microsoft.com/office/drawing/2014/main" id="{D4453618-0628-4ED7-AD68-8CC949B68CFD}"/>
              </a:ext>
            </a:extLst>
          </p:cNvPr>
          <p:cNvSpPr>
            <a:spLocks xmlns:a="http://schemas.openxmlformats.org/drawingml/2006/main" noGrp="1"/>
          </p:cNvSpPr>
          <p:nvPr/>
        </p:nvSpPr>
        <p:spPr>
          <a:xfrm xmlns:a="http://schemas.openxmlformats.org/drawingml/2006/main">
            <a:off x="6069833" y="363706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8" name="L-Town node n77">
            <a:extLst xmlns:a="http://schemas.openxmlformats.org/drawingml/2006/main">
              <a:ext uri="{FF2B5EF4-FFF2-40B4-BE49-F238E27FC236}">
                <a16:creationId xmlns:a16="http://schemas.microsoft.com/office/drawing/2014/main" id="{4E063685-E1C3-4AED-ABC8-5FE82003DFBE}"/>
              </a:ext>
            </a:extLst>
          </p:cNvPr>
          <p:cNvSpPr>
            <a:spLocks xmlns:a="http://schemas.openxmlformats.org/drawingml/2006/main" noGrp="1"/>
          </p:cNvSpPr>
          <p:nvPr/>
        </p:nvSpPr>
        <p:spPr>
          <a:xfrm xmlns:a="http://schemas.openxmlformats.org/drawingml/2006/main">
            <a:off x="6178537" y="35388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89" name="L-Town node n78">
            <a:extLst xmlns:a="http://schemas.openxmlformats.org/drawingml/2006/main">
              <a:ext uri="{FF2B5EF4-FFF2-40B4-BE49-F238E27FC236}">
                <a16:creationId xmlns:a16="http://schemas.microsoft.com/office/drawing/2014/main" id="{28FB5B0A-71C5-4702-AAE2-99FBD6A17E30}"/>
              </a:ext>
            </a:extLst>
          </p:cNvPr>
          <p:cNvSpPr>
            <a:spLocks xmlns:a="http://schemas.openxmlformats.org/drawingml/2006/main" noGrp="1"/>
          </p:cNvSpPr>
          <p:nvPr/>
        </p:nvSpPr>
        <p:spPr>
          <a:xfrm xmlns:a="http://schemas.openxmlformats.org/drawingml/2006/main">
            <a:off x="6075017" y="37194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0" name="L-Town node n79">
            <a:extLst xmlns:a="http://schemas.openxmlformats.org/drawingml/2006/main">
              <a:ext uri="{FF2B5EF4-FFF2-40B4-BE49-F238E27FC236}">
                <a16:creationId xmlns:a16="http://schemas.microsoft.com/office/drawing/2014/main" id="{FDDEBC6A-55B5-47E4-9339-09A51232C4BE}"/>
              </a:ext>
            </a:extLst>
          </p:cNvPr>
          <p:cNvSpPr>
            <a:spLocks xmlns:a="http://schemas.openxmlformats.org/drawingml/2006/main" noGrp="1"/>
          </p:cNvSpPr>
          <p:nvPr/>
        </p:nvSpPr>
        <p:spPr>
          <a:xfrm xmlns:a="http://schemas.openxmlformats.org/drawingml/2006/main">
            <a:off x="6169984" y="35674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1" name="L-Town node n80">
            <a:extLst xmlns:a="http://schemas.openxmlformats.org/drawingml/2006/main">
              <a:ext uri="{FF2B5EF4-FFF2-40B4-BE49-F238E27FC236}">
                <a16:creationId xmlns:a16="http://schemas.microsoft.com/office/drawing/2014/main" id="{A48E0938-859A-414D-B09D-83A3784BFA25}"/>
              </a:ext>
            </a:extLst>
          </p:cNvPr>
          <p:cNvSpPr>
            <a:spLocks xmlns:a="http://schemas.openxmlformats.org/drawingml/2006/main" noGrp="1"/>
          </p:cNvSpPr>
          <p:nvPr/>
        </p:nvSpPr>
        <p:spPr>
          <a:xfrm xmlns:a="http://schemas.openxmlformats.org/drawingml/2006/main">
            <a:off x="6078304" y="37753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2" name="L-Town node n81">
            <a:extLst xmlns:a="http://schemas.openxmlformats.org/drawingml/2006/main">
              <a:ext uri="{FF2B5EF4-FFF2-40B4-BE49-F238E27FC236}">
                <a16:creationId xmlns:a16="http://schemas.microsoft.com/office/drawing/2014/main" id="{D5835661-E2F7-48F5-9680-18B6620BA35D}"/>
              </a:ext>
            </a:extLst>
          </p:cNvPr>
          <p:cNvSpPr>
            <a:spLocks xmlns:a="http://schemas.openxmlformats.org/drawingml/2006/main" noGrp="1"/>
          </p:cNvSpPr>
          <p:nvPr/>
        </p:nvSpPr>
        <p:spPr>
          <a:xfrm xmlns:a="http://schemas.openxmlformats.org/drawingml/2006/main">
            <a:off x="6166461" y="36281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3" name="L-Town node n82">
            <a:extLst xmlns:a="http://schemas.openxmlformats.org/drawingml/2006/main">
              <a:ext uri="{FF2B5EF4-FFF2-40B4-BE49-F238E27FC236}">
                <a16:creationId xmlns:a16="http://schemas.microsoft.com/office/drawing/2014/main" id="{1ED8359B-20EF-4F76-A22F-1B23BA68423E}"/>
              </a:ext>
            </a:extLst>
          </p:cNvPr>
          <p:cNvSpPr>
            <a:spLocks xmlns:a="http://schemas.openxmlformats.org/drawingml/2006/main" noGrp="1"/>
          </p:cNvSpPr>
          <p:nvPr/>
        </p:nvSpPr>
        <p:spPr>
          <a:xfrm xmlns:a="http://schemas.openxmlformats.org/drawingml/2006/main">
            <a:off x="6307173" y="341025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4" name="L-Town node n83">
            <a:extLst xmlns:a="http://schemas.openxmlformats.org/drawingml/2006/main">
              <a:ext uri="{FF2B5EF4-FFF2-40B4-BE49-F238E27FC236}">
                <a16:creationId xmlns:a16="http://schemas.microsoft.com/office/drawing/2014/main" id="{1FBA6F39-8C87-488B-BB82-7A6622C22FD4}"/>
              </a:ext>
            </a:extLst>
          </p:cNvPr>
          <p:cNvSpPr>
            <a:spLocks xmlns:a="http://schemas.openxmlformats.org/drawingml/2006/main" noGrp="1"/>
          </p:cNvSpPr>
          <p:nvPr/>
        </p:nvSpPr>
        <p:spPr>
          <a:xfrm xmlns:a="http://schemas.openxmlformats.org/drawingml/2006/main">
            <a:off x="6282610" y="35330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5" name="L-Town node n84">
            <a:extLst xmlns:a="http://schemas.openxmlformats.org/drawingml/2006/main">
              <a:ext uri="{FF2B5EF4-FFF2-40B4-BE49-F238E27FC236}">
                <a16:creationId xmlns:a16="http://schemas.microsoft.com/office/drawing/2014/main" id="{A875BBB9-6ACF-4AD4-9AB5-7853CE42330A}"/>
              </a:ext>
            </a:extLst>
          </p:cNvPr>
          <p:cNvSpPr>
            <a:spLocks xmlns:a="http://schemas.openxmlformats.org/drawingml/2006/main" noGrp="1"/>
          </p:cNvSpPr>
          <p:nvPr/>
        </p:nvSpPr>
        <p:spPr>
          <a:xfrm xmlns:a="http://schemas.openxmlformats.org/drawingml/2006/main">
            <a:off x="6178572" y="37467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6" name="L-Town node n85">
            <a:extLst xmlns:a="http://schemas.openxmlformats.org/drawingml/2006/main">
              <a:ext uri="{FF2B5EF4-FFF2-40B4-BE49-F238E27FC236}">
                <a16:creationId xmlns:a16="http://schemas.microsoft.com/office/drawing/2014/main" id="{7ED90D2A-572F-40DA-BBE6-44505EDA0FCA}"/>
              </a:ext>
            </a:extLst>
          </p:cNvPr>
          <p:cNvSpPr>
            <a:spLocks xmlns:a="http://schemas.openxmlformats.org/drawingml/2006/main" noGrp="1"/>
          </p:cNvSpPr>
          <p:nvPr/>
        </p:nvSpPr>
        <p:spPr>
          <a:xfrm xmlns:a="http://schemas.openxmlformats.org/drawingml/2006/main">
            <a:off x="6400443" y="34831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7" name="L-Town node n86">
            <a:extLst xmlns:a="http://schemas.openxmlformats.org/drawingml/2006/main">
              <a:ext uri="{FF2B5EF4-FFF2-40B4-BE49-F238E27FC236}">
                <a16:creationId xmlns:a16="http://schemas.microsoft.com/office/drawing/2014/main" id="{53B8C6E0-442F-4B67-8F53-431E356A5183}"/>
              </a:ext>
            </a:extLst>
          </p:cNvPr>
          <p:cNvSpPr>
            <a:spLocks xmlns:a="http://schemas.openxmlformats.org/drawingml/2006/main" noGrp="1"/>
          </p:cNvSpPr>
          <p:nvPr/>
        </p:nvSpPr>
        <p:spPr>
          <a:xfrm xmlns:a="http://schemas.openxmlformats.org/drawingml/2006/main">
            <a:off x="6422215" y="350160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8" name="L-Town node n87">
            <a:extLst xmlns:a="http://schemas.openxmlformats.org/drawingml/2006/main">
              <a:ext uri="{FF2B5EF4-FFF2-40B4-BE49-F238E27FC236}">
                <a16:creationId xmlns:a16="http://schemas.microsoft.com/office/drawing/2014/main" id="{18D382EB-A81C-4BD7-AB3F-2EA993C5C4CF}"/>
              </a:ext>
            </a:extLst>
          </p:cNvPr>
          <p:cNvSpPr>
            <a:spLocks xmlns:a="http://schemas.openxmlformats.org/drawingml/2006/main" noGrp="1"/>
          </p:cNvSpPr>
          <p:nvPr/>
        </p:nvSpPr>
        <p:spPr>
          <a:xfrm xmlns:a="http://schemas.openxmlformats.org/drawingml/2006/main">
            <a:off x="6384669" y="35855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599" name="L-Town node n88">
            <a:extLst xmlns:a="http://schemas.openxmlformats.org/drawingml/2006/main">
              <a:ext uri="{FF2B5EF4-FFF2-40B4-BE49-F238E27FC236}">
                <a16:creationId xmlns:a16="http://schemas.microsoft.com/office/drawing/2014/main" id="{C1CF2CE9-DAEF-49A1-8C0A-7C0958127102}"/>
              </a:ext>
            </a:extLst>
          </p:cNvPr>
          <p:cNvSpPr>
            <a:spLocks xmlns:a="http://schemas.openxmlformats.org/drawingml/2006/main" noGrp="1"/>
          </p:cNvSpPr>
          <p:nvPr/>
        </p:nvSpPr>
        <p:spPr>
          <a:xfrm xmlns:a="http://schemas.openxmlformats.org/drawingml/2006/main">
            <a:off x="6381759" y="36425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0" name="L-Town node n89">
            <a:extLst xmlns:a="http://schemas.openxmlformats.org/drawingml/2006/main">
              <a:ext uri="{FF2B5EF4-FFF2-40B4-BE49-F238E27FC236}">
                <a16:creationId xmlns:a16="http://schemas.microsoft.com/office/drawing/2014/main" id="{BE66B5A5-4611-4931-B136-7A7942F841C0}"/>
              </a:ext>
            </a:extLst>
          </p:cNvPr>
          <p:cNvSpPr>
            <a:spLocks xmlns:a="http://schemas.openxmlformats.org/drawingml/2006/main" noGrp="1"/>
          </p:cNvSpPr>
          <p:nvPr/>
        </p:nvSpPr>
        <p:spPr>
          <a:xfrm xmlns:a="http://schemas.openxmlformats.org/drawingml/2006/main">
            <a:off x="6347735" y="37224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1" name="L-Town node n90">
            <a:extLst xmlns:a="http://schemas.openxmlformats.org/drawingml/2006/main">
              <a:ext uri="{FF2B5EF4-FFF2-40B4-BE49-F238E27FC236}">
                <a16:creationId xmlns:a16="http://schemas.microsoft.com/office/drawing/2014/main" id="{7940C2B7-A6E7-49D1-A9A2-DD5F4B89BEB7}"/>
              </a:ext>
            </a:extLst>
          </p:cNvPr>
          <p:cNvSpPr>
            <a:spLocks xmlns:a="http://schemas.openxmlformats.org/drawingml/2006/main" noGrp="1"/>
          </p:cNvSpPr>
          <p:nvPr/>
        </p:nvSpPr>
        <p:spPr>
          <a:xfrm xmlns:a="http://schemas.openxmlformats.org/drawingml/2006/main">
            <a:off x="6456509" y="354326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2" name="L-Town node n91">
            <a:extLst xmlns:a="http://schemas.openxmlformats.org/drawingml/2006/main">
              <a:ext uri="{FF2B5EF4-FFF2-40B4-BE49-F238E27FC236}">
                <a16:creationId xmlns:a16="http://schemas.microsoft.com/office/drawing/2014/main" id="{8A622A2D-881D-47C6-95E4-38F8693F7078}"/>
              </a:ext>
            </a:extLst>
          </p:cNvPr>
          <p:cNvSpPr>
            <a:spLocks xmlns:a="http://schemas.openxmlformats.org/drawingml/2006/main" noGrp="1"/>
          </p:cNvSpPr>
          <p:nvPr/>
        </p:nvSpPr>
        <p:spPr>
          <a:xfrm xmlns:a="http://schemas.openxmlformats.org/drawingml/2006/main">
            <a:off x="6397581" y="369626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3" name="L-Town node n92">
            <a:extLst xmlns:a="http://schemas.openxmlformats.org/drawingml/2006/main">
              <a:ext uri="{FF2B5EF4-FFF2-40B4-BE49-F238E27FC236}">
                <a16:creationId xmlns:a16="http://schemas.microsoft.com/office/drawing/2014/main" id="{D20C9D4F-ED90-4E14-B2E6-993AC1EA9AF4}"/>
              </a:ext>
            </a:extLst>
          </p:cNvPr>
          <p:cNvSpPr>
            <a:spLocks xmlns:a="http://schemas.openxmlformats.org/drawingml/2006/main" noGrp="1"/>
          </p:cNvSpPr>
          <p:nvPr/>
        </p:nvSpPr>
        <p:spPr>
          <a:xfrm xmlns:a="http://schemas.openxmlformats.org/drawingml/2006/main">
            <a:off x="6424865" y="368783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4" name="L-Town node n93">
            <a:extLst xmlns:a="http://schemas.openxmlformats.org/drawingml/2006/main">
              <a:ext uri="{FF2B5EF4-FFF2-40B4-BE49-F238E27FC236}">
                <a16:creationId xmlns:a16="http://schemas.microsoft.com/office/drawing/2014/main" id="{7B2C2186-1A4A-40FC-89C7-68FAD4C0091A}"/>
              </a:ext>
            </a:extLst>
          </p:cNvPr>
          <p:cNvSpPr>
            <a:spLocks xmlns:a="http://schemas.openxmlformats.org/drawingml/2006/main" noGrp="1"/>
          </p:cNvSpPr>
          <p:nvPr/>
        </p:nvSpPr>
        <p:spPr>
          <a:xfrm xmlns:a="http://schemas.openxmlformats.org/drawingml/2006/main">
            <a:off x="6577476" y="38041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5" name="L-Town node n94">
            <a:extLst xmlns:a="http://schemas.openxmlformats.org/drawingml/2006/main">
              <a:ext uri="{FF2B5EF4-FFF2-40B4-BE49-F238E27FC236}">
                <a16:creationId xmlns:a16="http://schemas.microsoft.com/office/drawing/2014/main" id="{C998D0F7-A612-48A1-930F-2D4452FBB15A}"/>
              </a:ext>
            </a:extLst>
          </p:cNvPr>
          <p:cNvSpPr>
            <a:spLocks xmlns:a="http://schemas.openxmlformats.org/drawingml/2006/main" noGrp="1"/>
          </p:cNvSpPr>
          <p:nvPr/>
        </p:nvSpPr>
        <p:spPr>
          <a:xfrm xmlns:a="http://schemas.openxmlformats.org/drawingml/2006/main">
            <a:off x="5384957" y="38551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6" name="L-Town node n95">
            <a:extLst xmlns:a="http://schemas.openxmlformats.org/drawingml/2006/main">
              <a:ext uri="{FF2B5EF4-FFF2-40B4-BE49-F238E27FC236}">
                <a16:creationId xmlns:a16="http://schemas.microsoft.com/office/drawing/2014/main" id="{13F93679-1697-439E-9972-68DE670DAA58}"/>
              </a:ext>
            </a:extLst>
          </p:cNvPr>
          <p:cNvSpPr>
            <a:spLocks xmlns:a="http://schemas.openxmlformats.org/drawingml/2006/main" noGrp="1"/>
          </p:cNvSpPr>
          <p:nvPr/>
        </p:nvSpPr>
        <p:spPr>
          <a:xfrm xmlns:a="http://schemas.openxmlformats.org/drawingml/2006/main">
            <a:off x="5320881" y="399502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7" name="L-Town node n96">
            <a:extLst xmlns:a="http://schemas.openxmlformats.org/drawingml/2006/main">
              <a:ext uri="{FF2B5EF4-FFF2-40B4-BE49-F238E27FC236}">
                <a16:creationId xmlns:a16="http://schemas.microsoft.com/office/drawing/2014/main" id="{7474C85B-2087-4DB0-ABAF-0E685971DA56}"/>
              </a:ext>
            </a:extLst>
          </p:cNvPr>
          <p:cNvSpPr>
            <a:spLocks xmlns:a="http://schemas.openxmlformats.org/drawingml/2006/main" noGrp="1"/>
          </p:cNvSpPr>
          <p:nvPr/>
        </p:nvSpPr>
        <p:spPr>
          <a:xfrm xmlns:a="http://schemas.openxmlformats.org/drawingml/2006/main">
            <a:off x="5308075" y="408912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8" name="L-Town node n97">
            <a:extLst xmlns:a="http://schemas.openxmlformats.org/drawingml/2006/main">
              <a:ext uri="{FF2B5EF4-FFF2-40B4-BE49-F238E27FC236}">
                <a16:creationId xmlns:a16="http://schemas.microsoft.com/office/drawing/2014/main" id="{A29233C5-F8FD-44BD-BD6E-D1F93581C9BA}"/>
              </a:ext>
            </a:extLst>
          </p:cNvPr>
          <p:cNvSpPr>
            <a:spLocks xmlns:a="http://schemas.openxmlformats.org/drawingml/2006/main" noGrp="1"/>
          </p:cNvSpPr>
          <p:nvPr/>
        </p:nvSpPr>
        <p:spPr>
          <a:xfrm xmlns:a="http://schemas.openxmlformats.org/drawingml/2006/main">
            <a:off x="5444887" y="385886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09" name="L-Town node n98">
            <a:extLst xmlns:a="http://schemas.openxmlformats.org/drawingml/2006/main">
              <a:ext uri="{FF2B5EF4-FFF2-40B4-BE49-F238E27FC236}">
                <a16:creationId xmlns:a16="http://schemas.microsoft.com/office/drawing/2014/main" id="{233E9B2E-CA36-43D2-8E7E-4699BAF091CA}"/>
              </a:ext>
            </a:extLst>
          </p:cNvPr>
          <p:cNvSpPr>
            <a:spLocks xmlns:a="http://schemas.openxmlformats.org/drawingml/2006/main" noGrp="1"/>
          </p:cNvSpPr>
          <p:nvPr/>
        </p:nvSpPr>
        <p:spPr>
          <a:xfrm xmlns:a="http://schemas.openxmlformats.org/drawingml/2006/main">
            <a:off x="5386524" y="399938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0" name="L-Town node n99">
            <a:extLst xmlns:a="http://schemas.openxmlformats.org/drawingml/2006/main">
              <a:ext uri="{FF2B5EF4-FFF2-40B4-BE49-F238E27FC236}">
                <a16:creationId xmlns:a16="http://schemas.microsoft.com/office/drawing/2014/main" id="{A3688AB8-FC11-4ED9-B300-564158F46980}"/>
              </a:ext>
            </a:extLst>
          </p:cNvPr>
          <p:cNvSpPr>
            <a:spLocks xmlns:a="http://schemas.openxmlformats.org/drawingml/2006/main" noGrp="1"/>
          </p:cNvSpPr>
          <p:nvPr/>
        </p:nvSpPr>
        <p:spPr>
          <a:xfrm xmlns:a="http://schemas.openxmlformats.org/drawingml/2006/main">
            <a:off x="5300288" y="416208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1" name="L-Town node n100">
            <a:extLst xmlns:a="http://schemas.openxmlformats.org/drawingml/2006/main">
              <a:ext uri="{FF2B5EF4-FFF2-40B4-BE49-F238E27FC236}">
                <a16:creationId xmlns:a16="http://schemas.microsoft.com/office/drawing/2014/main" id="{8F3713C8-0AE5-4D07-BACA-DF3C0D24F5B7}"/>
              </a:ext>
            </a:extLst>
          </p:cNvPr>
          <p:cNvSpPr>
            <a:spLocks xmlns:a="http://schemas.openxmlformats.org/drawingml/2006/main" noGrp="1"/>
          </p:cNvSpPr>
          <p:nvPr/>
        </p:nvSpPr>
        <p:spPr>
          <a:xfrm xmlns:a="http://schemas.openxmlformats.org/drawingml/2006/main">
            <a:off x="5443132" y="399754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2" name="L-Town node n101">
            <a:extLst xmlns:a="http://schemas.openxmlformats.org/drawingml/2006/main">
              <a:ext uri="{FF2B5EF4-FFF2-40B4-BE49-F238E27FC236}">
                <a16:creationId xmlns:a16="http://schemas.microsoft.com/office/drawing/2014/main" id="{7DF91DDE-CC13-4F28-A92B-60759B4514EC}"/>
              </a:ext>
            </a:extLst>
          </p:cNvPr>
          <p:cNvSpPr>
            <a:spLocks xmlns:a="http://schemas.openxmlformats.org/drawingml/2006/main" noGrp="1"/>
          </p:cNvSpPr>
          <p:nvPr/>
        </p:nvSpPr>
        <p:spPr>
          <a:xfrm xmlns:a="http://schemas.openxmlformats.org/drawingml/2006/main">
            <a:off x="5396644" y="409810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3" name="L-Town node n102">
            <a:extLst xmlns:a="http://schemas.openxmlformats.org/drawingml/2006/main">
              <a:ext uri="{FF2B5EF4-FFF2-40B4-BE49-F238E27FC236}">
                <a16:creationId xmlns:a16="http://schemas.microsoft.com/office/drawing/2014/main" id="{1F1A1ED1-7873-4E5C-8F53-0FDFA371FABB}"/>
              </a:ext>
            </a:extLst>
          </p:cNvPr>
          <p:cNvSpPr>
            <a:spLocks xmlns:a="http://schemas.openxmlformats.org/drawingml/2006/main" noGrp="1"/>
          </p:cNvSpPr>
          <p:nvPr/>
        </p:nvSpPr>
        <p:spPr>
          <a:xfrm xmlns:a="http://schemas.openxmlformats.org/drawingml/2006/main">
            <a:off x="5379067" y="416228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4" name="L-Town node n103">
            <a:extLst xmlns:a="http://schemas.openxmlformats.org/drawingml/2006/main">
              <a:ext uri="{FF2B5EF4-FFF2-40B4-BE49-F238E27FC236}">
                <a16:creationId xmlns:a16="http://schemas.microsoft.com/office/drawing/2014/main" id="{E2495D4D-6F20-4F45-A234-D87DA7291D60}"/>
              </a:ext>
            </a:extLst>
          </p:cNvPr>
          <p:cNvSpPr>
            <a:spLocks xmlns:a="http://schemas.openxmlformats.org/drawingml/2006/main" noGrp="1"/>
          </p:cNvSpPr>
          <p:nvPr/>
        </p:nvSpPr>
        <p:spPr>
          <a:xfrm xmlns:a="http://schemas.openxmlformats.org/drawingml/2006/main">
            <a:off x="5423422" y="409862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5" name="L-Town node n104">
            <a:extLst xmlns:a="http://schemas.openxmlformats.org/drawingml/2006/main">
              <a:ext uri="{FF2B5EF4-FFF2-40B4-BE49-F238E27FC236}">
                <a16:creationId xmlns:a16="http://schemas.microsoft.com/office/drawing/2014/main" id="{1CEF2436-B829-46AF-94B6-2157EDC044CA}"/>
              </a:ext>
            </a:extLst>
          </p:cNvPr>
          <p:cNvSpPr>
            <a:spLocks xmlns:a="http://schemas.openxmlformats.org/drawingml/2006/main" noGrp="1"/>
          </p:cNvSpPr>
          <p:nvPr/>
        </p:nvSpPr>
        <p:spPr>
          <a:xfrm xmlns:a="http://schemas.openxmlformats.org/drawingml/2006/main">
            <a:off x="5255909" y="44255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6" name="L-Town node n105">
            <a:extLst xmlns:a="http://schemas.openxmlformats.org/drawingml/2006/main">
              <a:ext uri="{FF2B5EF4-FFF2-40B4-BE49-F238E27FC236}">
                <a16:creationId xmlns:a16="http://schemas.microsoft.com/office/drawing/2014/main" id="{40261B3C-D36D-47DD-A88A-79F31779C74D}"/>
              </a:ext>
            </a:extLst>
          </p:cNvPr>
          <p:cNvSpPr>
            <a:spLocks xmlns:a="http://schemas.openxmlformats.org/drawingml/2006/main" noGrp="1"/>
          </p:cNvSpPr>
          <p:nvPr/>
        </p:nvSpPr>
        <p:spPr>
          <a:xfrm xmlns:a="http://schemas.openxmlformats.org/drawingml/2006/main">
            <a:off x="5446325" y="410064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7" name="L-Town node n106">
            <a:extLst xmlns:a="http://schemas.openxmlformats.org/drawingml/2006/main">
              <a:ext uri="{FF2B5EF4-FFF2-40B4-BE49-F238E27FC236}">
                <a16:creationId xmlns:a16="http://schemas.microsoft.com/office/drawing/2014/main" id="{3C4092F8-7C45-4989-AEC9-B7D5875A5A64}"/>
              </a:ext>
            </a:extLst>
          </p:cNvPr>
          <p:cNvSpPr>
            <a:spLocks xmlns:a="http://schemas.openxmlformats.org/drawingml/2006/main" noGrp="1"/>
          </p:cNvSpPr>
          <p:nvPr/>
        </p:nvSpPr>
        <p:spPr>
          <a:xfrm xmlns:a="http://schemas.openxmlformats.org/drawingml/2006/main">
            <a:off x="5377771" y="42337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8" name="L-Town node n107">
            <a:extLst xmlns:a="http://schemas.openxmlformats.org/drawingml/2006/main">
              <a:ext uri="{FF2B5EF4-FFF2-40B4-BE49-F238E27FC236}">
                <a16:creationId xmlns:a16="http://schemas.microsoft.com/office/drawing/2014/main" id="{2162F8CC-BFD2-488D-B3FF-05871A20E919}"/>
              </a:ext>
            </a:extLst>
          </p:cNvPr>
          <p:cNvSpPr>
            <a:spLocks xmlns:a="http://schemas.openxmlformats.org/drawingml/2006/main" noGrp="1"/>
          </p:cNvSpPr>
          <p:nvPr/>
        </p:nvSpPr>
        <p:spPr>
          <a:xfrm xmlns:a="http://schemas.openxmlformats.org/drawingml/2006/main">
            <a:off x="5424659" y="415940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19" name="L-Town node n108">
            <a:extLst xmlns:a="http://schemas.openxmlformats.org/drawingml/2006/main">
              <a:ext uri="{FF2B5EF4-FFF2-40B4-BE49-F238E27FC236}">
                <a16:creationId xmlns:a16="http://schemas.microsoft.com/office/drawing/2014/main" id="{12AE3A57-4A49-4F43-9A53-7465C7B4D15F}"/>
              </a:ext>
            </a:extLst>
          </p:cNvPr>
          <p:cNvSpPr>
            <a:spLocks xmlns:a="http://schemas.openxmlformats.org/drawingml/2006/main" noGrp="1"/>
          </p:cNvSpPr>
          <p:nvPr/>
        </p:nvSpPr>
        <p:spPr>
          <a:xfrm xmlns:a="http://schemas.openxmlformats.org/drawingml/2006/main">
            <a:off x="5247638" y="44719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0" name="L-Town node n109">
            <a:extLst xmlns:a="http://schemas.openxmlformats.org/drawingml/2006/main">
              <a:ext uri="{FF2B5EF4-FFF2-40B4-BE49-F238E27FC236}">
                <a16:creationId xmlns:a16="http://schemas.microsoft.com/office/drawing/2014/main" id="{72666A8D-DD97-4847-A0FE-A8B79DBF3BAF}"/>
              </a:ext>
            </a:extLst>
          </p:cNvPr>
          <p:cNvSpPr>
            <a:spLocks xmlns:a="http://schemas.openxmlformats.org/drawingml/2006/main" noGrp="1"/>
          </p:cNvSpPr>
          <p:nvPr/>
        </p:nvSpPr>
        <p:spPr>
          <a:xfrm xmlns:a="http://schemas.openxmlformats.org/drawingml/2006/main">
            <a:off x="5424977" y="416771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1" name="L-Town node n110">
            <a:extLst xmlns:a="http://schemas.openxmlformats.org/drawingml/2006/main">
              <a:ext uri="{FF2B5EF4-FFF2-40B4-BE49-F238E27FC236}">
                <a16:creationId xmlns:a16="http://schemas.microsoft.com/office/drawing/2014/main" id="{0127C944-50D5-4412-AD8E-B4A82A2CA788}"/>
              </a:ext>
            </a:extLst>
          </p:cNvPr>
          <p:cNvSpPr>
            <a:spLocks xmlns:a="http://schemas.openxmlformats.org/drawingml/2006/main" noGrp="1"/>
          </p:cNvSpPr>
          <p:nvPr/>
        </p:nvSpPr>
        <p:spPr>
          <a:xfrm xmlns:a="http://schemas.openxmlformats.org/drawingml/2006/main">
            <a:off x="5544201" y="397862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2" name="L-Town node n111">
            <a:extLst xmlns:a="http://schemas.openxmlformats.org/drawingml/2006/main">
              <a:ext uri="{FF2B5EF4-FFF2-40B4-BE49-F238E27FC236}">
                <a16:creationId xmlns:a16="http://schemas.microsoft.com/office/drawing/2014/main" id="{E198AAE3-C6CC-4770-BC12-4EA999A22D4F}"/>
              </a:ext>
            </a:extLst>
          </p:cNvPr>
          <p:cNvSpPr>
            <a:spLocks xmlns:a="http://schemas.openxmlformats.org/drawingml/2006/main" noGrp="1"/>
          </p:cNvSpPr>
          <p:nvPr/>
        </p:nvSpPr>
        <p:spPr>
          <a:xfrm xmlns:a="http://schemas.openxmlformats.org/drawingml/2006/main">
            <a:off x="5594800" y="38916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3" name="L-Town node n112">
            <a:extLst xmlns:a="http://schemas.openxmlformats.org/drawingml/2006/main">
              <a:ext uri="{FF2B5EF4-FFF2-40B4-BE49-F238E27FC236}">
                <a16:creationId xmlns:a16="http://schemas.microsoft.com/office/drawing/2014/main" id="{AD00792E-4B11-425D-915D-7DDE11D27912}"/>
              </a:ext>
            </a:extLst>
          </p:cNvPr>
          <p:cNvSpPr>
            <a:spLocks xmlns:a="http://schemas.openxmlformats.org/drawingml/2006/main" noGrp="1"/>
          </p:cNvSpPr>
          <p:nvPr/>
        </p:nvSpPr>
        <p:spPr>
          <a:xfrm xmlns:a="http://schemas.openxmlformats.org/drawingml/2006/main">
            <a:off x="5546180" y="40024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4" name="L-Town node n113">
            <a:extLst xmlns:a="http://schemas.openxmlformats.org/drawingml/2006/main">
              <a:ext uri="{FF2B5EF4-FFF2-40B4-BE49-F238E27FC236}">
                <a16:creationId xmlns:a16="http://schemas.microsoft.com/office/drawing/2014/main" id="{A0232A33-486E-492E-884E-EB012941652C}"/>
              </a:ext>
            </a:extLst>
          </p:cNvPr>
          <p:cNvSpPr>
            <a:spLocks xmlns:a="http://schemas.openxmlformats.org/drawingml/2006/main" noGrp="1"/>
          </p:cNvSpPr>
          <p:nvPr/>
        </p:nvSpPr>
        <p:spPr>
          <a:xfrm xmlns:a="http://schemas.openxmlformats.org/drawingml/2006/main">
            <a:off x="5507751" y="41005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5" name="L-Town node n114">
            <a:extLst xmlns:a="http://schemas.openxmlformats.org/drawingml/2006/main">
              <a:ext uri="{FF2B5EF4-FFF2-40B4-BE49-F238E27FC236}">
                <a16:creationId xmlns:a16="http://schemas.microsoft.com/office/drawing/2014/main" id="{139BF537-E31F-46CC-9B84-0341232848C0}"/>
              </a:ext>
            </a:extLst>
          </p:cNvPr>
          <p:cNvSpPr>
            <a:spLocks xmlns:a="http://schemas.openxmlformats.org/drawingml/2006/main" noGrp="1"/>
          </p:cNvSpPr>
          <p:nvPr/>
        </p:nvSpPr>
        <p:spPr>
          <a:xfrm xmlns:a="http://schemas.openxmlformats.org/drawingml/2006/main">
            <a:off x="5337563" y="44234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6" name="L-Town node n115">
            <a:extLst xmlns:a="http://schemas.openxmlformats.org/drawingml/2006/main">
              <a:ext uri="{FF2B5EF4-FFF2-40B4-BE49-F238E27FC236}">
                <a16:creationId xmlns:a16="http://schemas.microsoft.com/office/drawing/2014/main" id="{76B305E0-257A-4CA5-87D2-D06B13B1A5B6}"/>
              </a:ext>
            </a:extLst>
          </p:cNvPr>
          <p:cNvSpPr>
            <a:spLocks xmlns:a="http://schemas.openxmlformats.org/drawingml/2006/main" noGrp="1"/>
          </p:cNvSpPr>
          <p:nvPr/>
        </p:nvSpPr>
        <p:spPr>
          <a:xfrm xmlns:a="http://schemas.openxmlformats.org/drawingml/2006/main">
            <a:off x="5603000" y="39726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7" name="L-Town node n116">
            <a:extLst xmlns:a="http://schemas.openxmlformats.org/drawingml/2006/main">
              <a:ext uri="{FF2B5EF4-FFF2-40B4-BE49-F238E27FC236}">
                <a16:creationId xmlns:a16="http://schemas.microsoft.com/office/drawing/2014/main" id="{A65D7FCB-8C8A-4489-82A8-A90DB0875939}"/>
              </a:ext>
            </a:extLst>
          </p:cNvPr>
          <p:cNvSpPr>
            <a:spLocks xmlns:a="http://schemas.openxmlformats.org/drawingml/2006/main" noGrp="1"/>
          </p:cNvSpPr>
          <p:nvPr/>
        </p:nvSpPr>
        <p:spPr>
          <a:xfrm xmlns:a="http://schemas.openxmlformats.org/drawingml/2006/main">
            <a:off x="5356601" y="441433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8" name="L-Town node n117">
            <a:extLst xmlns:a="http://schemas.openxmlformats.org/drawingml/2006/main">
              <a:ext uri="{FF2B5EF4-FFF2-40B4-BE49-F238E27FC236}">
                <a16:creationId xmlns:a16="http://schemas.microsoft.com/office/drawing/2014/main" id="{3DFFDFAD-9AC2-4738-B7FD-D57E01EA2651}"/>
              </a:ext>
            </a:extLst>
          </p:cNvPr>
          <p:cNvSpPr>
            <a:spLocks xmlns:a="http://schemas.openxmlformats.org/drawingml/2006/main" noGrp="1"/>
          </p:cNvSpPr>
          <p:nvPr/>
        </p:nvSpPr>
        <p:spPr>
          <a:xfrm xmlns:a="http://schemas.openxmlformats.org/drawingml/2006/main">
            <a:off x="5689154" y="38394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29" name="L-Town node n118">
            <a:extLst xmlns:a="http://schemas.openxmlformats.org/drawingml/2006/main">
              <a:ext uri="{FF2B5EF4-FFF2-40B4-BE49-F238E27FC236}">
                <a16:creationId xmlns:a16="http://schemas.microsoft.com/office/drawing/2014/main" id="{646778FB-6AD7-4F9D-B635-EF8D7B9B2F49}"/>
              </a:ext>
            </a:extLst>
          </p:cNvPr>
          <p:cNvSpPr>
            <a:spLocks xmlns:a="http://schemas.openxmlformats.org/drawingml/2006/main" noGrp="1"/>
          </p:cNvSpPr>
          <p:nvPr/>
        </p:nvSpPr>
        <p:spPr>
          <a:xfrm xmlns:a="http://schemas.openxmlformats.org/drawingml/2006/main">
            <a:off x="5269256" y="45809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0" name="L-Town node n119">
            <a:extLst xmlns:a="http://schemas.openxmlformats.org/drawingml/2006/main">
              <a:ext uri="{FF2B5EF4-FFF2-40B4-BE49-F238E27FC236}">
                <a16:creationId xmlns:a16="http://schemas.microsoft.com/office/drawing/2014/main" id="{378A8D3A-D0FF-406C-B647-243BD2937514}"/>
              </a:ext>
            </a:extLst>
          </p:cNvPr>
          <p:cNvSpPr>
            <a:spLocks xmlns:a="http://schemas.openxmlformats.org/drawingml/2006/main" noGrp="1"/>
          </p:cNvSpPr>
          <p:nvPr/>
        </p:nvSpPr>
        <p:spPr>
          <a:xfrm xmlns:a="http://schemas.openxmlformats.org/drawingml/2006/main">
            <a:off x="5344431" y="44532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1" name="L-Town node n120">
            <a:extLst xmlns:a="http://schemas.openxmlformats.org/drawingml/2006/main">
              <a:ext uri="{FF2B5EF4-FFF2-40B4-BE49-F238E27FC236}">
                <a16:creationId xmlns:a16="http://schemas.microsoft.com/office/drawing/2014/main" id="{F8C2B72A-0414-4A7E-B764-486E9FDA729B}"/>
              </a:ext>
            </a:extLst>
          </p:cNvPr>
          <p:cNvSpPr>
            <a:spLocks xmlns:a="http://schemas.openxmlformats.org/drawingml/2006/main" noGrp="1"/>
          </p:cNvSpPr>
          <p:nvPr/>
        </p:nvSpPr>
        <p:spPr>
          <a:xfrm xmlns:a="http://schemas.openxmlformats.org/drawingml/2006/main">
            <a:off x="5554403" y="41002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2" name="L-Town node n121">
            <a:extLst xmlns:a="http://schemas.openxmlformats.org/drawingml/2006/main">
              <a:ext uri="{FF2B5EF4-FFF2-40B4-BE49-F238E27FC236}">
                <a16:creationId xmlns:a16="http://schemas.microsoft.com/office/drawing/2014/main" id="{E22F8835-A6F5-4D2C-AB02-9455B3C884A5}"/>
              </a:ext>
            </a:extLst>
          </p:cNvPr>
          <p:cNvSpPr>
            <a:spLocks xmlns:a="http://schemas.openxmlformats.org/drawingml/2006/main" noGrp="1"/>
          </p:cNvSpPr>
          <p:nvPr/>
        </p:nvSpPr>
        <p:spPr>
          <a:xfrm xmlns:a="http://schemas.openxmlformats.org/drawingml/2006/main">
            <a:off x="5283111" y="45937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3" name="L-Town node n122">
            <a:extLst xmlns:a="http://schemas.openxmlformats.org/drawingml/2006/main">
              <a:ext uri="{FF2B5EF4-FFF2-40B4-BE49-F238E27FC236}">
                <a16:creationId xmlns:a16="http://schemas.microsoft.com/office/drawing/2014/main" id="{756C021D-1BA9-4EBC-A888-3C8D3773DB9E}"/>
              </a:ext>
            </a:extLst>
          </p:cNvPr>
          <p:cNvSpPr>
            <a:spLocks xmlns:a="http://schemas.openxmlformats.org/drawingml/2006/main" noGrp="1"/>
          </p:cNvSpPr>
          <p:nvPr/>
        </p:nvSpPr>
        <p:spPr>
          <a:xfrm xmlns:a="http://schemas.openxmlformats.org/drawingml/2006/main">
            <a:off x="5574761" y="40940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4" name="L-Town node n123">
            <a:extLst xmlns:a="http://schemas.openxmlformats.org/drawingml/2006/main">
              <a:ext uri="{FF2B5EF4-FFF2-40B4-BE49-F238E27FC236}">
                <a16:creationId xmlns:a16="http://schemas.microsoft.com/office/drawing/2014/main" id="{34E3A443-16C5-4852-9827-2840FC109B58}"/>
              </a:ext>
            </a:extLst>
          </p:cNvPr>
          <p:cNvSpPr>
            <a:spLocks xmlns:a="http://schemas.openxmlformats.org/drawingml/2006/main" noGrp="1"/>
          </p:cNvSpPr>
          <p:nvPr/>
        </p:nvSpPr>
        <p:spPr>
          <a:xfrm xmlns:a="http://schemas.openxmlformats.org/drawingml/2006/main">
            <a:off x="5497089" y="42749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5" name="L-Town node n124">
            <a:extLst xmlns:a="http://schemas.openxmlformats.org/drawingml/2006/main">
              <a:ext uri="{FF2B5EF4-FFF2-40B4-BE49-F238E27FC236}">
                <a16:creationId xmlns:a16="http://schemas.microsoft.com/office/drawing/2014/main" id="{A68DC2C9-5FB1-4587-9B7B-3F9B0F8F0570}"/>
              </a:ext>
            </a:extLst>
          </p:cNvPr>
          <p:cNvSpPr>
            <a:spLocks xmlns:a="http://schemas.openxmlformats.org/drawingml/2006/main" noGrp="1"/>
          </p:cNvSpPr>
          <p:nvPr/>
        </p:nvSpPr>
        <p:spPr>
          <a:xfrm xmlns:a="http://schemas.openxmlformats.org/drawingml/2006/main">
            <a:off x="5612908" y="408249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6" name="L-Town node n125">
            <a:extLst xmlns:a="http://schemas.openxmlformats.org/drawingml/2006/main">
              <a:ext uri="{FF2B5EF4-FFF2-40B4-BE49-F238E27FC236}">
                <a16:creationId xmlns:a16="http://schemas.microsoft.com/office/drawing/2014/main" id="{951BD995-32E2-495E-8A97-8CAA63BC6DA0}"/>
              </a:ext>
            </a:extLst>
          </p:cNvPr>
          <p:cNvSpPr>
            <a:spLocks xmlns:a="http://schemas.openxmlformats.org/drawingml/2006/main" noGrp="1"/>
          </p:cNvSpPr>
          <p:nvPr/>
        </p:nvSpPr>
        <p:spPr>
          <a:xfrm xmlns:a="http://schemas.openxmlformats.org/drawingml/2006/main">
            <a:off x="5435922" y="44123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7" name="L-Town node n126">
            <a:extLst xmlns:a="http://schemas.openxmlformats.org/drawingml/2006/main">
              <a:ext uri="{FF2B5EF4-FFF2-40B4-BE49-F238E27FC236}">
                <a16:creationId xmlns:a16="http://schemas.microsoft.com/office/drawing/2014/main" id="{E96BE53E-664F-4156-BD68-3238FCB7BB22}"/>
              </a:ext>
            </a:extLst>
          </p:cNvPr>
          <p:cNvSpPr>
            <a:spLocks xmlns:a="http://schemas.openxmlformats.org/drawingml/2006/main" noGrp="1"/>
          </p:cNvSpPr>
          <p:nvPr/>
        </p:nvSpPr>
        <p:spPr>
          <a:xfrm xmlns:a="http://schemas.openxmlformats.org/drawingml/2006/main">
            <a:off x="5293796" y="46636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8" name="L-Town node n127">
            <a:extLst xmlns:a="http://schemas.openxmlformats.org/drawingml/2006/main">
              <a:ext uri="{FF2B5EF4-FFF2-40B4-BE49-F238E27FC236}">
                <a16:creationId xmlns:a16="http://schemas.microsoft.com/office/drawing/2014/main" id="{E914C33C-31AA-4ACF-B26E-780CF402CE41}"/>
              </a:ext>
            </a:extLst>
          </p:cNvPr>
          <p:cNvSpPr>
            <a:spLocks xmlns:a="http://schemas.openxmlformats.org/drawingml/2006/main" noGrp="1"/>
          </p:cNvSpPr>
          <p:nvPr/>
        </p:nvSpPr>
        <p:spPr>
          <a:xfrm xmlns:a="http://schemas.openxmlformats.org/drawingml/2006/main">
            <a:off x="5373200" y="45581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39" name="L-Town node n128">
            <a:extLst xmlns:a="http://schemas.openxmlformats.org/drawingml/2006/main">
              <a:ext uri="{FF2B5EF4-FFF2-40B4-BE49-F238E27FC236}">
                <a16:creationId xmlns:a16="http://schemas.microsoft.com/office/drawing/2014/main" id="{AF22EE71-3700-40F5-8119-29E0A0E59C9E}"/>
              </a:ext>
            </a:extLst>
          </p:cNvPr>
          <p:cNvSpPr>
            <a:spLocks xmlns:a="http://schemas.openxmlformats.org/drawingml/2006/main" noGrp="1"/>
          </p:cNvSpPr>
          <p:nvPr/>
        </p:nvSpPr>
        <p:spPr>
          <a:xfrm xmlns:a="http://schemas.openxmlformats.org/drawingml/2006/main">
            <a:off x="5661952" y="40604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0" name="L-Town node n129">
            <a:extLst xmlns:a="http://schemas.openxmlformats.org/drawingml/2006/main">
              <a:ext uri="{FF2B5EF4-FFF2-40B4-BE49-F238E27FC236}">
                <a16:creationId xmlns:a16="http://schemas.microsoft.com/office/drawing/2014/main" id="{B75AE75E-D50D-42D5-8B49-6EBAB945F3E0}"/>
              </a:ext>
            </a:extLst>
          </p:cNvPr>
          <p:cNvSpPr>
            <a:spLocks xmlns:a="http://schemas.openxmlformats.org/drawingml/2006/main" noGrp="1"/>
          </p:cNvSpPr>
          <p:nvPr/>
        </p:nvSpPr>
        <p:spPr>
          <a:xfrm xmlns:a="http://schemas.openxmlformats.org/drawingml/2006/main">
            <a:off x="5831751" y="38177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1" name="L-Town node n130">
            <a:extLst xmlns:a="http://schemas.openxmlformats.org/drawingml/2006/main">
              <a:ext uri="{FF2B5EF4-FFF2-40B4-BE49-F238E27FC236}">
                <a16:creationId xmlns:a16="http://schemas.microsoft.com/office/drawing/2014/main" id="{5D850575-BFD3-40A3-A9FE-02D0427C6DA1}"/>
              </a:ext>
            </a:extLst>
          </p:cNvPr>
          <p:cNvSpPr>
            <a:spLocks xmlns:a="http://schemas.openxmlformats.org/drawingml/2006/main" noGrp="1"/>
          </p:cNvSpPr>
          <p:nvPr/>
        </p:nvSpPr>
        <p:spPr>
          <a:xfrm xmlns:a="http://schemas.openxmlformats.org/drawingml/2006/main">
            <a:off x="5711385" y="40361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2" name="L-Town node n131">
            <a:extLst xmlns:a="http://schemas.openxmlformats.org/drawingml/2006/main">
              <a:ext uri="{FF2B5EF4-FFF2-40B4-BE49-F238E27FC236}">
                <a16:creationId xmlns:a16="http://schemas.microsoft.com/office/drawing/2014/main" id="{143BB009-1198-4422-BEA7-ED01606FD7B9}"/>
              </a:ext>
            </a:extLst>
          </p:cNvPr>
          <p:cNvSpPr>
            <a:spLocks xmlns:a="http://schemas.openxmlformats.org/drawingml/2006/main" noGrp="1"/>
          </p:cNvSpPr>
          <p:nvPr/>
        </p:nvSpPr>
        <p:spPr>
          <a:xfrm xmlns:a="http://schemas.openxmlformats.org/drawingml/2006/main">
            <a:off x="5388174" y="460581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3" name="L-Town node n132">
            <a:extLst xmlns:a="http://schemas.openxmlformats.org/drawingml/2006/main">
              <a:ext uri="{FF2B5EF4-FFF2-40B4-BE49-F238E27FC236}">
                <a16:creationId xmlns:a16="http://schemas.microsoft.com/office/drawing/2014/main" id="{751CE6C1-7B6F-43D9-ABB7-5752EE1C3AFC}"/>
              </a:ext>
            </a:extLst>
          </p:cNvPr>
          <p:cNvSpPr>
            <a:spLocks xmlns:a="http://schemas.openxmlformats.org/drawingml/2006/main" noGrp="1"/>
          </p:cNvSpPr>
          <p:nvPr/>
        </p:nvSpPr>
        <p:spPr>
          <a:xfrm xmlns:a="http://schemas.openxmlformats.org/drawingml/2006/main">
            <a:off x="5554427" y="43665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4" name="L-Town node n133">
            <a:extLst xmlns:a="http://schemas.openxmlformats.org/drawingml/2006/main">
              <a:ext uri="{FF2B5EF4-FFF2-40B4-BE49-F238E27FC236}">
                <a16:creationId xmlns:a16="http://schemas.microsoft.com/office/drawing/2014/main" id="{B1824435-590E-4264-8368-CDD8AB67F439}"/>
              </a:ext>
            </a:extLst>
          </p:cNvPr>
          <p:cNvSpPr>
            <a:spLocks xmlns:a="http://schemas.openxmlformats.org/drawingml/2006/main" noGrp="1"/>
          </p:cNvSpPr>
          <p:nvPr/>
        </p:nvSpPr>
        <p:spPr>
          <a:xfrm xmlns:a="http://schemas.openxmlformats.org/drawingml/2006/main">
            <a:off x="5789352" y="40126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5" name="L-Town node n134">
            <a:extLst xmlns:a="http://schemas.openxmlformats.org/drawingml/2006/main">
              <a:ext uri="{FF2B5EF4-FFF2-40B4-BE49-F238E27FC236}">
                <a16:creationId xmlns:a16="http://schemas.microsoft.com/office/drawing/2014/main" id="{227A4949-C365-420B-A13E-D98257E5DF64}"/>
              </a:ext>
            </a:extLst>
          </p:cNvPr>
          <p:cNvSpPr>
            <a:spLocks xmlns:a="http://schemas.openxmlformats.org/drawingml/2006/main" noGrp="1"/>
          </p:cNvSpPr>
          <p:nvPr/>
        </p:nvSpPr>
        <p:spPr>
          <a:xfrm xmlns:a="http://schemas.openxmlformats.org/drawingml/2006/main">
            <a:off x="5505418" y="45108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6" name="L-Town node n135">
            <a:extLst xmlns:a="http://schemas.openxmlformats.org/drawingml/2006/main">
              <a:ext uri="{FF2B5EF4-FFF2-40B4-BE49-F238E27FC236}">
                <a16:creationId xmlns:a16="http://schemas.microsoft.com/office/drawing/2014/main" id="{92485E83-B06A-4419-9283-8F63D1DFE881}"/>
              </a:ext>
            </a:extLst>
          </p:cNvPr>
          <p:cNvSpPr>
            <a:spLocks xmlns:a="http://schemas.openxmlformats.org/drawingml/2006/main" noGrp="1"/>
          </p:cNvSpPr>
          <p:nvPr/>
        </p:nvSpPr>
        <p:spPr>
          <a:xfrm xmlns:a="http://schemas.openxmlformats.org/drawingml/2006/main">
            <a:off x="5481997" y="456053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7" name="L-Town node n136">
            <a:extLst xmlns:a="http://schemas.openxmlformats.org/drawingml/2006/main">
              <a:ext uri="{FF2B5EF4-FFF2-40B4-BE49-F238E27FC236}">
                <a16:creationId xmlns:a16="http://schemas.microsoft.com/office/drawing/2014/main" id="{22CEA89F-E507-45AE-9BF8-D961CA8B275A}"/>
              </a:ext>
            </a:extLst>
          </p:cNvPr>
          <p:cNvSpPr>
            <a:spLocks xmlns:a="http://schemas.openxmlformats.org/drawingml/2006/main" noGrp="1"/>
          </p:cNvSpPr>
          <p:nvPr/>
        </p:nvSpPr>
        <p:spPr>
          <a:xfrm xmlns:a="http://schemas.openxmlformats.org/drawingml/2006/main">
            <a:off x="5659702" y="42970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8" name="L-Town node n137">
            <a:extLst xmlns:a="http://schemas.openxmlformats.org/drawingml/2006/main">
              <a:ext uri="{FF2B5EF4-FFF2-40B4-BE49-F238E27FC236}">
                <a16:creationId xmlns:a16="http://schemas.microsoft.com/office/drawing/2014/main" id="{AE9952E6-6080-4C68-9EF6-6177070723F0}"/>
              </a:ext>
            </a:extLst>
          </p:cNvPr>
          <p:cNvSpPr>
            <a:spLocks xmlns:a="http://schemas.openxmlformats.org/drawingml/2006/main" noGrp="1"/>
          </p:cNvSpPr>
          <p:nvPr/>
        </p:nvSpPr>
        <p:spPr>
          <a:xfrm xmlns:a="http://schemas.openxmlformats.org/drawingml/2006/main">
            <a:off x="5562026" y="44702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49" name="L-Town node n138">
            <a:extLst xmlns:a="http://schemas.openxmlformats.org/drawingml/2006/main">
              <a:ext uri="{FF2B5EF4-FFF2-40B4-BE49-F238E27FC236}">
                <a16:creationId xmlns:a16="http://schemas.microsoft.com/office/drawing/2014/main" id="{988CAAC3-F5DD-495D-BF95-B02DE84F60FF}"/>
              </a:ext>
            </a:extLst>
          </p:cNvPr>
          <p:cNvSpPr>
            <a:spLocks xmlns:a="http://schemas.openxmlformats.org/drawingml/2006/main" noGrp="1"/>
          </p:cNvSpPr>
          <p:nvPr/>
        </p:nvSpPr>
        <p:spPr>
          <a:xfrm xmlns:a="http://schemas.openxmlformats.org/drawingml/2006/main">
            <a:off x="5762621" y="41272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0" name="L-Town node n139">
            <a:extLst xmlns:a="http://schemas.openxmlformats.org/drawingml/2006/main">
              <a:ext uri="{FF2B5EF4-FFF2-40B4-BE49-F238E27FC236}">
                <a16:creationId xmlns:a16="http://schemas.microsoft.com/office/drawing/2014/main" id="{98330EA6-F2DC-4282-A331-E15B9D9EEDB5}"/>
              </a:ext>
            </a:extLst>
          </p:cNvPr>
          <p:cNvSpPr>
            <a:spLocks xmlns:a="http://schemas.openxmlformats.org/drawingml/2006/main" noGrp="1"/>
          </p:cNvSpPr>
          <p:nvPr/>
        </p:nvSpPr>
        <p:spPr>
          <a:xfrm xmlns:a="http://schemas.openxmlformats.org/drawingml/2006/main">
            <a:off x="5494474" y="46000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1" name="L-Town node n140">
            <a:extLst xmlns:a="http://schemas.openxmlformats.org/drawingml/2006/main">
              <a:ext uri="{FF2B5EF4-FFF2-40B4-BE49-F238E27FC236}">
                <a16:creationId xmlns:a16="http://schemas.microsoft.com/office/drawing/2014/main" id="{9B33ED98-095F-40A8-BA5A-2122CDB9E8BC}"/>
              </a:ext>
            </a:extLst>
          </p:cNvPr>
          <p:cNvSpPr>
            <a:spLocks xmlns:a="http://schemas.openxmlformats.org/drawingml/2006/main" noGrp="1"/>
          </p:cNvSpPr>
          <p:nvPr/>
        </p:nvSpPr>
        <p:spPr>
          <a:xfrm xmlns:a="http://schemas.openxmlformats.org/drawingml/2006/main">
            <a:off x="5959245" y="380658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2" name="L-Town node n141">
            <a:extLst xmlns:a="http://schemas.openxmlformats.org/drawingml/2006/main">
              <a:ext uri="{FF2B5EF4-FFF2-40B4-BE49-F238E27FC236}">
                <a16:creationId xmlns:a16="http://schemas.microsoft.com/office/drawing/2014/main" id="{F8EDB150-302D-4C2F-857D-075541844567}"/>
              </a:ext>
            </a:extLst>
          </p:cNvPr>
          <p:cNvSpPr>
            <a:spLocks xmlns:a="http://schemas.openxmlformats.org/drawingml/2006/main" noGrp="1"/>
          </p:cNvSpPr>
          <p:nvPr/>
        </p:nvSpPr>
        <p:spPr>
          <a:xfrm xmlns:a="http://schemas.openxmlformats.org/drawingml/2006/main">
            <a:off x="5863230" y="39889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3" name="L-Town node n142">
            <a:extLst xmlns:a="http://schemas.openxmlformats.org/drawingml/2006/main">
              <a:ext uri="{FF2B5EF4-FFF2-40B4-BE49-F238E27FC236}">
                <a16:creationId xmlns:a16="http://schemas.microsoft.com/office/drawing/2014/main" id="{4151C339-6EAE-4119-A865-4D8D5FD1E126}"/>
              </a:ext>
            </a:extLst>
          </p:cNvPr>
          <p:cNvSpPr>
            <a:spLocks xmlns:a="http://schemas.openxmlformats.org/drawingml/2006/main" noGrp="1"/>
          </p:cNvSpPr>
          <p:nvPr/>
        </p:nvSpPr>
        <p:spPr>
          <a:xfrm xmlns:a="http://schemas.openxmlformats.org/drawingml/2006/main">
            <a:off x="5633678" y="442053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4" name="L-Town node n143">
            <a:extLst xmlns:a="http://schemas.openxmlformats.org/drawingml/2006/main">
              <a:ext uri="{FF2B5EF4-FFF2-40B4-BE49-F238E27FC236}">
                <a16:creationId xmlns:a16="http://schemas.microsoft.com/office/drawing/2014/main" id="{E376EB3A-E32D-4B05-956D-1FE0D2F26BA6}"/>
              </a:ext>
            </a:extLst>
          </p:cNvPr>
          <p:cNvSpPr>
            <a:spLocks xmlns:a="http://schemas.openxmlformats.org/drawingml/2006/main" noGrp="1"/>
          </p:cNvSpPr>
          <p:nvPr/>
        </p:nvSpPr>
        <p:spPr>
          <a:xfrm xmlns:a="http://schemas.openxmlformats.org/drawingml/2006/main">
            <a:off x="5802935" y="41846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5" name="L-Town node n144">
            <a:extLst xmlns:a="http://schemas.openxmlformats.org/drawingml/2006/main">
              <a:ext uri="{FF2B5EF4-FFF2-40B4-BE49-F238E27FC236}">
                <a16:creationId xmlns:a16="http://schemas.microsoft.com/office/drawing/2014/main" id="{33CEC1C0-B24A-4CAB-89D1-21099A34292E}"/>
              </a:ext>
            </a:extLst>
          </p:cNvPr>
          <p:cNvSpPr>
            <a:spLocks xmlns:a="http://schemas.openxmlformats.org/drawingml/2006/main" noGrp="1"/>
          </p:cNvSpPr>
          <p:nvPr/>
        </p:nvSpPr>
        <p:spPr>
          <a:xfrm xmlns:a="http://schemas.openxmlformats.org/drawingml/2006/main">
            <a:off x="6029012" y="37994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6" name="L-Town node n145">
            <a:extLst xmlns:a="http://schemas.openxmlformats.org/drawingml/2006/main">
              <a:ext uri="{FF2B5EF4-FFF2-40B4-BE49-F238E27FC236}">
                <a16:creationId xmlns:a16="http://schemas.microsoft.com/office/drawing/2014/main" id="{7D488E96-44C4-4E38-AAD1-DF42E61F4F71}"/>
              </a:ext>
            </a:extLst>
          </p:cNvPr>
          <p:cNvSpPr>
            <a:spLocks xmlns:a="http://schemas.openxmlformats.org/drawingml/2006/main" noGrp="1"/>
          </p:cNvSpPr>
          <p:nvPr/>
        </p:nvSpPr>
        <p:spPr>
          <a:xfrm xmlns:a="http://schemas.openxmlformats.org/drawingml/2006/main">
            <a:off x="5877780" y="406451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7" name="L-Town node n146">
            <a:extLst xmlns:a="http://schemas.openxmlformats.org/drawingml/2006/main">
              <a:ext uri="{FF2B5EF4-FFF2-40B4-BE49-F238E27FC236}">
                <a16:creationId xmlns:a16="http://schemas.microsoft.com/office/drawing/2014/main" id="{CDD396E1-8E48-4588-A9D1-BA2AB2D95C86}"/>
              </a:ext>
            </a:extLst>
          </p:cNvPr>
          <p:cNvSpPr>
            <a:spLocks xmlns:a="http://schemas.openxmlformats.org/drawingml/2006/main" noGrp="1"/>
          </p:cNvSpPr>
          <p:nvPr/>
        </p:nvSpPr>
        <p:spPr>
          <a:xfrm xmlns:a="http://schemas.openxmlformats.org/drawingml/2006/main">
            <a:off x="5878428" y="407076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8" name="L-Town node n147">
            <a:extLst xmlns:a="http://schemas.openxmlformats.org/drawingml/2006/main">
              <a:ext uri="{FF2B5EF4-FFF2-40B4-BE49-F238E27FC236}">
                <a16:creationId xmlns:a16="http://schemas.microsoft.com/office/drawing/2014/main" id="{DB060228-C905-468F-A4B8-BF7AB73A6F7A}"/>
              </a:ext>
            </a:extLst>
          </p:cNvPr>
          <p:cNvSpPr>
            <a:spLocks xmlns:a="http://schemas.openxmlformats.org/drawingml/2006/main" noGrp="1"/>
          </p:cNvSpPr>
          <p:nvPr/>
        </p:nvSpPr>
        <p:spPr>
          <a:xfrm xmlns:a="http://schemas.openxmlformats.org/drawingml/2006/main">
            <a:off x="5709983" y="436754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59" name="L-Town node n148">
            <a:extLst xmlns:a="http://schemas.openxmlformats.org/drawingml/2006/main">
              <a:ext uri="{FF2B5EF4-FFF2-40B4-BE49-F238E27FC236}">
                <a16:creationId xmlns:a16="http://schemas.microsoft.com/office/drawing/2014/main" id="{58864590-A8F8-4A99-A72F-5808740C7239}"/>
              </a:ext>
            </a:extLst>
          </p:cNvPr>
          <p:cNvSpPr>
            <a:spLocks xmlns:a="http://schemas.openxmlformats.org/drawingml/2006/main" noGrp="1"/>
          </p:cNvSpPr>
          <p:nvPr/>
        </p:nvSpPr>
        <p:spPr>
          <a:xfrm xmlns:a="http://schemas.openxmlformats.org/drawingml/2006/main">
            <a:off x="5747164" y="43401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0" name="L-Town node n149">
            <a:extLst xmlns:a="http://schemas.openxmlformats.org/drawingml/2006/main">
              <a:ext uri="{FF2B5EF4-FFF2-40B4-BE49-F238E27FC236}">
                <a16:creationId xmlns:a16="http://schemas.microsoft.com/office/drawing/2014/main" id="{7E5B279B-4D9B-4904-9835-5E3F7C9328E8}"/>
              </a:ext>
            </a:extLst>
          </p:cNvPr>
          <p:cNvSpPr>
            <a:spLocks xmlns:a="http://schemas.openxmlformats.org/drawingml/2006/main" noGrp="1"/>
          </p:cNvSpPr>
          <p:nvPr/>
        </p:nvSpPr>
        <p:spPr>
          <a:xfrm xmlns:a="http://schemas.openxmlformats.org/drawingml/2006/main">
            <a:off x="5884012" y="41255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1" name="L-Town node n150">
            <a:extLst xmlns:a="http://schemas.openxmlformats.org/drawingml/2006/main">
              <a:ext uri="{FF2B5EF4-FFF2-40B4-BE49-F238E27FC236}">
                <a16:creationId xmlns:a16="http://schemas.microsoft.com/office/drawing/2014/main" id="{F05CA46C-88CD-437F-8BCE-AAAE79E81E04}"/>
              </a:ext>
            </a:extLst>
          </p:cNvPr>
          <p:cNvSpPr>
            <a:spLocks xmlns:a="http://schemas.openxmlformats.org/drawingml/2006/main" noGrp="1"/>
          </p:cNvSpPr>
          <p:nvPr/>
        </p:nvSpPr>
        <p:spPr>
          <a:xfrm xmlns:a="http://schemas.openxmlformats.org/drawingml/2006/main">
            <a:off x="5973218" y="397369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2" name="L-Town node n151">
            <a:extLst xmlns:a="http://schemas.openxmlformats.org/drawingml/2006/main">
              <a:ext uri="{FF2B5EF4-FFF2-40B4-BE49-F238E27FC236}">
                <a16:creationId xmlns:a16="http://schemas.microsoft.com/office/drawing/2014/main" id="{08B4C4E5-A205-403E-8A97-E2D3550EF101}"/>
              </a:ext>
            </a:extLst>
          </p:cNvPr>
          <p:cNvSpPr>
            <a:spLocks xmlns:a="http://schemas.openxmlformats.org/drawingml/2006/main" noGrp="1"/>
          </p:cNvSpPr>
          <p:nvPr/>
        </p:nvSpPr>
        <p:spPr>
          <a:xfrm xmlns:a="http://schemas.openxmlformats.org/drawingml/2006/main">
            <a:off x="5782307" y="43143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3" name="L-Town node n152">
            <a:extLst xmlns:a="http://schemas.openxmlformats.org/drawingml/2006/main">
              <a:ext uri="{FF2B5EF4-FFF2-40B4-BE49-F238E27FC236}">
                <a16:creationId xmlns:a16="http://schemas.microsoft.com/office/drawing/2014/main" id="{AB28F74C-573B-42C2-B318-78FA2FA9273D}"/>
              </a:ext>
            </a:extLst>
          </p:cNvPr>
          <p:cNvSpPr>
            <a:spLocks xmlns:a="http://schemas.openxmlformats.org/drawingml/2006/main" noGrp="1"/>
          </p:cNvSpPr>
          <p:nvPr/>
        </p:nvSpPr>
        <p:spPr>
          <a:xfrm xmlns:a="http://schemas.openxmlformats.org/drawingml/2006/main">
            <a:off x="5667701" y="45387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4" name="L-Town node n153">
            <a:extLst xmlns:a="http://schemas.openxmlformats.org/drawingml/2006/main">
              <a:ext uri="{FF2B5EF4-FFF2-40B4-BE49-F238E27FC236}">
                <a16:creationId xmlns:a16="http://schemas.microsoft.com/office/drawing/2014/main" id="{E8C587F6-2AD6-4585-B2D8-65E25540A0B1}"/>
              </a:ext>
            </a:extLst>
          </p:cNvPr>
          <p:cNvSpPr>
            <a:spLocks xmlns:a="http://schemas.openxmlformats.org/drawingml/2006/main" noGrp="1"/>
          </p:cNvSpPr>
          <p:nvPr/>
        </p:nvSpPr>
        <p:spPr>
          <a:xfrm xmlns:a="http://schemas.openxmlformats.org/drawingml/2006/main">
            <a:off x="6000962" y="39718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5" name="L-Town node n154">
            <a:extLst xmlns:a="http://schemas.openxmlformats.org/drawingml/2006/main">
              <a:ext uri="{FF2B5EF4-FFF2-40B4-BE49-F238E27FC236}">
                <a16:creationId xmlns:a16="http://schemas.microsoft.com/office/drawing/2014/main" id="{0BB929B2-799C-436E-817D-1AD392869598}"/>
              </a:ext>
            </a:extLst>
          </p:cNvPr>
          <p:cNvSpPr>
            <a:spLocks xmlns:a="http://schemas.openxmlformats.org/drawingml/2006/main" noGrp="1"/>
          </p:cNvSpPr>
          <p:nvPr/>
        </p:nvSpPr>
        <p:spPr>
          <a:xfrm xmlns:a="http://schemas.openxmlformats.org/drawingml/2006/main">
            <a:off x="5822657" y="42843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6" name="L-Town node n155">
            <a:extLst xmlns:a="http://schemas.openxmlformats.org/drawingml/2006/main">
              <a:ext uri="{FF2B5EF4-FFF2-40B4-BE49-F238E27FC236}">
                <a16:creationId xmlns:a16="http://schemas.microsoft.com/office/drawing/2014/main" id="{A1C8BD95-2E73-4C3C-82EF-8F5FDFF62072}"/>
              </a:ext>
            </a:extLst>
          </p:cNvPr>
          <p:cNvSpPr>
            <a:spLocks xmlns:a="http://schemas.openxmlformats.org/drawingml/2006/main" noGrp="1"/>
          </p:cNvSpPr>
          <p:nvPr/>
        </p:nvSpPr>
        <p:spPr>
          <a:xfrm xmlns:a="http://schemas.openxmlformats.org/drawingml/2006/main">
            <a:off x="6088636" y="38329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7" name="L-Town node n156">
            <a:extLst xmlns:a="http://schemas.openxmlformats.org/drawingml/2006/main">
              <a:ext uri="{FF2B5EF4-FFF2-40B4-BE49-F238E27FC236}">
                <a16:creationId xmlns:a16="http://schemas.microsoft.com/office/drawing/2014/main" id="{D383177F-6EB6-4816-AA08-39230CFF91BA}"/>
              </a:ext>
            </a:extLst>
          </p:cNvPr>
          <p:cNvSpPr>
            <a:spLocks xmlns:a="http://schemas.openxmlformats.org/drawingml/2006/main" noGrp="1"/>
          </p:cNvSpPr>
          <p:nvPr/>
        </p:nvSpPr>
        <p:spPr>
          <a:xfrm xmlns:a="http://schemas.openxmlformats.org/drawingml/2006/main">
            <a:off x="5858141" y="42574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8" name="L-Town node n157">
            <a:extLst xmlns:a="http://schemas.openxmlformats.org/drawingml/2006/main">
              <a:ext uri="{FF2B5EF4-FFF2-40B4-BE49-F238E27FC236}">
                <a16:creationId xmlns:a16="http://schemas.microsoft.com/office/drawing/2014/main" id="{285B0AB4-217C-46AD-9E86-48C05605A22A}"/>
              </a:ext>
            </a:extLst>
          </p:cNvPr>
          <p:cNvSpPr>
            <a:spLocks xmlns:a="http://schemas.openxmlformats.org/drawingml/2006/main" noGrp="1"/>
          </p:cNvSpPr>
          <p:nvPr/>
        </p:nvSpPr>
        <p:spPr>
          <a:xfrm xmlns:a="http://schemas.openxmlformats.org/drawingml/2006/main">
            <a:off x="5894662" y="42299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69" name="L-Town node n158">
            <a:extLst xmlns:a="http://schemas.openxmlformats.org/drawingml/2006/main">
              <a:ext uri="{FF2B5EF4-FFF2-40B4-BE49-F238E27FC236}">
                <a16:creationId xmlns:a16="http://schemas.microsoft.com/office/drawing/2014/main" id="{7C42150C-976E-4769-AA4D-74ACE5F84729}"/>
              </a:ext>
            </a:extLst>
          </p:cNvPr>
          <p:cNvSpPr>
            <a:spLocks xmlns:a="http://schemas.openxmlformats.org/drawingml/2006/main" noGrp="1"/>
          </p:cNvSpPr>
          <p:nvPr/>
        </p:nvSpPr>
        <p:spPr>
          <a:xfrm xmlns:a="http://schemas.openxmlformats.org/drawingml/2006/main">
            <a:off x="5727172" y="45229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0" name="L-Town node n159">
            <a:extLst xmlns:a="http://schemas.openxmlformats.org/drawingml/2006/main">
              <a:ext uri="{FF2B5EF4-FFF2-40B4-BE49-F238E27FC236}">
                <a16:creationId xmlns:a16="http://schemas.microsoft.com/office/drawing/2014/main" id="{D9BBBFFF-B577-4BA9-ADD4-47D31F8D6947}"/>
              </a:ext>
            </a:extLst>
          </p:cNvPr>
          <p:cNvSpPr>
            <a:spLocks xmlns:a="http://schemas.openxmlformats.org/drawingml/2006/main" noGrp="1"/>
          </p:cNvSpPr>
          <p:nvPr/>
        </p:nvSpPr>
        <p:spPr>
          <a:xfrm xmlns:a="http://schemas.openxmlformats.org/drawingml/2006/main">
            <a:off x="6129693" y="386091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1" name="L-Town node n160">
            <a:extLst xmlns:a="http://schemas.openxmlformats.org/drawingml/2006/main">
              <a:ext uri="{FF2B5EF4-FFF2-40B4-BE49-F238E27FC236}">
                <a16:creationId xmlns:a16="http://schemas.microsoft.com/office/drawing/2014/main" id="{5B25D788-647D-425E-B372-14A0641F0B25}"/>
              </a:ext>
            </a:extLst>
          </p:cNvPr>
          <p:cNvSpPr>
            <a:spLocks xmlns:a="http://schemas.openxmlformats.org/drawingml/2006/main" noGrp="1"/>
          </p:cNvSpPr>
          <p:nvPr/>
        </p:nvSpPr>
        <p:spPr>
          <a:xfrm xmlns:a="http://schemas.openxmlformats.org/drawingml/2006/main">
            <a:off x="5946039" y="42001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2" name="L-Town node n161">
            <a:extLst xmlns:a="http://schemas.openxmlformats.org/drawingml/2006/main">
              <a:ext uri="{FF2B5EF4-FFF2-40B4-BE49-F238E27FC236}">
                <a16:creationId xmlns:a16="http://schemas.microsoft.com/office/drawing/2014/main" id="{0AB30229-670E-40F6-99C8-BB3D23A9C393}"/>
              </a:ext>
            </a:extLst>
          </p:cNvPr>
          <p:cNvSpPr>
            <a:spLocks xmlns:a="http://schemas.openxmlformats.org/drawingml/2006/main" noGrp="1"/>
          </p:cNvSpPr>
          <p:nvPr/>
        </p:nvSpPr>
        <p:spPr>
          <a:xfrm xmlns:a="http://schemas.openxmlformats.org/drawingml/2006/main">
            <a:off x="6047721" y="404743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3" name="L-Town node n162">
            <a:extLst xmlns:a="http://schemas.openxmlformats.org/drawingml/2006/main">
              <a:ext uri="{FF2B5EF4-FFF2-40B4-BE49-F238E27FC236}">
                <a16:creationId xmlns:a16="http://schemas.microsoft.com/office/drawing/2014/main" id="{C1E65CF4-BD32-428B-9A07-A1D239BA90DF}"/>
              </a:ext>
            </a:extLst>
          </p:cNvPr>
          <p:cNvSpPr>
            <a:spLocks xmlns:a="http://schemas.openxmlformats.org/drawingml/2006/main" noGrp="1"/>
          </p:cNvSpPr>
          <p:nvPr/>
        </p:nvSpPr>
        <p:spPr>
          <a:xfrm xmlns:a="http://schemas.openxmlformats.org/drawingml/2006/main">
            <a:off x="6155293" y="386945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4" name="L-Town node n163">
            <a:extLst xmlns:a="http://schemas.openxmlformats.org/drawingml/2006/main">
              <a:ext uri="{FF2B5EF4-FFF2-40B4-BE49-F238E27FC236}">
                <a16:creationId xmlns:a16="http://schemas.microsoft.com/office/drawing/2014/main" id="{C1C5576A-C760-4F36-B6CC-B44CFA521F7E}"/>
              </a:ext>
            </a:extLst>
          </p:cNvPr>
          <p:cNvSpPr>
            <a:spLocks xmlns:a="http://schemas.openxmlformats.org/drawingml/2006/main" noGrp="1"/>
          </p:cNvSpPr>
          <p:nvPr/>
        </p:nvSpPr>
        <p:spPr>
          <a:xfrm xmlns:a="http://schemas.openxmlformats.org/drawingml/2006/main">
            <a:off x="6078493" y="402060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5" name="L-Town node n164">
            <a:extLst xmlns:a="http://schemas.openxmlformats.org/drawingml/2006/main">
              <a:ext uri="{FF2B5EF4-FFF2-40B4-BE49-F238E27FC236}">
                <a16:creationId xmlns:a16="http://schemas.microsoft.com/office/drawing/2014/main" id="{E1A2AA41-6EE6-40D2-BEBE-7D5DE4694EDE}"/>
              </a:ext>
            </a:extLst>
          </p:cNvPr>
          <p:cNvSpPr>
            <a:spLocks xmlns:a="http://schemas.openxmlformats.org/drawingml/2006/main" noGrp="1"/>
          </p:cNvSpPr>
          <p:nvPr/>
        </p:nvSpPr>
        <p:spPr>
          <a:xfrm xmlns:a="http://schemas.openxmlformats.org/drawingml/2006/main">
            <a:off x="5997899" y="417408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6" name="L-Town node n165">
            <a:extLst xmlns:a="http://schemas.openxmlformats.org/drawingml/2006/main">
              <a:ext uri="{FF2B5EF4-FFF2-40B4-BE49-F238E27FC236}">
                <a16:creationId xmlns:a16="http://schemas.microsoft.com/office/drawing/2014/main" id="{D804B114-83A0-40C8-9FC9-DEBF9697A23F}"/>
              </a:ext>
            </a:extLst>
          </p:cNvPr>
          <p:cNvSpPr>
            <a:spLocks xmlns:a="http://schemas.openxmlformats.org/drawingml/2006/main" noGrp="1"/>
          </p:cNvSpPr>
          <p:nvPr/>
        </p:nvSpPr>
        <p:spPr>
          <a:xfrm xmlns:a="http://schemas.openxmlformats.org/drawingml/2006/main">
            <a:off x="5902049" y="435286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7" name="L-Town node n166">
            <a:extLst xmlns:a="http://schemas.openxmlformats.org/drawingml/2006/main">
              <a:ext uri="{FF2B5EF4-FFF2-40B4-BE49-F238E27FC236}">
                <a16:creationId xmlns:a16="http://schemas.microsoft.com/office/drawing/2014/main" id="{B60FDF09-4CA2-43D7-AD56-F05039F54F34}"/>
              </a:ext>
            </a:extLst>
          </p:cNvPr>
          <p:cNvSpPr>
            <a:spLocks xmlns:a="http://schemas.openxmlformats.org/drawingml/2006/main" noGrp="1"/>
          </p:cNvSpPr>
          <p:nvPr/>
        </p:nvSpPr>
        <p:spPr>
          <a:xfrm xmlns:a="http://schemas.openxmlformats.org/drawingml/2006/main">
            <a:off x="6065910" y="41399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8" name="L-Town node n167">
            <a:extLst xmlns:a="http://schemas.openxmlformats.org/drawingml/2006/main">
              <a:ext uri="{FF2B5EF4-FFF2-40B4-BE49-F238E27FC236}">
                <a16:creationId xmlns:a16="http://schemas.microsoft.com/office/drawing/2014/main" id="{8C2AE4F3-A170-46BE-8A05-C3A6D3CC91A9}"/>
              </a:ext>
            </a:extLst>
          </p:cNvPr>
          <p:cNvSpPr>
            <a:spLocks xmlns:a="http://schemas.openxmlformats.org/drawingml/2006/main" noGrp="1"/>
          </p:cNvSpPr>
          <p:nvPr/>
        </p:nvSpPr>
        <p:spPr>
          <a:xfrm xmlns:a="http://schemas.openxmlformats.org/drawingml/2006/main">
            <a:off x="6139117" y="40148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79" name="L-Town node n168">
            <a:extLst xmlns:a="http://schemas.openxmlformats.org/drawingml/2006/main">
              <a:ext uri="{FF2B5EF4-FFF2-40B4-BE49-F238E27FC236}">
                <a16:creationId xmlns:a16="http://schemas.microsoft.com/office/drawing/2014/main" id="{44DE1595-646B-418D-B489-4972B6027BE3}"/>
              </a:ext>
            </a:extLst>
          </p:cNvPr>
          <p:cNvSpPr>
            <a:spLocks xmlns:a="http://schemas.openxmlformats.org/drawingml/2006/main" noGrp="1"/>
          </p:cNvSpPr>
          <p:nvPr/>
        </p:nvSpPr>
        <p:spPr>
          <a:xfrm xmlns:a="http://schemas.openxmlformats.org/drawingml/2006/main">
            <a:off x="6082592" y="41320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0" name="L-Town node n169">
            <a:extLst xmlns:a="http://schemas.openxmlformats.org/drawingml/2006/main">
              <a:ext uri="{FF2B5EF4-FFF2-40B4-BE49-F238E27FC236}">
                <a16:creationId xmlns:a16="http://schemas.microsoft.com/office/drawing/2014/main" id="{505A1913-6CE0-4C5C-A65B-ED9F6BCB124F}"/>
              </a:ext>
            </a:extLst>
          </p:cNvPr>
          <p:cNvSpPr>
            <a:spLocks xmlns:a="http://schemas.openxmlformats.org/drawingml/2006/main" noGrp="1"/>
          </p:cNvSpPr>
          <p:nvPr/>
        </p:nvSpPr>
        <p:spPr>
          <a:xfrm xmlns:a="http://schemas.openxmlformats.org/drawingml/2006/main">
            <a:off x="6224883" y="388879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1" name="L-Town node n170">
            <a:extLst xmlns:a="http://schemas.openxmlformats.org/drawingml/2006/main">
              <a:ext uri="{FF2B5EF4-FFF2-40B4-BE49-F238E27FC236}">
                <a16:creationId xmlns:a16="http://schemas.microsoft.com/office/drawing/2014/main" id="{F57ECD4F-C796-4CD5-9964-D27A8DE5D440}"/>
              </a:ext>
            </a:extLst>
          </p:cNvPr>
          <p:cNvSpPr>
            <a:spLocks xmlns:a="http://schemas.openxmlformats.org/drawingml/2006/main" noGrp="1"/>
          </p:cNvSpPr>
          <p:nvPr/>
        </p:nvSpPr>
        <p:spPr>
          <a:xfrm xmlns:a="http://schemas.openxmlformats.org/drawingml/2006/main">
            <a:off x="6164470" y="401278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2" name="L-Town node n171">
            <a:extLst xmlns:a="http://schemas.openxmlformats.org/drawingml/2006/main">
              <a:ext uri="{FF2B5EF4-FFF2-40B4-BE49-F238E27FC236}">
                <a16:creationId xmlns:a16="http://schemas.microsoft.com/office/drawing/2014/main" id="{6E70FFE9-7203-4BFF-90A7-2C55D0A81532}"/>
              </a:ext>
            </a:extLst>
          </p:cNvPr>
          <p:cNvSpPr>
            <a:spLocks xmlns:a="http://schemas.openxmlformats.org/drawingml/2006/main" noGrp="1"/>
          </p:cNvSpPr>
          <p:nvPr/>
        </p:nvSpPr>
        <p:spPr>
          <a:xfrm xmlns:a="http://schemas.openxmlformats.org/drawingml/2006/main">
            <a:off x="6107061" y="41205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3" name="L-Town node n172">
            <a:extLst xmlns:a="http://schemas.openxmlformats.org/drawingml/2006/main">
              <a:ext uri="{FF2B5EF4-FFF2-40B4-BE49-F238E27FC236}">
                <a16:creationId xmlns:a16="http://schemas.microsoft.com/office/drawing/2014/main" id="{EB399CC0-F767-4BCA-AB6F-30A5E77DCE75}"/>
              </a:ext>
            </a:extLst>
          </p:cNvPr>
          <p:cNvSpPr>
            <a:spLocks xmlns:a="http://schemas.openxmlformats.org/drawingml/2006/main" noGrp="1"/>
          </p:cNvSpPr>
          <p:nvPr/>
        </p:nvSpPr>
        <p:spPr>
          <a:xfrm xmlns:a="http://schemas.openxmlformats.org/drawingml/2006/main">
            <a:off x="5918837" y="44804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4" name="L-Town node n173">
            <a:extLst xmlns:a="http://schemas.openxmlformats.org/drawingml/2006/main">
              <a:ext uri="{FF2B5EF4-FFF2-40B4-BE49-F238E27FC236}">
                <a16:creationId xmlns:a16="http://schemas.microsoft.com/office/drawing/2014/main" id="{2B9F8424-13E5-45ED-913C-D69FDA15F7BC}"/>
              </a:ext>
            </a:extLst>
          </p:cNvPr>
          <p:cNvSpPr>
            <a:spLocks xmlns:a="http://schemas.openxmlformats.org/drawingml/2006/main" noGrp="1"/>
          </p:cNvSpPr>
          <p:nvPr/>
        </p:nvSpPr>
        <p:spPr>
          <a:xfrm xmlns:a="http://schemas.openxmlformats.org/drawingml/2006/main">
            <a:off x="6148778" y="410086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5" name="L-Town node n174">
            <a:extLst xmlns:a="http://schemas.openxmlformats.org/drawingml/2006/main">
              <a:ext uri="{FF2B5EF4-FFF2-40B4-BE49-F238E27FC236}">
                <a16:creationId xmlns:a16="http://schemas.microsoft.com/office/drawing/2014/main" id="{9BE52588-1549-4FFF-8333-A630B0B58457}"/>
              </a:ext>
            </a:extLst>
          </p:cNvPr>
          <p:cNvSpPr>
            <a:spLocks xmlns:a="http://schemas.openxmlformats.org/drawingml/2006/main" noGrp="1"/>
          </p:cNvSpPr>
          <p:nvPr/>
        </p:nvSpPr>
        <p:spPr>
          <a:xfrm xmlns:a="http://schemas.openxmlformats.org/drawingml/2006/main">
            <a:off x="6178007" y="408700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6" name="L-Town node n175">
            <a:extLst xmlns:a="http://schemas.openxmlformats.org/drawingml/2006/main">
              <a:ext uri="{FF2B5EF4-FFF2-40B4-BE49-F238E27FC236}">
                <a16:creationId xmlns:a16="http://schemas.microsoft.com/office/drawing/2014/main" id="{83E2ECEA-EBEE-4F3E-8987-053CF4FC5FB0}"/>
              </a:ext>
            </a:extLst>
          </p:cNvPr>
          <p:cNvSpPr>
            <a:spLocks xmlns:a="http://schemas.openxmlformats.org/drawingml/2006/main" noGrp="1"/>
          </p:cNvSpPr>
          <p:nvPr/>
        </p:nvSpPr>
        <p:spPr>
          <a:xfrm xmlns:a="http://schemas.openxmlformats.org/drawingml/2006/main">
            <a:off x="5977871" y="44602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7" name="L-Town node n176">
            <a:extLst xmlns:a="http://schemas.openxmlformats.org/drawingml/2006/main">
              <a:ext uri="{FF2B5EF4-FFF2-40B4-BE49-F238E27FC236}">
                <a16:creationId xmlns:a16="http://schemas.microsoft.com/office/drawing/2014/main" id="{6001228E-BD36-417C-A24B-AAED355C4B16}"/>
              </a:ext>
            </a:extLst>
          </p:cNvPr>
          <p:cNvSpPr>
            <a:spLocks xmlns:a="http://schemas.openxmlformats.org/drawingml/2006/main" noGrp="1"/>
          </p:cNvSpPr>
          <p:nvPr/>
        </p:nvSpPr>
        <p:spPr>
          <a:xfrm xmlns:a="http://schemas.openxmlformats.org/drawingml/2006/main">
            <a:off x="6312475" y="38916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8" name="L-Town node n177">
            <a:extLst xmlns:a="http://schemas.openxmlformats.org/drawingml/2006/main">
              <a:ext uri="{FF2B5EF4-FFF2-40B4-BE49-F238E27FC236}">
                <a16:creationId xmlns:a16="http://schemas.microsoft.com/office/drawing/2014/main" id="{22A16E9D-EE05-444F-8206-D32D1D1B3084}"/>
              </a:ext>
            </a:extLst>
          </p:cNvPr>
          <p:cNvSpPr>
            <a:spLocks xmlns:a="http://schemas.openxmlformats.org/drawingml/2006/main" noGrp="1"/>
          </p:cNvSpPr>
          <p:nvPr/>
        </p:nvSpPr>
        <p:spPr>
          <a:xfrm xmlns:a="http://schemas.openxmlformats.org/drawingml/2006/main">
            <a:off x="5992739" y="445520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89" name="L-Town node n178">
            <a:extLst xmlns:a="http://schemas.openxmlformats.org/drawingml/2006/main">
              <a:ext uri="{FF2B5EF4-FFF2-40B4-BE49-F238E27FC236}">
                <a16:creationId xmlns:a16="http://schemas.microsoft.com/office/drawing/2014/main" id="{8261D466-0346-4E3D-AFFA-135829AF66E3}"/>
              </a:ext>
            </a:extLst>
          </p:cNvPr>
          <p:cNvSpPr>
            <a:spLocks xmlns:a="http://schemas.openxmlformats.org/drawingml/2006/main" noGrp="1"/>
          </p:cNvSpPr>
          <p:nvPr/>
        </p:nvSpPr>
        <p:spPr>
          <a:xfrm xmlns:a="http://schemas.openxmlformats.org/drawingml/2006/main">
            <a:off x="6236264" y="40599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0" name="L-Town node n179">
            <a:extLst xmlns:a="http://schemas.openxmlformats.org/drawingml/2006/main">
              <a:ext uri="{FF2B5EF4-FFF2-40B4-BE49-F238E27FC236}">
                <a16:creationId xmlns:a16="http://schemas.microsoft.com/office/drawing/2014/main" id="{EB9F6329-67C1-49EA-AFEB-6C753E6BC9C6}"/>
              </a:ext>
            </a:extLst>
          </p:cNvPr>
          <p:cNvSpPr>
            <a:spLocks xmlns:a="http://schemas.openxmlformats.org/drawingml/2006/main" noGrp="1"/>
          </p:cNvSpPr>
          <p:nvPr/>
        </p:nvSpPr>
        <p:spPr>
          <a:xfrm xmlns:a="http://schemas.openxmlformats.org/drawingml/2006/main">
            <a:off x="6038696" y="444231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1" name="L-Town node n180">
            <a:extLst xmlns:a="http://schemas.openxmlformats.org/drawingml/2006/main">
              <a:ext uri="{FF2B5EF4-FFF2-40B4-BE49-F238E27FC236}">
                <a16:creationId xmlns:a16="http://schemas.microsoft.com/office/drawing/2014/main" id="{042DA4F7-6E58-4471-B892-09ADAE098C99}"/>
              </a:ext>
            </a:extLst>
          </p:cNvPr>
          <p:cNvSpPr>
            <a:spLocks xmlns:a="http://schemas.openxmlformats.org/drawingml/2006/main" noGrp="1"/>
          </p:cNvSpPr>
          <p:nvPr/>
        </p:nvSpPr>
        <p:spPr>
          <a:xfrm xmlns:a="http://schemas.openxmlformats.org/drawingml/2006/main">
            <a:off x="6272690" y="404177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2" name="L-Town node n181">
            <a:extLst xmlns:a="http://schemas.openxmlformats.org/drawingml/2006/main">
              <a:ext uri="{FF2B5EF4-FFF2-40B4-BE49-F238E27FC236}">
                <a16:creationId xmlns:a16="http://schemas.microsoft.com/office/drawing/2014/main" id="{809AE906-92B0-4770-94D8-2B8AE65C489C}"/>
              </a:ext>
            </a:extLst>
          </p:cNvPr>
          <p:cNvSpPr>
            <a:spLocks xmlns:a="http://schemas.openxmlformats.org/drawingml/2006/main" noGrp="1"/>
          </p:cNvSpPr>
          <p:nvPr/>
        </p:nvSpPr>
        <p:spPr>
          <a:xfrm xmlns:a="http://schemas.openxmlformats.org/drawingml/2006/main">
            <a:off x="6299056" y="401175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3" name="L-Town node n182">
            <a:extLst xmlns:a="http://schemas.openxmlformats.org/drawingml/2006/main">
              <a:ext uri="{FF2B5EF4-FFF2-40B4-BE49-F238E27FC236}">
                <a16:creationId xmlns:a16="http://schemas.microsoft.com/office/drawing/2014/main" id="{69A4CEBF-BED0-4BAE-BDE0-797260CED18B}"/>
              </a:ext>
            </a:extLst>
          </p:cNvPr>
          <p:cNvSpPr>
            <a:spLocks xmlns:a="http://schemas.openxmlformats.org/drawingml/2006/main" noGrp="1"/>
          </p:cNvSpPr>
          <p:nvPr/>
        </p:nvSpPr>
        <p:spPr>
          <a:xfrm xmlns:a="http://schemas.openxmlformats.org/drawingml/2006/main">
            <a:off x="6323608" y="397895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4" name="L-Town node n183">
            <a:extLst xmlns:a="http://schemas.openxmlformats.org/drawingml/2006/main">
              <a:ext uri="{FF2B5EF4-FFF2-40B4-BE49-F238E27FC236}">
                <a16:creationId xmlns:a16="http://schemas.microsoft.com/office/drawing/2014/main" id="{D1ADDBB6-5222-4AA1-BDD2-1EAA87BF7002}"/>
              </a:ext>
            </a:extLst>
          </p:cNvPr>
          <p:cNvSpPr>
            <a:spLocks xmlns:a="http://schemas.openxmlformats.org/drawingml/2006/main" noGrp="1"/>
          </p:cNvSpPr>
          <p:nvPr/>
        </p:nvSpPr>
        <p:spPr>
          <a:xfrm xmlns:a="http://schemas.openxmlformats.org/drawingml/2006/main">
            <a:off x="6075265" y="443122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5" name="L-Town node n184">
            <a:extLst xmlns:a="http://schemas.openxmlformats.org/drawingml/2006/main">
              <a:ext uri="{FF2B5EF4-FFF2-40B4-BE49-F238E27FC236}">
                <a16:creationId xmlns:a16="http://schemas.microsoft.com/office/drawing/2014/main" id="{2A8F986C-F3E1-4E29-AF1F-E984BB1C0413}"/>
              </a:ext>
            </a:extLst>
          </p:cNvPr>
          <p:cNvSpPr>
            <a:spLocks xmlns:a="http://schemas.openxmlformats.org/drawingml/2006/main" noGrp="1"/>
          </p:cNvSpPr>
          <p:nvPr/>
        </p:nvSpPr>
        <p:spPr>
          <a:xfrm xmlns:a="http://schemas.openxmlformats.org/drawingml/2006/main">
            <a:off x="6386860" y="390844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6" name="L-Town node n185">
            <a:extLst xmlns:a="http://schemas.openxmlformats.org/drawingml/2006/main">
              <a:ext uri="{FF2B5EF4-FFF2-40B4-BE49-F238E27FC236}">
                <a16:creationId xmlns:a16="http://schemas.microsoft.com/office/drawing/2014/main" id="{40407517-B286-4C4C-9202-4CAE3E749CDA}"/>
              </a:ext>
            </a:extLst>
          </p:cNvPr>
          <p:cNvSpPr>
            <a:spLocks xmlns:a="http://schemas.openxmlformats.org/drawingml/2006/main" noGrp="1"/>
          </p:cNvSpPr>
          <p:nvPr/>
        </p:nvSpPr>
        <p:spPr>
          <a:xfrm xmlns:a="http://schemas.openxmlformats.org/drawingml/2006/main">
            <a:off x="6113046" y="442794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7" name="L-Town node n186">
            <a:extLst xmlns:a="http://schemas.openxmlformats.org/drawingml/2006/main">
              <a:ext uri="{FF2B5EF4-FFF2-40B4-BE49-F238E27FC236}">
                <a16:creationId xmlns:a16="http://schemas.microsoft.com/office/drawing/2014/main" id="{9EB8B7DE-80F8-4712-B780-1231F5FC8280}"/>
              </a:ext>
            </a:extLst>
          </p:cNvPr>
          <p:cNvSpPr>
            <a:spLocks xmlns:a="http://schemas.openxmlformats.org/drawingml/2006/main" noGrp="1"/>
          </p:cNvSpPr>
          <p:nvPr/>
        </p:nvSpPr>
        <p:spPr>
          <a:xfrm xmlns:a="http://schemas.openxmlformats.org/drawingml/2006/main">
            <a:off x="6338864" y="40624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8" name="L-Town node n187">
            <a:extLst xmlns:a="http://schemas.openxmlformats.org/drawingml/2006/main">
              <a:ext uri="{FF2B5EF4-FFF2-40B4-BE49-F238E27FC236}">
                <a16:creationId xmlns:a16="http://schemas.microsoft.com/office/drawing/2014/main" id="{93749678-EC40-41A4-9A31-5A578ABA118D}"/>
              </a:ext>
            </a:extLst>
          </p:cNvPr>
          <p:cNvSpPr>
            <a:spLocks xmlns:a="http://schemas.openxmlformats.org/drawingml/2006/main" noGrp="1"/>
          </p:cNvSpPr>
          <p:nvPr/>
        </p:nvSpPr>
        <p:spPr>
          <a:xfrm xmlns:a="http://schemas.openxmlformats.org/drawingml/2006/main">
            <a:off x="6246006" y="42232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699" name="L-Town node n188">
            <a:extLst xmlns:a="http://schemas.openxmlformats.org/drawingml/2006/main">
              <a:ext uri="{FF2B5EF4-FFF2-40B4-BE49-F238E27FC236}">
                <a16:creationId xmlns:a16="http://schemas.microsoft.com/office/drawing/2014/main" id="{29CAB70F-1B9A-4721-95CA-2CDCBAE2B512}"/>
              </a:ext>
            </a:extLst>
          </p:cNvPr>
          <p:cNvSpPr>
            <a:spLocks xmlns:a="http://schemas.openxmlformats.org/drawingml/2006/main" noGrp="1"/>
          </p:cNvSpPr>
          <p:nvPr/>
        </p:nvSpPr>
        <p:spPr>
          <a:xfrm xmlns:a="http://schemas.openxmlformats.org/drawingml/2006/main">
            <a:off x="6157920" y="441790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0" name="L-Town node n189">
            <a:extLst xmlns:a="http://schemas.openxmlformats.org/drawingml/2006/main">
              <a:ext uri="{FF2B5EF4-FFF2-40B4-BE49-F238E27FC236}">
                <a16:creationId xmlns:a16="http://schemas.microsoft.com/office/drawing/2014/main" id="{593AB69F-FC7B-4D79-9267-F047ECCAFE17}"/>
              </a:ext>
            </a:extLst>
          </p:cNvPr>
          <p:cNvSpPr>
            <a:spLocks xmlns:a="http://schemas.openxmlformats.org/drawingml/2006/main" noGrp="1"/>
          </p:cNvSpPr>
          <p:nvPr/>
        </p:nvSpPr>
        <p:spPr>
          <a:xfrm xmlns:a="http://schemas.openxmlformats.org/drawingml/2006/main">
            <a:off x="6180799" y="441364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1" name="L-Town node n190">
            <a:extLst xmlns:a="http://schemas.openxmlformats.org/drawingml/2006/main">
              <a:ext uri="{FF2B5EF4-FFF2-40B4-BE49-F238E27FC236}">
                <a16:creationId xmlns:a16="http://schemas.microsoft.com/office/drawing/2014/main" id="{7C600E97-F9DA-4AE9-900C-FF6EEBC47AC3}"/>
              </a:ext>
            </a:extLst>
          </p:cNvPr>
          <p:cNvSpPr>
            <a:spLocks xmlns:a="http://schemas.openxmlformats.org/drawingml/2006/main" noGrp="1"/>
          </p:cNvSpPr>
          <p:nvPr/>
        </p:nvSpPr>
        <p:spPr>
          <a:xfrm xmlns:a="http://schemas.openxmlformats.org/drawingml/2006/main">
            <a:off x="6317482" y="418050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2" name="L-Town node n191">
            <a:extLst xmlns:a="http://schemas.openxmlformats.org/drawingml/2006/main">
              <a:ext uri="{FF2B5EF4-FFF2-40B4-BE49-F238E27FC236}">
                <a16:creationId xmlns:a16="http://schemas.microsoft.com/office/drawing/2014/main" id="{5A4A6A8F-7B06-4A56-90C9-C4318B8FF626}"/>
              </a:ext>
            </a:extLst>
          </p:cNvPr>
          <p:cNvSpPr>
            <a:spLocks xmlns:a="http://schemas.openxmlformats.org/drawingml/2006/main" noGrp="1"/>
          </p:cNvSpPr>
          <p:nvPr/>
        </p:nvSpPr>
        <p:spPr>
          <a:xfrm xmlns:a="http://schemas.openxmlformats.org/drawingml/2006/main">
            <a:off x="6473568" y="39204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3" name="L-Town node n192">
            <a:extLst xmlns:a="http://schemas.openxmlformats.org/drawingml/2006/main">
              <a:ext uri="{FF2B5EF4-FFF2-40B4-BE49-F238E27FC236}">
                <a16:creationId xmlns:a16="http://schemas.microsoft.com/office/drawing/2014/main" id="{BF02A398-043B-450A-8FBD-DE3F1F9B995D}"/>
              </a:ext>
            </a:extLst>
          </p:cNvPr>
          <p:cNvSpPr>
            <a:spLocks xmlns:a="http://schemas.openxmlformats.org/drawingml/2006/main" noGrp="1"/>
          </p:cNvSpPr>
          <p:nvPr/>
        </p:nvSpPr>
        <p:spPr>
          <a:xfrm xmlns:a="http://schemas.openxmlformats.org/drawingml/2006/main">
            <a:off x="6394588" y="40670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4" name="L-Town node n193">
            <a:extLst xmlns:a="http://schemas.openxmlformats.org/drawingml/2006/main">
              <a:ext uri="{FF2B5EF4-FFF2-40B4-BE49-F238E27FC236}">
                <a16:creationId xmlns:a16="http://schemas.microsoft.com/office/drawing/2014/main" id="{056D0929-1BA2-475F-AFF6-F97EC8FAA034}"/>
              </a:ext>
            </a:extLst>
          </p:cNvPr>
          <p:cNvSpPr>
            <a:spLocks xmlns:a="http://schemas.openxmlformats.org/drawingml/2006/main" noGrp="1"/>
          </p:cNvSpPr>
          <p:nvPr/>
        </p:nvSpPr>
        <p:spPr>
          <a:xfrm xmlns:a="http://schemas.openxmlformats.org/drawingml/2006/main">
            <a:off x="6336838" y="41798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5" name="L-Town node n194">
            <a:extLst xmlns:a="http://schemas.openxmlformats.org/drawingml/2006/main">
              <a:ext uri="{FF2B5EF4-FFF2-40B4-BE49-F238E27FC236}">
                <a16:creationId xmlns:a16="http://schemas.microsoft.com/office/drawing/2014/main" id="{1E1AC0BF-39FD-4F24-8162-968513BFD06D}"/>
              </a:ext>
            </a:extLst>
          </p:cNvPr>
          <p:cNvSpPr>
            <a:spLocks xmlns:a="http://schemas.openxmlformats.org/drawingml/2006/main" noGrp="1"/>
          </p:cNvSpPr>
          <p:nvPr/>
        </p:nvSpPr>
        <p:spPr>
          <a:xfrm xmlns:a="http://schemas.openxmlformats.org/drawingml/2006/main">
            <a:off x="6359575" y="417978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6" name="L-Town node n195">
            <a:extLst xmlns:a="http://schemas.openxmlformats.org/drawingml/2006/main">
              <a:ext uri="{FF2B5EF4-FFF2-40B4-BE49-F238E27FC236}">
                <a16:creationId xmlns:a16="http://schemas.microsoft.com/office/drawing/2014/main" id="{DBD4869A-C505-4935-9B58-5C42334239BD}"/>
              </a:ext>
            </a:extLst>
          </p:cNvPr>
          <p:cNvSpPr>
            <a:spLocks xmlns:a="http://schemas.openxmlformats.org/drawingml/2006/main" noGrp="1"/>
          </p:cNvSpPr>
          <p:nvPr/>
        </p:nvSpPr>
        <p:spPr>
          <a:xfrm xmlns:a="http://schemas.openxmlformats.org/drawingml/2006/main">
            <a:off x="6262276" y="439907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7" name="L-Town node n196">
            <a:extLst xmlns:a="http://schemas.openxmlformats.org/drawingml/2006/main">
              <a:ext uri="{FF2B5EF4-FFF2-40B4-BE49-F238E27FC236}">
                <a16:creationId xmlns:a16="http://schemas.microsoft.com/office/drawing/2014/main" id="{65898803-8303-4C42-9C42-680F0DB52E43}"/>
              </a:ext>
            </a:extLst>
          </p:cNvPr>
          <p:cNvSpPr>
            <a:spLocks xmlns:a="http://schemas.openxmlformats.org/drawingml/2006/main" noGrp="1"/>
          </p:cNvSpPr>
          <p:nvPr/>
        </p:nvSpPr>
        <p:spPr>
          <a:xfrm xmlns:a="http://schemas.openxmlformats.org/drawingml/2006/main">
            <a:off x="6459478" y="40699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8" name="L-Town node n197">
            <a:extLst xmlns:a="http://schemas.openxmlformats.org/drawingml/2006/main">
              <a:ext uri="{FF2B5EF4-FFF2-40B4-BE49-F238E27FC236}">
                <a16:creationId xmlns:a16="http://schemas.microsoft.com/office/drawing/2014/main" id="{29BB9D1B-E3B3-43CC-BCAA-F0F431C2261F}"/>
              </a:ext>
            </a:extLst>
          </p:cNvPr>
          <p:cNvSpPr>
            <a:spLocks xmlns:a="http://schemas.openxmlformats.org/drawingml/2006/main" noGrp="1"/>
          </p:cNvSpPr>
          <p:nvPr/>
        </p:nvSpPr>
        <p:spPr>
          <a:xfrm xmlns:a="http://schemas.openxmlformats.org/drawingml/2006/main">
            <a:off x="6366691" y="43804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09" name="L-Town node n198">
            <a:extLst xmlns:a="http://schemas.openxmlformats.org/drawingml/2006/main">
              <a:ext uri="{FF2B5EF4-FFF2-40B4-BE49-F238E27FC236}">
                <a16:creationId xmlns:a16="http://schemas.microsoft.com/office/drawing/2014/main" id="{9095C0D5-340D-44DB-BB1F-A11B31CBE400}"/>
              </a:ext>
            </a:extLst>
          </p:cNvPr>
          <p:cNvSpPr>
            <a:spLocks xmlns:a="http://schemas.openxmlformats.org/drawingml/2006/main" noGrp="1"/>
          </p:cNvSpPr>
          <p:nvPr/>
        </p:nvSpPr>
        <p:spPr>
          <a:xfrm xmlns:a="http://schemas.openxmlformats.org/drawingml/2006/main">
            <a:off x="6699021" y="39285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0" name="L-Town node n199">
            <a:extLst xmlns:a="http://schemas.openxmlformats.org/drawingml/2006/main">
              <a:ext uri="{FF2B5EF4-FFF2-40B4-BE49-F238E27FC236}">
                <a16:creationId xmlns:a16="http://schemas.microsoft.com/office/drawing/2014/main" id="{EFB787B9-EA07-4FFE-92CE-941F3AFDCA26}"/>
              </a:ext>
            </a:extLst>
          </p:cNvPr>
          <p:cNvSpPr>
            <a:spLocks xmlns:a="http://schemas.openxmlformats.org/drawingml/2006/main" noGrp="1"/>
          </p:cNvSpPr>
          <p:nvPr/>
        </p:nvSpPr>
        <p:spPr>
          <a:xfrm xmlns:a="http://schemas.openxmlformats.org/drawingml/2006/main">
            <a:off x="6450784" y="436545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1" name="L-Town node n200">
            <a:extLst xmlns:a="http://schemas.openxmlformats.org/drawingml/2006/main">
              <a:ext uri="{FF2B5EF4-FFF2-40B4-BE49-F238E27FC236}">
                <a16:creationId xmlns:a16="http://schemas.microsoft.com/office/drawing/2014/main" id="{C4AF05A7-856F-43D9-9546-C3294A908225}"/>
              </a:ext>
            </a:extLst>
          </p:cNvPr>
          <p:cNvSpPr>
            <a:spLocks xmlns:a="http://schemas.openxmlformats.org/drawingml/2006/main" noGrp="1"/>
          </p:cNvSpPr>
          <p:nvPr/>
        </p:nvSpPr>
        <p:spPr>
          <a:xfrm xmlns:a="http://schemas.openxmlformats.org/drawingml/2006/main">
            <a:off x="6703545" y="408085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2" name="L-Town node n201">
            <a:extLst xmlns:a="http://schemas.openxmlformats.org/drawingml/2006/main">
              <a:ext uri="{FF2B5EF4-FFF2-40B4-BE49-F238E27FC236}">
                <a16:creationId xmlns:a16="http://schemas.microsoft.com/office/drawing/2014/main" id="{49E7F967-502C-4F3D-8968-4AC63A134A40}"/>
              </a:ext>
            </a:extLst>
          </p:cNvPr>
          <p:cNvSpPr>
            <a:spLocks xmlns:a="http://schemas.openxmlformats.org/drawingml/2006/main" noGrp="1"/>
          </p:cNvSpPr>
          <p:nvPr/>
        </p:nvSpPr>
        <p:spPr>
          <a:xfrm xmlns:a="http://schemas.openxmlformats.org/drawingml/2006/main">
            <a:off x="6829295" y="406873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3" name="L-Town node n202">
            <a:extLst xmlns:a="http://schemas.openxmlformats.org/drawingml/2006/main">
              <a:ext uri="{FF2B5EF4-FFF2-40B4-BE49-F238E27FC236}">
                <a16:creationId xmlns:a16="http://schemas.microsoft.com/office/drawing/2014/main" id="{3E7CCBB4-4558-45A6-A03D-9020AFE023B4}"/>
              </a:ext>
            </a:extLst>
          </p:cNvPr>
          <p:cNvSpPr>
            <a:spLocks xmlns:a="http://schemas.openxmlformats.org/drawingml/2006/main" noGrp="1"/>
          </p:cNvSpPr>
          <p:nvPr/>
        </p:nvSpPr>
        <p:spPr>
          <a:xfrm xmlns:a="http://schemas.openxmlformats.org/drawingml/2006/main">
            <a:off x="6832111" y="41016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4" name="L-Town node n203">
            <a:extLst xmlns:a="http://schemas.openxmlformats.org/drawingml/2006/main">
              <a:ext uri="{FF2B5EF4-FFF2-40B4-BE49-F238E27FC236}">
                <a16:creationId xmlns:a16="http://schemas.microsoft.com/office/drawing/2014/main" id="{ED0F030C-C5BA-4EC5-858B-2094B7988431}"/>
              </a:ext>
            </a:extLst>
          </p:cNvPr>
          <p:cNvSpPr>
            <a:spLocks xmlns:a="http://schemas.openxmlformats.org/drawingml/2006/main" noGrp="1"/>
          </p:cNvSpPr>
          <p:nvPr/>
        </p:nvSpPr>
        <p:spPr>
          <a:xfrm xmlns:a="http://schemas.openxmlformats.org/drawingml/2006/main">
            <a:off x="6896800" y="400116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5" name="L-Town node n204">
            <a:extLst xmlns:a="http://schemas.openxmlformats.org/drawingml/2006/main">
              <a:ext uri="{FF2B5EF4-FFF2-40B4-BE49-F238E27FC236}">
                <a16:creationId xmlns:a16="http://schemas.microsoft.com/office/drawing/2014/main" id="{FD444C5B-8730-4565-A180-FF8EC5716E9C}"/>
              </a:ext>
            </a:extLst>
          </p:cNvPr>
          <p:cNvSpPr>
            <a:spLocks xmlns:a="http://schemas.openxmlformats.org/drawingml/2006/main" noGrp="1"/>
          </p:cNvSpPr>
          <p:nvPr/>
        </p:nvSpPr>
        <p:spPr>
          <a:xfrm xmlns:a="http://schemas.openxmlformats.org/drawingml/2006/main">
            <a:off x="6713146" y="43377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6" name="L-Town node n205">
            <a:extLst xmlns:a="http://schemas.openxmlformats.org/drawingml/2006/main">
              <a:ext uri="{FF2B5EF4-FFF2-40B4-BE49-F238E27FC236}">
                <a16:creationId xmlns:a16="http://schemas.microsoft.com/office/drawing/2014/main" id="{84CA4095-08B6-42D9-96B1-EB7F65D3BFD7}"/>
              </a:ext>
            </a:extLst>
          </p:cNvPr>
          <p:cNvSpPr>
            <a:spLocks xmlns:a="http://schemas.openxmlformats.org/drawingml/2006/main" noGrp="1"/>
          </p:cNvSpPr>
          <p:nvPr/>
        </p:nvSpPr>
        <p:spPr>
          <a:xfrm xmlns:a="http://schemas.openxmlformats.org/drawingml/2006/main">
            <a:off x="6954303" y="39954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7" name="L-Town node n206">
            <a:extLst xmlns:a="http://schemas.openxmlformats.org/drawingml/2006/main">
              <a:ext uri="{FF2B5EF4-FFF2-40B4-BE49-F238E27FC236}">
                <a16:creationId xmlns:a16="http://schemas.microsoft.com/office/drawing/2014/main" id="{898B801F-8BFA-4D01-B0C6-A23A7DDE1036}"/>
              </a:ext>
            </a:extLst>
          </p:cNvPr>
          <p:cNvSpPr>
            <a:spLocks xmlns:a="http://schemas.openxmlformats.org/drawingml/2006/main" noGrp="1"/>
          </p:cNvSpPr>
          <p:nvPr/>
        </p:nvSpPr>
        <p:spPr>
          <a:xfrm xmlns:a="http://schemas.openxmlformats.org/drawingml/2006/main">
            <a:off x="6982554" y="396695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8" name="L-Town node n207">
            <a:extLst xmlns:a="http://schemas.openxmlformats.org/drawingml/2006/main">
              <a:ext uri="{FF2B5EF4-FFF2-40B4-BE49-F238E27FC236}">
                <a16:creationId xmlns:a16="http://schemas.microsoft.com/office/drawing/2014/main" id="{FF158F84-4A0E-4CDB-9B87-8C4F1333F332}"/>
              </a:ext>
            </a:extLst>
          </p:cNvPr>
          <p:cNvSpPr>
            <a:spLocks xmlns:a="http://schemas.openxmlformats.org/drawingml/2006/main" noGrp="1"/>
          </p:cNvSpPr>
          <p:nvPr/>
        </p:nvSpPr>
        <p:spPr>
          <a:xfrm xmlns:a="http://schemas.openxmlformats.org/drawingml/2006/main">
            <a:off x="6890815" y="41524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19" name="L-Town node n208">
            <a:extLst xmlns:a="http://schemas.openxmlformats.org/drawingml/2006/main">
              <a:ext uri="{FF2B5EF4-FFF2-40B4-BE49-F238E27FC236}">
                <a16:creationId xmlns:a16="http://schemas.microsoft.com/office/drawing/2014/main" id="{B6D3ADCB-8716-4BA3-A09E-251D25364C29}"/>
              </a:ext>
            </a:extLst>
          </p:cNvPr>
          <p:cNvSpPr>
            <a:spLocks xmlns:a="http://schemas.openxmlformats.org/drawingml/2006/main" noGrp="1"/>
          </p:cNvSpPr>
          <p:nvPr/>
        </p:nvSpPr>
        <p:spPr>
          <a:xfrm xmlns:a="http://schemas.openxmlformats.org/drawingml/2006/main">
            <a:off x="6973577" y="405605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0" name="L-Town node n209">
            <a:extLst xmlns:a="http://schemas.openxmlformats.org/drawingml/2006/main">
              <a:ext uri="{FF2B5EF4-FFF2-40B4-BE49-F238E27FC236}">
                <a16:creationId xmlns:a16="http://schemas.microsoft.com/office/drawing/2014/main" id="{6B3871AB-5BBF-4B65-98EB-2091DFFBF272}"/>
              </a:ext>
            </a:extLst>
          </p:cNvPr>
          <p:cNvSpPr>
            <a:spLocks xmlns:a="http://schemas.openxmlformats.org/drawingml/2006/main" noGrp="1"/>
          </p:cNvSpPr>
          <p:nvPr/>
        </p:nvSpPr>
        <p:spPr>
          <a:xfrm xmlns:a="http://schemas.openxmlformats.org/drawingml/2006/main">
            <a:off x="6977512" y="408814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1" name="L-Town node n210">
            <a:extLst xmlns:a="http://schemas.openxmlformats.org/drawingml/2006/main">
              <a:ext uri="{FF2B5EF4-FFF2-40B4-BE49-F238E27FC236}">
                <a16:creationId xmlns:a16="http://schemas.microsoft.com/office/drawing/2014/main" id="{1B889464-CB79-482D-9E53-01BFA43A9529}"/>
              </a:ext>
            </a:extLst>
          </p:cNvPr>
          <p:cNvSpPr>
            <a:spLocks xmlns:a="http://schemas.openxmlformats.org/drawingml/2006/main" noGrp="1"/>
          </p:cNvSpPr>
          <p:nvPr/>
        </p:nvSpPr>
        <p:spPr>
          <a:xfrm xmlns:a="http://schemas.openxmlformats.org/drawingml/2006/main">
            <a:off x="6982153" y="414435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2" name="L-Town node n211">
            <a:extLst xmlns:a="http://schemas.openxmlformats.org/drawingml/2006/main">
              <a:ext uri="{FF2B5EF4-FFF2-40B4-BE49-F238E27FC236}">
                <a16:creationId xmlns:a16="http://schemas.microsoft.com/office/drawing/2014/main" id="{0F3F7D12-010A-4686-A267-5A7DFEFF1189}"/>
              </a:ext>
            </a:extLst>
          </p:cNvPr>
          <p:cNvSpPr>
            <a:spLocks xmlns:a="http://schemas.openxmlformats.org/drawingml/2006/main" noGrp="1"/>
          </p:cNvSpPr>
          <p:nvPr/>
        </p:nvSpPr>
        <p:spPr>
          <a:xfrm xmlns:a="http://schemas.openxmlformats.org/drawingml/2006/main">
            <a:off x="7024718" y="40848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3" name="L-Town node n212">
            <a:extLst xmlns:a="http://schemas.openxmlformats.org/drawingml/2006/main">
              <a:ext uri="{FF2B5EF4-FFF2-40B4-BE49-F238E27FC236}">
                <a16:creationId xmlns:a16="http://schemas.microsoft.com/office/drawing/2014/main" id="{C01BD449-006A-4898-8D19-E2B885C362F2}"/>
              </a:ext>
            </a:extLst>
          </p:cNvPr>
          <p:cNvSpPr>
            <a:spLocks xmlns:a="http://schemas.openxmlformats.org/drawingml/2006/main" noGrp="1"/>
          </p:cNvSpPr>
          <p:nvPr/>
        </p:nvSpPr>
        <p:spPr>
          <a:xfrm xmlns:a="http://schemas.openxmlformats.org/drawingml/2006/main">
            <a:off x="6985275" y="422193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4" name="L-Town node n213">
            <a:extLst xmlns:a="http://schemas.openxmlformats.org/drawingml/2006/main">
              <a:ext uri="{FF2B5EF4-FFF2-40B4-BE49-F238E27FC236}">
                <a16:creationId xmlns:a16="http://schemas.microsoft.com/office/drawing/2014/main" id="{F70524FB-FD34-4AAD-BF17-2913CAB6BE20}"/>
              </a:ext>
            </a:extLst>
          </p:cNvPr>
          <p:cNvSpPr>
            <a:spLocks xmlns:a="http://schemas.openxmlformats.org/drawingml/2006/main" noGrp="1"/>
          </p:cNvSpPr>
          <p:nvPr/>
        </p:nvSpPr>
        <p:spPr>
          <a:xfrm xmlns:a="http://schemas.openxmlformats.org/drawingml/2006/main">
            <a:off x="7056209" y="41383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5" name="L-Town node n214">
            <a:extLst xmlns:a="http://schemas.openxmlformats.org/drawingml/2006/main">
              <a:ext uri="{FF2B5EF4-FFF2-40B4-BE49-F238E27FC236}">
                <a16:creationId xmlns:a16="http://schemas.microsoft.com/office/drawing/2014/main" id="{5BDB1A2C-FD5C-4CE5-8AED-875D0C99537E}"/>
              </a:ext>
            </a:extLst>
          </p:cNvPr>
          <p:cNvSpPr>
            <a:spLocks xmlns:a="http://schemas.openxmlformats.org/drawingml/2006/main" noGrp="1"/>
          </p:cNvSpPr>
          <p:nvPr/>
        </p:nvSpPr>
        <p:spPr>
          <a:xfrm xmlns:a="http://schemas.openxmlformats.org/drawingml/2006/main">
            <a:off x="6832923" y="431987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6" name="L-Town node n215">
            <a:extLst xmlns:a="http://schemas.openxmlformats.org/drawingml/2006/main">
              <a:ext uri="{FF2B5EF4-FFF2-40B4-BE49-F238E27FC236}">
                <a16:creationId xmlns:a16="http://schemas.microsoft.com/office/drawing/2014/main" id="{8CAF700D-8578-4A74-A5CB-CADDDD5D6CB8}"/>
              </a:ext>
            </a:extLst>
          </p:cNvPr>
          <p:cNvSpPr>
            <a:spLocks xmlns:a="http://schemas.openxmlformats.org/drawingml/2006/main" noGrp="1"/>
          </p:cNvSpPr>
          <p:nvPr/>
        </p:nvSpPr>
        <p:spPr>
          <a:xfrm xmlns:a="http://schemas.openxmlformats.org/drawingml/2006/main">
            <a:off x="6984568" y="43082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7" name="L-Town node n216">
            <a:extLst xmlns:a="http://schemas.openxmlformats.org/drawingml/2006/main">
              <a:ext uri="{FF2B5EF4-FFF2-40B4-BE49-F238E27FC236}">
                <a16:creationId xmlns:a16="http://schemas.microsoft.com/office/drawing/2014/main" id="{14C8CB93-4528-4C7B-BBF8-B984B957EA9F}"/>
              </a:ext>
            </a:extLst>
          </p:cNvPr>
          <p:cNvSpPr>
            <a:spLocks xmlns:a="http://schemas.openxmlformats.org/drawingml/2006/main" noGrp="1"/>
          </p:cNvSpPr>
          <p:nvPr/>
        </p:nvSpPr>
        <p:spPr>
          <a:xfrm xmlns:a="http://schemas.openxmlformats.org/drawingml/2006/main">
            <a:off x="7059201" y="42146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8" name="L-Town node n217">
            <a:extLst xmlns:a="http://schemas.openxmlformats.org/drawingml/2006/main">
              <a:ext uri="{FF2B5EF4-FFF2-40B4-BE49-F238E27FC236}">
                <a16:creationId xmlns:a16="http://schemas.microsoft.com/office/drawing/2014/main" id="{24A2D749-44AC-4BE4-960C-609AA3D9B159}"/>
              </a:ext>
            </a:extLst>
          </p:cNvPr>
          <p:cNvSpPr>
            <a:spLocks xmlns:a="http://schemas.openxmlformats.org/drawingml/2006/main" noGrp="1"/>
          </p:cNvSpPr>
          <p:nvPr/>
        </p:nvSpPr>
        <p:spPr>
          <a:xfrm xmlns:a="http://schemas.openxmlformats.org/drawingml/2006/main">
            <a:off x="7062535" y="430402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29" name="L-Town node n218">
            <a:extLst xmlns:a="http://schemas.openxmlformats.org/drawingml/2006/main">
              <a:ext uri="{FF2B5EF4-FFF2-40B4-BE49-F238E27FC236}">
                <a16:creationId xmlns:a16="http://schemas.microsoft.com/office/drawing/2014/main" id="{169626FE-EC59-4A4D-B3D8-A872215D14F4}"/>
              </a:ext>
            </a:extLst>
          </p:cNvPr>
          <p:cNvSpPr>
            <a:spLocks xmlns:a="http://schemas.openxmlformats.org/drawingml/2006/main" noGrp="1"/>
          </p:cNvSpPr>
          <p:nvPr/>
        </p:nvSpPr>
        <p:spPr>
          <a:xfrm xmlns:a="http://schemas.openxmlformats.org/drawingml/2006/main">
            <a:off x="6895363" y="36975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0" name="L-Town node n219">
            <a:extLst xmlns:a="http://schemas.openxmlformats.org/drawingml/2006/main">
              <a:ext uri="{FF2B5EF4-FFF2-40B4-BE49-F238E27FC236}">
                <a16:creationId xmlns:a16="http://schemas.microsoft.com/office/drawing/2014/main" id="{EC5AA464-9AAF-4E0A-9F26-8B9E5E81ECD3}"/>
              </a:ext>
            </a:extLst>
          </p:cNvPr>
          <p:cNvSpPr>
            <a:spLocks xmlns:a="http://schemas.openxmlformats.org/drawingml/2006/main" noGrp="1"/>
          </p:cNvSpPr>
          <p:nvPr/>
        </p:nvSpPr>
        <p:spPr>
          <a:xfrm xmlns:a="http://schemas.openxmlformats.org/drawingml/2006/main">
            <a:off x="6890933" y="37581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1" name="L-Town node n220">
            <a:extLst xmlns:a="http://schemas.openxmlformats.org/drawingml/2006/main">
              <a:ext uri="{FF2B5EF4-FFF2-40B4-BE49-F238E27FC236}">
                <a16:creationId xmlns:a16="http://schemas.microsoft.com/office/drawing/2014/main" id="{60FBB613-519E-4D16-82F0-36E2FA560C8B}"/>
              </a:ext>
            </a:extLst>
          </p:cNvPr>
          <p:cNvSpPr>
            <a:spLocks xmlns:a="http://schemas.openxmlformats.org/drawingml/2006/main" noGrp="1"/>
          </p:cNvSpPr>
          <p:nvPr/>
        </p:nvSpPr>
        <p:spPr>
          <a:xfrm xmlns:a="http://schemas.openxmlformats.org/drawingml/2006/main">
            <a:off x="6994311" y="36772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2" name="L-Town node n221">
            <a:extLst xmlns:a="http://schemas.openxmlformats.org/drawingml/2006/main">
              <a:ext uri="{FF2B5EF4-FFF2-40B4-BE49-F238E27FC236}">
                <a16:creationId xmlns:a16="http://schemas.microsoft.com/office/drawing/2014/main" id="{2FEE2D28-E310-4771-BA11-CB0C512D0C0C}"/>
              </a:ext>
            </a:extLst>
          </p:cNvPr>
          <p:cNvSpPr>
            <a:spLocks xmlns:a="http://schemas.openxmlformats.org/drawingml/2006/main" noGrp="1"/>
          </p:cNvSpPr>
          <p:nvPr/>
        </p:nvSpPr>
        <p:spPr>
          <a:xfrm xmlns:a="http://schemas.openxmlformats.org/drawingml/2006/main">
            <a:off x="6988621" y="375873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3" name="L-Town node n222">
            <a:extLst xmlns:a="http://schemas.openxmlformats.org/drawingml/2006/main">
              <a:ext uri="{FF2B5EF4-FFF2-40B4-BE49-F238E27FC236}">
                <a16:creationId xmlns:a16="http://schemas.microsoft.com/office/drawing/2014/main" id="{7D2036D7-8E6D-4CA0-96EA-0C67C9AAD59B}"/>
              </a:ext>
            </a:extLst>
          </p:cNvPr>
          <p:cNvSpPr>
            <a:spLocks xmlns:a="http://schemas.openxmlformats.org/drawingml/2006/main" noGrp="1"/>
          </p:cNvSpPr>
          <p:nvPr/>
        </p:nvSpPr>
        <p:spPr>
          <a:xfrm xmlns:a="http://schemas.openxmlformats.org/drawingml/2006/main">
            <a:off x="6988268" y="376403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4" name="L-Town node n223">
            <a:extLst xmlns:a="http://schemas.openxmlformats.org/drawingml/2006/main">
              <a:ext uri="{FF2B5EF4-FFF2-40B4-BE49-F238E27FC236}">
                <a16:creationId xmlns:a16="http://schemas.microsoft.com/office/drawing/2014/main" id="{9FA871EC-59D7-42BA-AAF0-C8ECDD0DE7CB}"/>
              </a:ext>
            </a:extLst>
          </p:cNvPr>
          <p:cNvSpPr>
            <a:spLocks xmlns:a="http://schemas.openxmlformats.org/drawingml/2006/main" noGrp="1"/>
          </p:cNvSpPr>
          <p:nvPr/>
        </p:nvSpPr>
        <p:spPr>
          <a:xfrm xmlns:a="http://schemas.openxmlformats.org/drawingml/2006/main">
            <a:off x="7045735" y="37616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5" name="L-Town node n224">
            <a:extLst xmlns:a="http://schemas.openxmlformats.org/drawingml/2006/main">
              <a:ext uri="{FF2B5EF4-FFF2-40B4-BE49-F238E27FC236}">
                <a16:creationId xmlns:a16="http://schemas.microsoft.com/office/drawing/2014/main" id="{3C97770D-6B7D-46F6-BB0B-3FE94111FADF}"/>
              </a:ext>
            </a:extLst>
          </p:cNvPr>
          <p:cNvSpPr>
            <a:spLocks xmlns:a="http://schemas.openxmlformats.org/drawingml/2006/main" noGrp="1"/>
          </p:cNvSpPr>
          <p:nvPr/>
        </p:nvSpPr>
        <p:spPr>
          <a:xfrm xmlns:a="http://schemas.openxmlformats.org/drawingml/2006/main">
            <a:off x="7047773" y="383286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6" name="L-Town node n225">
            <a:extLst xmlns:a="http://schemas.openxmlformats.org/drawingml/2006/main">
              <a:ext uri="{FF2B5EF4-FFF2-40B4-BE49-F238E27FC236}">
                <a16:creationId xmlns:a16="http://schemas.microsoft.com/office/drawing/2014/main" id="{739E6751-286C-4E9B-96AC-013DBE509F92}"/>
              </a:ext>
            </a:extLst>
          </p:cNvPr>
          <p:cNvSpPr>
            <a:spLocks xmlns:a="http://schemas.openxmlformats.org/drawingml/2006/main" noGrp="1"/>
          </p:cNvSpPr>
          <p:nvPr/>
        </p:nvSpPr>
        <p:spPr>
          <a:xfrm xmlns:a="http://schemas.openxmlformats.org/drawingml/2006/main">
            <a:off x="7124479" y="38900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7" name="L-Town node n226">
            <a:extLst xmlns:a="http://schemas.openxmlformats.org/drawingml/2006/main">
              <a:ext uri="{FF2B5EF4-FFF2-40B4-BE49-F238E27FC236}">
                <a16:creationId xmlns:a16="http://schemas.microsoft.com/office/drawing/2014/main" id="{E95880B1-6D78-4FCE-AD37-C003FD1C4BC0}"/>
              </a:ext>
            </a:extLst>
          </p:cNvPr>
          <p:cNvSpPr>
            <a:spLocks xmlns:a="http://schemas.openxmlformats.org/drawingml/2006/main" noGrp="1"/>
          </p:cNvSpPr>
          <p:nvPr/>
        </p:nvSpPr>
        <p:spPr>
          <a:xfrm xmlns:a="http://schemas.openxmlformats.org/drawingml/2006/main">
            <a:off x="7072455" y="40196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8" name="L-Town node n227">
            <a:extLst xmlns:a="http://schemas.openxmlformats.org/drawingml/2006/main">
              <a:ext uri="{FF2B5EF4-FFF2-40B4-BE49-F238E27FC236}">
                <a16:creationId xmlns:a16="http://schemas.microsoft.com/office/drawing/2014/main" id="{C719C405-DCB3-4CF0-AC17-D08525286CB8}"/>
              </a:ext>
            </a:extLst>
          </p:cNvPr>
          <p:cNvSpPr>
            <a:spLocks xmlns:a="http://schemas.openxmlformats.org/drawingml/2006/main" noGrp="1"/>
          </p:cNvSpPr>
          <p:nvPr/>
        </p:nvSpPr>
        <p:spPr>
          <a:xfrm xmlns:a="http://schemas.openxmlformats.org/drawingml/2006/main">
            <a:off x="7095934" y="403395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39" name="L-Town node n228">
            <a:extLst xmlns:a="http://schemas.openxmlformats.org/drawingml/2006/main">
              <a:ext uri="{FF2B5EF4-FFF2-40B4-BE49-F238E27FC236}">
                <a16:creationId xmlns:a16="http://schemas.microsoft.com/office/drawing/2014/main" id="{4991A7B0-B09D-4871-9BEC-F3A46206E0B0}"/>
              </a:ext>
            </a:extLst>
          </p:cNvPr>
          <p:cNvSpPr>
            <a:spLocks xmlns:a="http://schemas.openxmlformats.org/drawingml/2006/main" noGrp="1"/>
          </p:cNvSpPr>
          <p:nvPr/>
        </p:nvSpPr>
        <p:spPr>
          <a:xfrm xmlns:a="http://schemas.openxmlformats.org/drawingml/2006/main">
            <a:off x="7297742" y="370036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0" name="L-Town node n229">
            <a:extLst xmlns:a="http://schemas.openxmlformats.org/drawingml/2006/main">
              <a:ext uri="{FF2B5EF4-FFF2-40B4-BE49-F238E27FC236}">
                <a16:creationId xmlns:a16="http://schemas.microsoft.com/office/drawing/2014/main" id="{FDC3B03A-A787-4578-B968-BE324A3A6486}"/>
              </a:ext>
            </a:extLst>
          </p:cNvPr>
          <p:cNvSpPr>
            <a:spLocks xmlns:a="http://schemas.openxmlformats.org/drawingml/2006/main" noGrp="1"/>
          </p:cNvSpPr>
          <p:nvPr/>
        </p:nvSpPr>
        <p:spPr>
          <a:xfrm xmlns:a="http://schemas.openxmlformats.org/drawingml/2006/main">
            <a:off x="7125045" y="40049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1" name="L-Town node n230">
            <a:extLst xmlns:a="http://schemas.openxmlformats.org/drawingml/2006/main">
              <a:ext uri="{FF2B5EF4-FFF2-40B4-BE49-F238E27FC236}">
                <a16:creationId xmlns:a16="http://schemas.microsoft.com/office/drawing/2014/main" id="{283F0FD6-A22D-4A65-8414-F679EC44222B}"/>
              </a:ext>
            </a:extLst>
          </p:cNvPr>
          <p:cNvSpPr>
            <a:spLocks xmlns:a="http://schemas.openxmlformats.org/drawingml/2006/main" noGrp="1"/>
          </p:cNvSpPr>
          <p:nvPr/>
        </p:nvSpPr>
        <p:spPr>
          <a:xfrm xmlns:a="http://schemas.openxmlformats.org/drawingml/2006/main">
            <a:off x="7344383" y="363570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2" name="L-Town node n231">
            <a:extLst xmlns:a="http://schemas.openxmlformats.org/drawingml/2006/main">
              <a:ext uri="{FF2B5EF4-FFF2-40B4-BE49-F238E27FC236}">
                <a16:creationId xmlns:a16="http://schemas.microsoft.com/office/drawing/2014/main" id="{DE12078A-76C4-474D-9F95-91C725480288}"/>
              </a:ext>
            </a:extLst>
          </p:cNvPr>
          <p:cNvSpPr>
            <a:spLocks xmlns:a="http://schemas.openxmlformats.org/drawingml/2006/main" noGrp="1"/>
          </p:cNvSpPr>
          <p:nvPr/>
        </p:nvSpPr>
        <p:spPr>
          <a:xfrm xmlns:a="http://schemas.openxmlformats.org/drawingml/2006/main">
            <a:off x="7112522" y="40756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3" name="L-Town node n232">
            <a:extLst xmlns:a="http://schemas.openxmlformats.org/drawingml/2006/main">
              <a:ext uri="{FF2B5EF4-FFF2-40B4-BE49-F238E27FC236}">
                <a16:creationId xmlns:a16="http://schemas.microsoft.com/office/drawing/2014/main" id="{F202E728-5DA1-4FC3-9358-AA7C0F721535}"/>
              </a:ext>
            </a:extLst>
          </p:cNvPr>
          <p:cNvSpPr>
            <a:spLocks xmlns:a="http://schemas.openxmlformats.org/drawingml/2006/main" noGrp="1"/>
          </p:cNvSpPr>
          <p:nvPr/>
        </p:nvSpPr>
        <p:spPr>
          <a:xfrm xmlns:a="http://schemas.openxmlformats.org/drawingml/2006/main">
            <a:off x="7294220" y="37717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4" name="L-Town node n233">
            <a:extLst xmlns:a="http://schemas.openxmlformats.org/drawingml/2006/main">
              <a:ext uri="{FF2B5EF4-FFF2-40B4-BE49-F238E27FC236}">
                <a16:creationId xmlns:a16="http://schemas.microsoft.com/office/drawing/2014/main" id="{3AADA503-1BDE-4D1B-A338-F8A7D120BD60}"/>
              </a:ext>
            </a:extLst>
          </p:cNvPr>
          <p:cNvSpPr>
            <a:spLocks xmlns:a="http://schemas.openxmlformats.org/drawingml/2006/main" noGrp="1"/>
          </p:cNvSpPr>
          <p:nvPr/>
        </p:nvSpPr>
        <p:spPr>
          <a:xfrm xmlns:a="http://schemas.openxmlformats.org/drawingml/2006/main">
            <a:off x="7121994" y="409977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5" name="L-Town node n234">
            <a:extLst xmlns:a="http://schemas.openxmlformats.org/drawingml/2006/main">
              <a:ext uri="{FF2B5EF4-FFF2-40B4-BE49-F238E27FC236}">
                <a16:creationId xmlns:a16="http://schemas.microsoft.com/office/drawing/2014/main" id="{942DB997-8802-4949-A6E7-DB716883C5C9}"/>
              </a:ext>
            </a:extLst>
          </p:cNvPr>
          <p:cNvSpPr>
            <a:spLocks xmlns:a="http://schemas.openxmlformats.org/drawingml/2006/main" noGrp="1"/>
          </p:cNvSpPr>
          <p:nvPr/>
        </p:nvSpPr>
        <p:spPr>
          <a:xfrm xmlns:a="http://schemas.openxmlformats.org/drawingml/2006/main">
            <a:off x="7144872" y="40705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6" name="L-Town node n235">
            <a:extLst xmlns:a="http://schemas.openxmlformats.org/drawingml/2006/main">
              <a:ext uri="{FF2B5EF4-FFF2-40B4-BE49-F238E27FC236}">
                <a16:creationId xmlns:a16="http://schemas.microsoft.com/office/drawing/2014/main" id="{BD59118B-CFBD-407C-A33E-A6E067D16A02}"/>
              </a:ext>
            </a:extLst>
          </p:cNvPr>
          <p:cNvSpPr>
            <a:spLocks xmlns:a="http://schemas.openxmlformats.org/drawingml/2006/main" noGrp="1"/>
          </p:cNvSpPr>
          <p:nvPr/>
        </p:nvSpPr>
        <p:spPr>
          <a:xfrm xmlns:a="http://schemas.openxmlformats.org/drawingml/2006/main">
            <a:off x="7290697" y="38437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7" name="L-Town node n236">
            <a:extLst xmlns:a="http://schemas.openxmlformats.org/drawingml/2006/main">
              <a:ext uri="{FF2B5EF4-FFF2-40B4-BE49-F238E27FC236}">
                <a16:creationId xmlns:a16="http://schemas.microsoft.com/office/drawing/2014/main" id="{F4B99530-27CE-4123-BA6C-045B2B067670}"/>
              </a:ext>
            </a:extLst>
          </p:cNvPr>
          <p:cNvSpPr>
            <a:spLocks xmlns:a="http://schemas.openxmlformats.org/drawingml/2006/main" noGrp="1"/>
          </p:cNvSpPr>
          <p:nvPr/>
        </p:nvSpPr>
        <p:spPr>
          <a:xfrm xmlns:a="http://schemas.openxmlformats.org/drawingml/2006/main">
            <a:off x="7134529" y="41662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8" name="L-Town node n237">
            <a:extLst xmlns:a="http://schemas.openxmlformats.org/drawingml/2006/main">
              <a:ext uri="{FF2B5EF4-FFF2-40B4-BE49-F238E27FC236}">
                <a16:creationId xmlns:a16="http://schemas.microsoft.com/office/drawing/2014/main" id="{6FC0D9BC-92F5-42F4-AEEB-172FD9650AB3}"/>
              </a:ext>
            </a:extLst>
          </p:cNvPr>
          <p:cNvSpPr>
            <a:spLocks xmlns:a="http://schemas.openxmlformats.org/drawingml/2006/main" noGrp="1"/>
          </p:cNvSpPr>
          <p:nvPr/>
        </p:nvSpPr>
        <p:spPr>
          <a:xfrm xmlns:a="http://schemas.openxmlformats.org/drawingml/2006/main">
            <a:off x="7167280" y="41109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49" name="L-Town node n238">
            <a:extLst xmlns:a="http://schemas.openxmlformats.org/drawingml/2006/main">
              <a:ext uri="{FF2B5EF4-FFF2-40B4-BE49-F238E27FC236}">
                <a16:creationId xmlns:a16="http://schemas.microsoft.com/office/drawing/2014/main" id="{D37EC205-0818-4FA8-B618-1BC0EAF4C38A}"/>
              </a:ext>
            </a:extLst>
          </p:cNvPr>
          <p:cNvSpPr>
            <a:spLocks xmlns:a="http://schemas.openxmlformats.org/drawingml/2006/main" noGrp="1"/>
          </p:cNvSpPr>
          <p:nvPr/>
        </p:nvSpPr>
        <p:spPr>
          <a:xfrm xmlns:a="http://schemas.openxmlformats.org/drawingml/2006/main">
            <a:off x="7322824" y="38471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0" name="L-Town node n239">
            <a:extLst xmlns:a="http://schemas.openxmlformats.org/drawingml/2006/main">
              <a:ext uri="{FF2B5EF4-FFF2-40B4-BE49-F238E27FC236}">
                <a16:creationId xmlns:a16="http://schemas.microsoft.com/office/drawing/2014/main" id="{FA8B60FF-3235-4394-A708-FAE565BE5E14}"/>
              </a:ext>
            </a:extLst>
          </p:cNvPr>
          <p:cNvSpPr>
            <a:spLocks xmlns:a="http://schemas.openxmlformats.org/drawingml/2006/main" noGrp="1"/>
          </p:cNvSpPr>
          <p:nvPr/>
        </p:nvSpPr>
        <p:spPr>
          <a:xfrm xmlns:a="http://schemas.openxmlformats.org/drawingml/2006/main">
            <a:off x="7287234" y="39088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1" name="L-Town node n240">
            <a:extLst xmlns:a="http://schemas.openxmlformats.org/drawingml/2006/main">
              <a:ext uri="{FF2B5EF4-FFF2-40B4-BE49-F238E27FC236}">
                <a16:creationId xmlns:a16="http://schemas.microsoft.com/office/drawing/2014/main" id="{9DA57443-0032-44B6-A7B7-81B4B09D3E55}"/>
              </a:ext>
            </a:extLst>
          </p:cNvPr>
          <p:cNvSpPr>
            <a:spLocks xmlns:a="http://schemas.openxmlformats.org/drawingml/2006/main" noGrp="1"/>
          </p:cNvSpPr>
          <p:nvPr/>
        </p:nvSpPr>
        <p:spPr>
          <a:xfrm xmlns:a="http://schemas.openxmlformats.org/drawingml/2006/main">
            <a:off x="7415811" y="370057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2" name="L-Town node n241">
            <a:extLst xmlns:a="http://schemas.openxmlformats.org/drawingml/2006/main">
              <a:ext uri="{FF2B5EF4-FFF2-40B4-BE49-F238E27FC236}">
                <a16:creationId xmlns:a16="http://schemas.microsoft.com/office/drawing/2014/main" id="{ECD369DA-B0AF-44D8-B52F-4AF9A2420873}"/>
              </a:ext>
            </a:extLst>
          </p:cNvPr>
          <p:cNvSpPr>
            <a:spLocks xmlns:a="http://schemas.openxmlformats.org/drawingml/2006/main" noGrp="1"/>
          </p:cNvSpPr>
          <p:nvPr/>
        </p:nvSpPr>
        <p:spPr>
          <a:xfrm xmlns:a="http://schemas.openxmlformats.org/drawingml/2006/main">
            <a:off x="7284701" y="394936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3" name="L-Town node n242">
            <a:extLst xmlns:a="http://schemas.openxmlformats.org/drawingml/2006/main">
              <a:ext uri="{FF2B5EF4-FFF2-40B4-BE49-F238E27FC236}">
                <a16:creationId xmlns:a16="http://schemas.microsoft.com/office/drawing/2014/main" id="{4635EC8B-A880-44A5-B913-C23914F50123}"/>
              </a:ext>
            </a:extLst>
          </p:cNvPr>
          <p:cNvSpPr>
            <a:spLocks xmlns:a="http://schemas.openxmlformats.org/drawingml/2006/main" noGrp="1"/>
          </p:cNvSpPr>
          <p:nvPr/>
        </p:nvSpPr>
        <p:spPr>
          <a:xfrm xmlns:a="http://schemas.openxmlformats.org/drawingml/2006/main">
            <a:off x="7137933" y="421624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4" name="L-Town node n243">
            <a:extLst xmlns:a="http://schemas.openxmlformats.org/drawingml/2006/main">
              <a:ext uri="{FF2B5EF4-FFF2-40B4-BE49-F238E27FC236}">
                <a16:creationId xmlns:a16="http://schemas.microsoft.com/office/drawing/2014/main" id="{BE5AA2CB-14B0-48C8-8CCC-8EE1B5AD0F14}"/>
              </a:ext>
            </a:extLst>
          </p:cNvPr>
          <p:cNvSpPr>
            <a:spLocks xmlns:a="http://schemas.openxmlformats.org/drawingml/2006/main" noGrp="1"/>
          </p:cNvSpPr>
          <p:nvPr/>
        </p:nvSpPr>
        <p:spPr>
          <a:xfrm xmlns:a="http://schemas.openxmlformats.org/drawingml/2006/main">
            <a:off x="7172452" y="41890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5" name="L-Town node n244">
            <a:extLst xmlns:a="http://schemas.openxmlformats.org/drawingml/2006/main">
              <a:ext uri="{FF2B5EF4-FFF2-40B4-BE49-F238E27FC236}">
                <a16:creationId xmlns:a16="http://schemas.microsoft.com/office/drawing/2014/main" id="{A24B1D9E-F908-418E-87F2-E4DF24660031}"/>
              </a:ext>
            </a:extLst>
          </p:cNvPr>
          <p:cNvSpPr>
            <a:spLocks xmlns:a="http://schemas.openxmlformats.org/drawingml/2006/main" noGrp="1"/>
          </p:cNvSpPr>
          <p:nvPr/>
        </p:nvSpPr>
        <p:spPr>
          <a:xfrm xmlns:a="http://schemas.openxmlformats.org/drawingml/2006/main">
            <a:off x="7280000" y="40146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6" name="L-Town node n245">
            <a:extLst xmlns:a="http://schemas.openxmlformats.org/drawingml/2006/main">
              <a:ext uri="{FF2B5EF4-FFF2-40B4-BE49-F238E27FC236}">
                <a16:creationId xmlns:a16="http://schemas.microsoft.com/office/drawing/2014/main" id="{B75E8D54-FE3A-4643-B0DE-EF5AE103EA31}"/>
              </a:ext>
            </a:extLst>
          </p:cNvPr>
          <p:cNvSpPr>
            <a:spLocks xmlns:a="http://schemas.openxmlformats.org/drawingml/2006/main" noGrp="1"/>
          </p:cNvSpPr>
          <p:nvPr/>
        </p:nvSpPr>
        <p:spPr>
          <a:xfrm xmlns:a="http://schemas.openxmlformats.org/drawingml/2006/main">
            <a:off x="7465963" y="37005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7" name="L-Town node n246">
            <a:extLst xmlns:a="http://schemas.openxmlformats.org/drawingml/2006/main">
              <a:ext uri="{FF2B5EF4-FFF2-40B4-BE49-F238E27FC236}">
                <a16:creationId xmlns:a16="http://schemas.microsoft.com/office/drawing/2014/main" id="{D53D08CB-2761-4ABA-A678-D583834E2100}"/>
              </a:ext>
            </a:extLst>
          </p:cNvPr>
          <p:cNvSpPr>
            <a:spLocks xmlns:a="http://schemas.openxmlformats.org/drawingml/2006/main" noGrp="1"/>
          </p:cNvSpPr>
          <p:nvPr/>
        </p:nvSpPr>
        <p:spPr>
          <a:xfrm xmlns:a="http://schemas.openxmlformats.org/drawingml/2006/main">
            <a:off x="7142021" y="426676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8" name="L-Town node n247">
            <a:extLst xmlns:a="http://schemas.openxmlformats.org/drawingml/2006/main">
              <a:ext uri="{FF2B5EF4-FFF2-40B4-BE49-F238E27FC236}">
                <a16:creationId xmlns:a16="http://schemas.microsoft.com/office/drawing/2014/main" id="{2FA277AF-30CE-4A69-9781-4E93CC54D022}"/>
              </a:ext>
            </a:extLst>
          </p:cNvPr>
          <p:cNvSpPr>
            <a:spLocks xmlns:a="http://schemas.openxmlformats.org/drawingml/2006/main" noGrp="1"/>
          </p:cNvSpPr>
          <p:nvPr/>
        </p:nvSpPr>
        <p:spPr>
          <a:xfrm xmlns:a="http://schemas.openxmlformats.org/drawingml/2006/main">
            <a:off x="7182006" y="42402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59" name="L-Town node n248">
            <a:extLst xmlns:a="http://schemas.openxmlformats.org/drawingml/2006/main">
              <a:ext uri="{FF2B5EF4-FFF2-40B4-BE49-F238E27FC236}">
                <a16:creationId xmlns:a16="http://schemas.microsoft.com/office/drawing/2014/main" id="{95763091-96CF-4EFC-8B17-0FADB0B02725}"/>
              </a:ext>
            </a:extLst>
          </p:cNvPr>
          <p:cNvSpPr>
            <a:spLocks xmlns:a="http://schemas.openxmlformats.org/drawingml/2006/main" noGrp="1"/>
          </p:cNvSpPr>
          <p:nvPr/>
        </p:nvSpPr>
        <p:spPr>
          <a:xfrm xmlns:a="http://schemas.openxmlformats.org/drawingml/2006/main">
            <a:off x="7529875" y="364007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0" name="L-Town node n249">
            <a:extLst xmlns:a="http://schemas.openxmlformats.org/drawingml/2006/main">
              <a:ext uri="{FF2B5EF4-FFF2-40B4-BE49-F238E27FC236}">
                <a16:creationId xmlns:a16="http://schemas.microsoft.com/office/drawing/2014/main" id="{9ADAEF11-CEE2-42D6-AF21-9CE7C669EFD1}"/>
              </a:ext>
            </a:extLst>
          </p:cNvPr>
          <p:cNvSpPr>
            <a:spLocks xmlns:a="http://schemas.openxmlformats.org/drawingml/2006/main" noGrp="1"/>
          </p:cNvSpPr>
          <p:nvPr/>
        </p:nvSpPr>
        <p:spPr>
          <a:xfrm xmlns:a="http://schemas.openxmlformats.org/drawingml/2006/main">
            <a:off x="7532537" y="370044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1" name="L-Town node n250">
            <a:extLst xmlns:a="http://schemas.openxmlformats.org/drawingml/2006/main">
              <a:ext uri="{FF2B5EF4-FFF2-40B4-BE49-F238E27FC236}">
                <a16:creationId xmlns:a16="http://schemas.microsoft.com/office/drawing/2014/main" id="{09A9A781-DE17-4DD6-A3A6-57FEF3AE2F84}"/>
              </a:ext>
            </a:extLst>
          </p:cNvPr>
          <p:cNvSpPr>
            <a:spLocks xmlns:a="http://schemas.openxmlformats.org/drawingml/2006/main" noGrp="1"/>
          </p:cNvSpPr>
          <p:nvPr/>
        </p:nvSpPr>
        <p:spPr>
          <a:xfrm xmlns:a="http://schemas.openxmlformats.org/drawingml/2006/main">
            <a:off x="7532726" y="37063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2" name="L-Town node n251">
            <a:extLst xmlns:a="http://schemas.openxmlformats.org/drawingml/2006/main">
              <a:ext uri="{FF2B5EF4-FFF2-40B4-BE49-F238E27FC236}">
                <a16:creationId xmlns:a16="http://schemas.microsoft.com/office/drawing/2014/main" id="{01BD9478-20BD-4438-9E32-35ACD8BE995C}"/>
              </a:ext>
            </a:extLst>
          </p:cNvPr>
          <p:cNvSpPr>
            <a:spLocks xmlns:a="http://schemas.openxmlformats.org/drawingml/2006/main" noGrp="1"/>
          </p:cNvSpPr>
          <p:nvPr/>
        </p:nvSpPr>
        <p:spPr>
          <a:xfrm xmlns:a="http://schemas.openxmlformats.org/drawingml/2006/main">
            <a:off x="7355057" y="402085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3" name="L-Town node n252">
            <a:extLst xmlns:a="http://schemas.openxmlformats.org/drawingml/2006/main">
              <a:ext uri="{FF2B5EF4-FFF2-40B4-BE49-F238E27FC236}">
                <a16:creationId xmlns:a16="http://schemas.microsoft.com/office/drawing/2014/main" id="{01A5C7BA-9E3C-4124-AAAB-6977FA03DE95}"/>
              </a:ext>
            </a:extLst>
          </p:cNvPr>
          <p:cNvSpPr>
            <a:spLocks xmlns:a="http://schemas.openxmlformats.org/drawingml/2006/main" noGrp="1"/>
          </p:cNvSpPr>
          <p:nvPr/>
        </p:nvSpPr>
        <p:spPr>
          <a:xfrm xmlns:a="http://schemas.openxmlformats.org/drawingml/2006/main">
            <a:off x="7408814" y="393777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4" name="L-Town node n253">
            <a:extLst xmlns:a="http://schemas.openxmlformats.org/drawingml/2006/main">
              <a:ext uri="{FF2B5EF4-FFF2-40B4-BE49-F238E27FC236}">
                <a16:creationId xmlns:a16="http://schemas.microsoft.com/office/drawing/2014/main" id="{D93178E4-6D5B-477F-9326-3A59159DEE52}"/>
              </a:ext>
            </a:extLst>
          </p:cNvPr>
          <p:cNvSpPr>
            <a:spLocks xmlns:a="http://schemas.openxmlformats.org/drawingml/2006/main" noGrp="1"/>
          </p:cNvSpPr>
          <p:nvPr/>
        </p:nvSpPr>
        <p:spPr>
          <a:xfrm xmlns:a="http://schemas.openxmlformats.org/drawingml/2006/main">
            <a:off x="7231533" y="428281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5" name="L-Town node n254">
            <a:extLst xmlns:a="http://schemas.openxmlformats.org/drawingml/2006/main">
              <a:ext uri="{FF2B5EF4-FFF2-40B4-BE49-F238E27FC236}">
                <a16:creationId xmlns:a16="http://schemas.microsoft.com/office/drawing/2014/main" id="{8C898039-7604-48AD-8FB0-1C0024BF4BFE}"/>
              </a:ext>
            </a:extLst>
          </p:cNvPr>
          <p:cNvSpPr>
            <a:spLocks xmlns:a="http://schemas.openxmlformats.org/drawingml/2006/main" noGrp="1"/>
          </p:cNvSpPr>
          <p:nvPr/>
        </p:nvSpPr>
        <p:spPr>
          <a:xfrm xmlns:a="http://schemas.openxmlformats.org/drawingml/2006/main">
            <a:off x="7232476" y="42936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6" name="L-Town node n255">
            <a:extLst xmlns:a="http://schemas.openxmlformats.org/drawingml/2006/main">
              <a:ext uri="{FF2B5EF4-FFF2-40B4-BE49-F238E27FC236}">
                <a16:creationId xmlns:a16="http://schemas.microsoft.com/office/drawing/2014/main" id="{F6A6AA0C-A997-4E93-AD7F-2ADB1B93B8AA}"/>
              </a:ext>
            </a:extLst>
          </p:cNvPr>
          <p:cNvSpPr>
            <a:spLocks xmlns:a="http://schemas.openxmlformats.org/drawingml/2006/main" noGrp="1"/>
          </p:cNvSpPr>
          <p:nvPr/>
        </p:nvSpPr>
        <p:spPr>
          <a:xfrm xmlns:a="http://schemas.openxmlformats.org/drawingml/2006/main">
            <a:off x="7390235" y="402698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7" name="L-Town node n256">
            <a:extLst xmlns:a="http://schemas.openxmlformats.org/drawingml/2006/main">
              <a:ext uri="{FF2B5EF4-FFF2-40B4-BE49-F238E27FC236}">
                <a16:creationId xmlns:a16="http://schemas.microsoft.com/office/drawing/2014/main" id="{17C72270-5846-4A8B-95CE-D687B41C7F0D}"/>
              </a:ext>
            </a:extLst>
          </p:cNvPr>
          <p:cNvSpPr>
            <a:spLocks xmlns:a="http://schemas.openxmlformats.org/drawingml/2006/main" noGrp="1"/>
          </p:cNvSpPr>
          <p:nvPr/>
        </p:nvSpPr>
        <p:spPr>
          <a:xfrm xmlns:a="http://schemas.openxmlformats.org/drawingml/2006/main">
            <a:off x="7300641" y="42268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8" name="L-Town node n257">
            <a:extLst xmlns:a="http://schemas.openxmlformats.org/drawingml/2006/main">
              <a:ext uri="{FF2B5EF4-FFF2-40B4-BE49-F238E27FC236}">
                <a16:creationId xmlns:a16="http://schemas.microsoft.com/office/drawing/2014/main" id="{A2EE6E63-5A48-44B1-824D-5B2277395456}"/>
              </a:ext>
            </a:extLst>
          </p:cNvPr>
          <p:cNvSpPr>
            <a:spLocks xmlns:a="http://schemas.openxmlformats.org/drawingml/2006/main" noGrp="1"/>
          </p:cNvSpPr>
          <p:nvPr/>
        </p:nvSpPr>
        <p:spPr>
          <a:xfrm xmlns:a="http://schemas.openxmlformats.org/drawingml/2006/main">
            <a:off x="7602623" y="370552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69" name="L-Town node n258">
            <a:extLst xmlns:a="http://schemas.openxmlformats.org/drawingml/2006/main">
              <a:ext uri="{FF2B5EF4-FFF2-40B4-BE49-F238E27FC236}">
                <a16:creationId xmlns:a16="http://schemas.microsoft.com/office/drawing/2014/main" id="{548B7424-868C-4DB1-BE61-18AF04E91099}"/>
              </a:ext>
            </a:extLst>
          </p:cNvPr>
          <p:cNvSpPr>
            <a:spLocks xmlns:a="http://schemas.openxmlformats.org/drawingml/2006/main" noGrp="1"/>
          </p:cNvSpPr>
          <p:nvPr/>
        </p:nvSpPr>
        <p:spPr>
          <a:xfrm xmlns:a="http://schemas.openxmlformats.org/drawingml/2006/main">
            <a:off x="7475447" y="39389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0" name="L-Town node n259">
            <a:extLst xmlns:a="http://schemas.openxmlformats.org/drawingml/2006/main">
              <a:ext uri="{FF2B5EF4-FFF2-40B4-BE49-F238E27FC236}">
                <a16:creationId xmlns:a16="http://schemas.microsoft.com/office/drawing/2014/main" id="{F5982B0B-F05D-442A-ABDA-087D0DA9BFA3}"/>
              </a:ext>
            </a:extLst>
          </p:cNvPr>
          <p:cNvSpPr>
            <a:spLocks xmlns:a="http://schemas.openxmlformats.org/drawingml/2006/main" noGrp="1"/>
          </p:cNvSpPr>
          <p:nvPr/>
        </p:nvSpPr>
        <p:spPr>
          <a:xfrm xmlns:a="http://schemas.openxmlformats.org/drawingml/2006/main">
            <a:off x="7475812" y="39508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1" name="L-Town node n260">
            <a:extLst xmlns:a="http://schemas.openxmlformats.org/drawingml/2006/main">
              <a:ext uri="{FF2B5EF4-FFF2-40B4-BE49-F238E27FC236}">
                <a16:creationId xmlns:a16="http://schemas.microsoft.com/office/drawing/2014/main" id="{658B4313-DAB0-4C38-A333-23D8D73A2FB8}"/>
              </a:ext>
            </a:extLst>
          </p:cNvPr>
          <p:cNvSpPr>
            <a:spLocks xmlns:a="http://schemas.openxmlformats.org/drawingml/2006/main" noGrp="1"/>
          </p:cNvSpPr>
          <p:nvPr/>
        </p:nvSpPr>
        <p:spPr>
          <a:xfrm xmlns:a="http://schemas.openxmlformats.org/drawingml/2006/main">
            <a:off x="7328314" y="42286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2" name="L-Town node n261">
            <a:extLst xmlns:a="http://schemas.openxmlformats.org/drawingml/2006/main">
              <a:ext uri="{FF2B5EF4-FFF2-40B4-BE49-F238E27FC236}">
                <a16:creationId xmlns:a16="http://schemas.microsoft.com/office/drawing/2014/main" id="{8B09EA84-5D25-44B9-990B-3E7F8B9AE0BC}"/>
              </a:ext>
            </a:extLst>
          </p:cNvPr>
          <p:cNvSpPr>
            <a:spLocks xmlns:a="http://schemas.openxmlformats.org/drawingml/2006/main" noGrp="1"/>
          </p:cNvSpPr>
          <p:nvPr/>
        </p:nvSpPr>
        <p:spPr>
          <a:xfrm xmlns:a="http://schemas.openxmlformats.org/drawingml/2006/main">
            <a:off x="7322895" y="428862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3" name="L-Town node n262">
            <a:extLst xmlns:a="http://schemas.openxmlformats.org/drawingml/2006/main">
              <a:ext uri="{FF2B5EF4-FFF2-40B4-BE49-F238E27FC236}">
                <a16:creationId xmlns:a16="http://schemas.microsoft.com/office/drawing/2014/main" id="{7D0F7F8C-DD39-4777-A33F-74013E3B5D98}"/>
              </a:ext>
            </a:extLst>
          </p:cNvPr>
          <p:cNvSpPr>
            <a:spLocks xmlns:a="http://schemas.openxmlformats.org/drawingml/2006/main" noGrp="1"/>
          </p:cNvSpPr>
          <p:nvPr/>
        </p:nvSpPr>
        <p:spPr>
          <a:xfrm xmlns:a="http://schemas.openxmlformats.org/drawingml/2006/main">
            <a:off x="7549867" y="395237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4" name="L-Town node n263">
            <a:extLst xmlns:a="http://schemas.openxmlformats.org/drawingml/2006/main">
              <a:ext uri="{FF2B5EF4-FFF2-40B4-BE49-F238E27FC236}">
                <a16:creationId xmlns:a16="http://schemas.microsoft.com/office/drawing/2014/main" id="{1BCCBF22-FF9C-4A51-9E2D-FF8049AFDE5D}"/>
              </a:ext>
            </a:extLst>
          </p:cNvPr>
          <p:cNvSpPr>
            <a:spLocks xmlns:a="http://schemas.openxmlformats.org/drawingml/2006/main" noGrp="1"/>
          </p:cNvSpPr>
          <p:nvPr/>
        </p:nvSpPr>
        <p:spPr>
          <a:xfrm xmlns:a="http://schemas.openxmlformats.org/drawingml/2006/main">
            <a:off x="7609679" y="38850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5" name="L-Town node n264">
            <a:extLst xmlns:a="http://schemas.openxmlformats.org/drawingml/2006/main">
              <a:ext uri="{FF2B5EF4-FFF2-40B4-BE49-F238E27FC236}">
                <a16:creationId xmlns:a16="http://schemas.microsoft.com/office/drawing/2014/main" id="{381B12D7-2E80-4023-9EF4-BCFB3CDACA92}"/>
              </a:ext>
            </a:extLst>
          </p:cNvPr>
          <p:cNvSpPr>
            <a:spLocks xmlns:a="http://schemas.openxmlformats.org/drawingml/2006/main" noGrp="1"/>
          </p:cNvSpPr>
          <p:nvPr/>
        </p:nvSpPr>
        <p:spPr>
          <a:xfrm xmlns:a="http://schemas.openxmlformats.org/drawingml/2006/main">
            <a:off x="7505641" y="406713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6" name="L-Town node n265">
            <a:extLst xmlns:a="http://schemas.openxmlformats.org/drawingml/2006/main">
              <a:ext uri="{FF2B5EF4-FFF2-40B4-BE49-F238E27FC236}">
                <a16:creationId xmlns:a16="http://schemas.microsoft.com/office/drawing/2014/main" id="{19B25675-6E03-4915-8CA7-ED4E702D5591}"/>
              </a:ext>
            </a:extLst>
          </p:cNvPr>
          <p:cNvSpPr>
            <a:spLocks xmlns:a="http://schemas.openxmlformats.org/drawingml/2006/main" noGrp="1"/>
          </p:cNvSpPr>
          <p:nvPr/>
        </p:nvSpPr>
        <p:spPr>
          <a:xfrm xmlns:a="http://schemas.openxmlformats.org/drawingml/2006/main">
            <a:off x="7737845" y="370381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7" name="L-Town node n266">
            <a:extLst xmlns:a="http://schemas.openxmlformats.org/drawingml/2006/main">
              <a:ext uri="{FF2B5EF4-FFF2-40B4-BE49-F238E27FC236}">
                <a16:creationId xmlns:a16="http://schemas.microsoft.com/office/drawing/2014/main" id="{1BC671D9-E1CD-4B16-847E-9907434F10CF}"/>
              </a:ext>
            </a:extLst>
          </p:cNvPr>
          <p:cNvSpPr>
            <a:spLocks xmlns:a="http://schemas.openxmlformats.org/drawingml/2006/main" noGrp="1"/>
          </p:cNvSpPr>
          <p:nvPr/>
        </p:nvSpPr>
        <p:spPr>
          <a:xfrm xmlns:a="http://schemas.openxmlformats.org/drawingml/2006/main">
            <a:off x="7529710" y="408430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8" name="L-Town node n267">
            <a:extLst xmlns:a="http://schemas.openxmlformats.org/drawingml/2006/main">
              <a:ext uri="{FF2B5EF4-FFF2-40B4-BE49-F238E27FC236}">
                <a16:creationId xmlns:a16="http://schemas.microsoft.com/office/drawing/2014/main" id="{5FA5F6AE-7010-46F8-8E7F-781D8A00EB15}"/>
              </a:ext>
            </a:extLst>
          </p:cNvPr>
          <p:cNvSpPr>
            <a:spLocks xmlns:a="http://schemas.openxmlformats.org/drawingml/2006/main" noGrp="1"/>
          </p:cNvSpPr>
          <p:nvPr/>
        </p:nvSpPr>
        <p:spPr>
          <a:xfrm xmlns:a="http://schemas.openxmlformats.org/drawingml/2006/main">
            <a:off x="7607441" y="395679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79" name="L-Town node n268">
            <a:extLst xmlns:a="http://schemas.openxmlformats.org/drawingml/2006/main">
              <a:ext uri="{FF2B5EF4-FFF2-40B4-BE49-F238E27FC236}">
                <a16:creationId xmlns:a16="http://schemas.microsoft.com/office/drawing/2014/main" id="{EAD102DE-1D03-433F-9F9D-66DFFF840701}"/>
              </a:ext>
            </a:extLst>
          </p:cNvPr>
          <p:cNvSpPr>
            <a:spLocks xmlns:a="http://schemas.openxmlformats.org/drawingml/2006/main" noGrp="1"/>
          </p:cNvSpPr>
          <p:nvPr/>
        </p:nvSpPr>
        <p:spPr>
          <a:xfrm xmlns:a="http://schemas.openxmlformats.org/drawingml/2006/main">
            <a:off x="7577517" y="40400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0" name="L-Town node n269">
            <a:extLst xmlns:a="http://schemas.openxmlformats.org/drawingml/2006/main">
              <a:ext uri="{FF2B5EF4-FFF2-40B4-BE49-F238E27FC236}">
                <a16:creationId xmlns:a16="http://schemas.microsoft.com/office/drawing/2014/main" id="{8FB3AA9D-7C6F-4B04-A9E9-0C6AA3B626F3}"/>
              </a:ext>
            </a:extLst>
          </p:cNvPr>
          <p:cNvSpPr>
            <a:spLocks xmlns:a="http://schemas.openxmlformats.org/drawingml/2006/main" noGrp="1"/>
          </p:cNvSpPr>
          <p:nvPr/>
        </p:nvSpPr>
        <p:spPr>
          <a:xfrm xmlns:a="http://schemas.openxmlformats.org/drawingml/2006/main">
            <a:off x="7646365" y="39594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1" name="L-Town node n270">
            <a:extLst xmlns:a="http://schemas.openxmlformats.org/drawingml/2006/main">
              <a:ext uri="{FF2B5EF4-FFF2-40B4-BE49-F238E27FC236}">
                <a16:creationId xmlns:a16="http://schemas.microsoft.com/office/drawing/2014/main" id="{4E196C8F-847C-47D3-ACC7-97A90C926B21}"/>
              </a:ext>
            </a:extLst>
          </p:cNvPr>
          <p:cNvSpPr>
            <a:spLocks xmlns:a="http://schemas.openxmlformats.org/drawingml/2006/main" noGrp="1"/>
          </p:cNvSpPr>
          <p:nvPr/>
        </p:nvSpPr>
        <p:spPr>
          <a:xfrm xmlns:a="http://schemas.openxmlformats.org/drawingml/2006/main">
            <a:off x="7520650" y="41864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2" name="L-Town node n271">
            <a:extLst xmlns:a="http://schemas.openxmlformats.org/drawingml/2006/main">
              <a:ext uri="{FF2B5EF4-FFF2-40B4-BE49-F238E27FC236}">
                <a16:creationId xmlns:a16="http://schemas.microsoft.com/office/drawing/2014/main" id="{C5D6C30D-C7D5-4DEA-B94D-D9E5DAB3BFFD}"/>
              </a:ext>
            </a:extLst>
          </p:cNvPr>
          <p:cNvSpPr>
            <a:spLocks xmlns:a="http://schemas.openxmlformats.org/drawingml/2006/main" noGrp="1"/>
          </p:cNvSpPr>
          <p:nvPr/>
        </p:nvSpPr>
        <p:spPr>
          <a:xfrm xmlns:a="http://schemas.openxmlformats.org/drawingml/2006/main">
            <a:off x="7874540" y="35939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3" name="L-Town node n272">
            <a:extLst xmlns:a="http://schemas.openxmlformats.org/drawingml/2006/main">
              <a:ext uri="{FF2B5EF4-FFF2-40B4-BE49-F238E27FC236}">
                <a16:creationId xmlns:a16="http://schemas.microsoft.com/office/drawing/2014/main" id="{4BC90744-D550-4A4C-8F6C-51DD829B2511}"/>
              </a:ext>
            </a:extLst>
          </p:cNvPr>
          <p:cNvSpPr>
            <a:spLocks xmlns:a="http://schemas.openxmlformats.org/drawingml/2006/main" noGrp="1"/>
          </p:cNvSpPr>
          <p:nvPr/>
        </p:nvSpPr>
        <p:spPr>
          <a:xfrm xmlns:a="http://schemas.openxmlformats.org/drawingml/2006/main">
            <a:off x="7500458" y="42797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4" name="L-Town node n273">
            <a:extLst xmlns:a="http://schemas.openxmlformats.org/drawingml/2006/main">
              <a:ext uri="{FF2B5EF4-FFF2-40B4-BE49-F238E27FC236}">
                <a16:creationId xmlns:a16="http://schemas.microsoft.com/office/drawing/2014/main" id="{5C288CCE-A72F-4348-9422-0C6CE9601BEB}"/>
              </a:ext>
            </a:extLst>
          </p:cNvPr>
          <p:cNvSpPr>
            <a:spLocks xmlns:a="http://schemas.openxmlformats.org/drawingml/2006/main" noGrp="1"/>
          </p:cNvSpPr>
          <p:nvPr/>
        </p:nvSpPr>
        <p:spPr>
          <a:xfrm xmlns:a="http://schemas.openxmlformats.org/drawingml/2006/main">
            <a:off x="7644634" y="40436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5" name="L-Town node n274">
            <a:extLst xmlns:a="http://schemas.openxmlformats.org/drawingml/2006/main">
              <a:ext uri="{FF2B5EF4-FFF2-40B4-BE49-F238E27FC236}">
                <a16:creationId xmlns:a16="http://schemas.microsoft.com/office/drawing/2014/main" id="{01FB2ABB-D674-4700-BF93-26E60726386C}"/>
              </a:ext>
            </a:extLst>
          </p:cNvPr>
          <p:cNvSpPr>
            <a:spLocks xmlns:a="http://schemas.openxmlformats.org/drawingml/2006/main" noGrp="1"/>
          </p:cNvSpPr>
          <p:nvPr/>
        </p:nvSpPr>
        <p:spPr>
          <a:xfrm xmlns:a="http://schemas.openxmlformats.org/drawingml/2006/main">
            <a:off x="7892682" y="36490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6" name="L-Town node n275">
            <a:extLst xmlns:a="http://schemas.openxmlformats.org/drawingml/2006/main">
              <a:ext uri="{FF2B5EF4-FFF2-40B4-BE49-F238E27FC236}">
                <a16:creationId xmlns:a16="http://schemas.microsoft.com/office/drawing/2014/main" id="{D476450B-E33F-4F95-8178-A0898358BCA5}"/>
              </a:ext>
            </a:extLst>
          </p:cNvPr>
          <p:cNvSpPr>
            <a:spLocks xmlns:a="http://schemas.openxmlformats.org/drawingml/2006/main" noGrp="1"/>
          </p:cNvSpPr>
          <p:nvPr/>
        </p:nvSpPr>
        <p:spPr>
          <a:xfrm xmlns:a="http://schemas.openxmlformats.org/drawingml/2006/main">
            <a:off x="7804148" y="38209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7" name="L-Town node n276">
            <a:extLst xmlns:a="http://schemas.openxmlformats.org/drawingml/2006/main">
              <a:ext uri="{FF2B5EF4-FFF2-40B4-BE49-F238E27FC236}">
                <a16:creationId xmlns:a16="http://schemas.microsoft.com/office/drawing/2014/main" id="{A8BCA36C-61C7-4D00-934D-D2A25E7C6131}"/>
              </a:ext>
            </a:extLst>
          </p:cNvPr>
          <p:cNvSpPr>
            <a:spLocks xmlns:a="http://schemas.openxmlformats.org/drawingml/2006/main" noGrp="1"/>
          </p:cNvSpPr>
          <p:nvPr/>
        </p:nvSpPr>
        <p:spPr>
          <a:xfrm xmlns:a="http://schemas.openxmlformats.org/drawingml/2006/main">
            <a:off x="7600290" y="419040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8" name="L-Town node n277">
            <a:extLst xmlns:a="http://schemas.openxmlformats.org/drawingml/2006/main">
              <a:ext uri="{FF2B5EF4-FFF2-40B4-BE49-F238E27FC236}">
                <a16:creationId xmlns:a16="http://schemas.microsoft.com/office/drawing/2014/main" id="{78D28866-2F1A-4F74-B0AE-312400F7B412}"/>
              </a:ext>
            </a:extLst>
          </p:cNvPr>
          <p:cNvSpPr>
            <a:spLocks xmlns:a="http://schemas.openxmlformats.org/drawingml/2006/main" noGrp="1"/>
          </p:cNvSpPr>
          <p:nvPr/>
        </p:nvSpPr>
        <p:spPr>
          <a:xfrm xmlns:a="http://schemas.openxmlformats.org/drawingml/2006/main">
            <a:off x="7642772" y="412308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89" name="L-Town node n278">
            <a:extLst xmlns:a="http://schemas.openxmlformats.org/drawingml/2006/main">
              <a:ext uri="{FF2B5EF4-FFF2-40B4-BE49-F238E27FC236}">
                <a16:creationId xmlns:a16="http://schemas.microsoft.com/office/drawing/2014/main" id="{D17BCC4F-A497-480D-B1DF-0E25D690EF48}"/>
              </a:ext>
            </a:extLst>
          </p:cNvPr>
          <p:cNvSpPr>
            <a:spLocks xmlns:a="http://schemas.openxmlformats.org/drawingml/2006/main" noGrp="1"/>
          </p:cNvSpPr>
          <p:nvPr/>
        </p:nvSpPr>
        <p:spPr>
          <a:xfrm xmlns:a="http://schemas.openxmlformats.org/drawingml/2006/main">
            <a:off x="7642478" y="41428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0" name="L-Town node n279">
            <a:extLst xmlns:a="http://schemas.openxmlformats.org/drawingml/2006/main">
              <a:ext uri="{FF2B5EF4-FFF2-40B4-BE49-F238E27FC236}">
                <a16:creationId xmlns:a16="http://schemas.microsoft.com/office/drawing/2014/main" id="{15AEB163-AA40-45E6-8EF3-93EA6E4F4053}"/>
              </a:ext>
            </a:extLst>
          </p:cNvPr>
          <p:cNvSpPr>
            <a:spLocks xmlns:a="http://schemas.openxmlformats.org/drawingml/2006/main" noGrp="1"/>
          </p:cNvSpPr>
          <p:nvPr/>
        </p:nvSpPr>
        <p:spPr>
          <a:xfrm xmlns:a="http://schemas.openxmlformats.org/drawingml/2006/main">
            <a:off x="7642607" y="415728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1" name="L-Town node n280">
            <a:extLst xmlns:a="http://schemas.openxmlformats.org/drawingml/2006/main">
              <a:ext uri="{FF2B5EF4-FFF2-40B4-BE49-F238E27FC236}">
                <a16:creationId xmlns:a16="http://schemas.microsoft.com/office/drawing/2014/main" id="{64CDC3C4-08F2-4260-89F2-A51C5B3B0BFC}"/>
              </a:ext>
            </a:extLst>
          </p:cNvPr>
          <p:cNvSpPr>
            <a:spLocks xmlns:a="http://schemas.openxmlformats.org/drawingml/2006/main" noGrp="1"/>
          </p:cNvSpPr>
          <p:nvPr/>
        </p:nvSpPr>
        <p:spPr>
          <a:xfrm xmlns:a="http://schemas.openxmlformats.org/drawingml/2006/main">
            <a:off x="7848280" y="38237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2" name="L-Town node n281">
            <a:extLst xmlns:a="http://schemas.openxmlformats.org/drawingml/2006/main">
              <a:ext uri="{FF2B5EF4-FFF2-40B4-BE49-F238E27FC236}">
                <a16:creationId xmlns:a16="http://schemas.microsoft.com/office/drawing/2014/main" id="{4F8E8B63-5531-46F2-858F-785D7E19A129}"/>
              </a:ext>
            </a:extLst>
          </p:cNvPr>
          <p:cNvSpPr>
            <a:spLocks xmlns:a="http://schemas.openxmlformats.org/drawingml/2006/main" noGrp="1"/>
          </p:cNvSpPr>
          <p:nvPr/>
        </p:nvSpPr>
        <p:spPr>
          <a:xfrm xmlns:a="http://schemas.openxmlformats.org/drawingml/2006/main">
            <a:off x="7913558" y="37109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3" name="L-Town node n282">
            <a:extLst xmlns:a="http://schemas.openxmlformats.org/drawingml/2006/main">
              <a:ext uri="{FF2B5EF4-FFF2-40B4-BE49-F238E27FC236}">
                <a16:creationId xmlns:a16="http://schemas.microsoft.com/office/drawing/2014/main" id="{6112851A-CBE8-4562-A848-54000FAB6F91}"/>
              </a:ext>
            </a:extLst>
          </p:cNvPr>
          <p:cNvSpPr>
            <a:spLocks xmlns:a="http://schemas.openxmlformats.org/drawingml/2006/main" noGrp="1"/>
          </p:cNvSpPr>
          <p:nvPr/>
        </p:nvSpPr>
        <p:spPr>
          <a:xfrm xmlns:a="http://schemas.openxmlformats.org/drawingml/2006/main">
            <a:off x="7916185" y="37731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4" name="L-Town node n283">
            <a:extLst xmlns:a="http://schemas.openxmlformats.org/drawingml/2006/main">
              <a:ext uri="{FF2B5EF4-FFF2-40B4-BE49-F238E27FC236}">
                <a16:creationId xmlns:a16="http://schemas.microsoft.com/office/drawing/2014/main" id="{B6A5ABA3-4E09-49BB-9827-322189F9FA4B}"/>
              </a:ext>
            </a:extLst>
          </p:cNvPr>
          <p:cNvSpPr>
            <a:spLocks xmlns:a="http://schemas.openxmlformats.org/drawingml/2006/main" noGrp="1"/>
          </p:cNvSpPr>
          <p:nvPr/>
        </p:nvSpPr>
        <p:spPr>
          <a:xfrm xmlns:a="http://schemas.openxmlformats.org/drawingml/2006/main">
            <a:off x="7843002" y="39010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5" name="L-Town node n284">
            <a:extLst xmlns:a="http://schemas.openxmlformats.org/drawingml/2006/main">
              <a:ext uri="{FF2B5EF4-FFF2-40B4-BE49-F238E27FC236}">
                <a16:creationId xmlns:a16="http://schemas.microsoft.com/office/drawing/2014/main" id="{A2AB896D-E55C-4A25-89C6-C363AE5CC1EB}"/>
              </a:ext>
            </a:extLst>
          </p:cNvPr>
          <p:cNvSpPr>
            <a:spLocks xmlns:a="http://schemas.openxmlformats.org/drawingml/2006/main" noGrp="1"/>
          </p:cNvSpPr>
          <p:nvPr/>
        </p:nvSpPr>
        <p:spPr>
          <a:xfrm xmlns:a="http://schemas.openxmlformats.org/drawingml/2006/main">
            <a:off x="7819640" y="39699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6" name="L-Town node n285">
            <a:extLst xmlns:a="http://schemas.openxmlformats.org/drawingml/2006/main">
              <a:ext uri="{FF2B5EF4-FFF2-40B4-BE49-F238E27FC236}">
                <a16:creationId xmlns:a16="http://schemas.microsoft.com/office/drawing/2014/main" id="{FE969F93-FE96-45DA-AD36-6BBC9AC10CE1}"/>
              </a:ext>
            </a:extLst>
          </p:cNvPr>
          <p:cNvSpPr>
            <a:spLocks xmlns:a="http://schemas.openxmlformats.org/drawingml/2006/main" noGrp="1"/>
          </p:cNvSpPr>
          <p:nvPr/>
        </p:nvSpPr>
        <p:spPr>
          <a:xfrm xmlns:a="http://schemas.openxmlformats.org/drawingml/2006/main">
            <a:off x="7648404" y="427923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7" name="L-Town node n286">
            <a:extLst xmlns:a="http://schemas.openxmlformats.org/drawingml/2006/main">
              <a:ext uri="{FF2B5EF4-FFF2-40B4-BE49-F238E27FC236}">
                <a16:creationId xmlns:a16="http://schemas.microsoft.com/office/drawing/2014/main" id="{9F71A14E-5748-4A69-AD62-BB33120C4F33}"/>
              </a:ext>
            </a:extLst>
          </p:cNvPr>
          <p:cNvSpPr>
            <a:spLocks xmlns:a="http://schemas.openxmlformats.org/drawingml/2006/main" noGrp="1"/>
          </p:cNvSpPr>
          <p:nvPr/>
        </p:nvSpPr>
        <p:spPr>
          <a:xfrm xmlns:a="http://schemas.openxmlformats.org/drawingml/2006/main">
            <a:off x="7912203" y="38277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8" name="L-Town node n287">
            <a:extLst xmlns:a="http://schemas.openxmlformats.org/drawingml/2006/main">
              <a:ext uri="{FF2B5EF4-FFF2-40B4-BE49-F238E27FC236}">
                <a16:creationId xmlns:a16="http://schemas.microsoft.com/office/drawing/2014/main" id="{7420982E-57E8-4CEA-97EA-1BD66415BC87}"/>
              </a:ext>
            </a:extLst>
          </p:cNvPr>
          <p:cNvSpPr>
            <a:spLocks xmlns:a="http://schemas.openxmlformats.org/drawingml/2006/main" noGrp="1"/>
          </p:cNvSpPr>
          <p:nvPr/>
        </p:nvSpPr>
        <p:spPr>
          <a:xfrm xmlns:a="http://schemas.openxmlformats.org/drawingml/2006/main">
            <a:off x="8045117" y="361440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799" name="L-Town node n288">
            <a:extLst xmlns:a="http://schemas.openxmlformats.org/drawingml/2006/main">
              <a:ext uri="{FF2B5EF4-FFF2-40B4-BE49-F238E27FC236}">
                <a16:creationId xmlns:a16="http://schemas.microsoft.com/office/drawing/2014/main" id="{08E82C53-2603-4128-89C7-75142BD4BF9A}"/>
              </a:ext>
            </a:extLst>
          </p:cNvPr>
          <p:cNvSpPr>
            <a:spLocks xmlns:a="http://schemas.openxmlformats.org/drawingml/2006/main" noGrp="1"/>
          </p:cNvSpPr>
          <p:nvPr/>
        </p:nvSpPr>
        <p:spPr>
          <a:xfrm xmlns:a="http://schemas.openxmlformats.org/drawingml/2006/main">
            <a:off x="7724909" y="41907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0" name="L-Town node n289">
            <a:extLst xmlns:a="http://schemas.openxmlformats.org/drawingml/2006/main">
              <a:ext uri="{FF2B5EF4-FFF2-40B4-BE49-F238E27FC236}">
                <a16:creationId xmlns:a16="http://schemas.microsoft.com/office/drawing/2014/main" id="{DC67B1B1-8FFB-4B64-8D53-6BC631FCC6B9}"/>
              </a:ext>
            </a:extLst>
          </p:cNvPr>
          <p:cNvSpPr>
            <a:spLocks xmlns:a="http://schemas.openxmlformats.org/drawingml/2006/main" noGrp="1"/>
          </p:cNvSpPr>
          <p:nvPr/>
        </p:nvSpPr>
        <p:spPr>
          <a:xfrm xmlns:a="http://schemas.openxmlformats.org/drawingml/2006/main">
            <a:off x="7892388" y="39039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1" name="L-Town node n290">
            <a:extLst xmlns:a="http://schemas.openxmlformats.org/drawingml/2006/main">
              <a:ext uri="{FF2B5EF4-FFF2-40B4-BE49-F238E27FC236}">
                <a16:creationId xmlns:a16="http://schemas.microsoft.com/office/drawing/2014/main" id="{59532EED-F157-49F7-A7D7-FFD387807953}"/>
              </a:ext>
            </a:extLst>
          </p:cNvPr>
          <p:cNvSpPr>
            <a:spLocks xmlns:a="http://schemas.openxmlformats.org/drawingml/2006/main" noGrp="1"/>
          </p:cNvSpPr>
          <p:nvPr/>
        </p:nvSpPr>
        <p:spPr>
          <a:xfrm xmlns:a="http://schemas.openxmlformats.org/drawingml/2006/main">
            <a:off x="7813573" y="405487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2" name="L-Town node n291">
            <a:extLst xmlns:a="http://schemas.openxmlformats.org/drawingml/2006/main">
              <a:ext uri="{FF2B5EF4-FFF2-40B4-BE49-F238E27FC236}">
                <a16:creationId xmlns:a16="http://schemas.microsoft.com/office/drawing/2014/main" id="{B558F61D-5452-41C5-80EA-35611B3579F9}"/>
              </a:ext>
            </a:extLst>
          </p:cNvPr>
          <p:cNvSpPr>
            <a:spLocks xmlns:a="http://schemas.openxmlformats.org/drawingml/2006/main" noGrp="1"/>
          </p:cNvSpPr>
          <p:nvPr/>
        </p:nvSpPr>
        <p:spPr>
          <a:xfrm xmlns:a="http://schemas.openxmlformats.org/drawingml/2006/main">
            <a:off x="8048886" y="36495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3" name="L-Town node n292">
            <a:extLst xmlns:a="http://schemas.openxmlformats.org/drawingml/2006/main">
              <a:ext uri="{FF2B5EF4-FFF2-40B4-BE49-F238E27FC236}">
                <a16:creationId xmlns:a16="http://schemas.microsoft.com/office/drawing/2014/main" id="{D57F7568-E046-4821-B619-04A455555F25}"/>
              </a:ext>
            </a:extLst>
          </p:cNvPr>
          <p:cNvSpPr>
            <a:spLocks xmlns:a="http://schemas.openxmlformats.org/drawingml/2006/main" noGrp="1"/>
          </p:cNvSpPr>
          <p:nvPr/>
        </p:nvSpPr>
        <p:spPr>
          <a:xfrm xmlns:a="http://schemas.openxmlformats.org/drawingml/2006/main">
            <a:off x="8052091" y="36727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4" name="L-Town node n293">
            <a:extLst xmlns:a="http://schemas.openxmlformats.org/drawingml/2006/main">
              <a:ext uri="{FF2B5EF4-FFF2-40B4-BE49-F238E27FC236}">
                <a16:creationId xmlns:a16="http://schemas.microsoft.com/office/drawing/2014/main" id="{910B6927-E842-47D3-BA0A-BAC7AB88BCD3}"/>
              </a:ext>
            </a:extLst>
          </p:cNvPr>
          <p:cNvSpPr>
            <a:spLocks xmlns:a="http://schemas.openxmlformats.org/drawingml/2006/main" noGrp="1"/>
          </p:cNvSpPr>
          <p:nvPr/>
        </p:nvSpPr>
        <p:spPr>
          <a:xfrm xmlns:a="http://schemas.openxmlformats.org/drawingml/2006/main">
            <a:off x="7888665" y="39663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5" name="L-Town node n294">
            <a:extLst xmlns:a="http://schemas.openxmlformats.org/drawingml/2006/main">
              <a:ext uri="{FF2B5EF4-FFF2-40B4-BE49-F238E27FC236}">
                <a16:creationId xmlns:a16="http://schemas.microsoft.com/office/drawing/2014/main" id="{DE93E8CF-0F8E-49E0-A0A5-1AC2AA6D502E}"/>
              </a:ext>
            </a:extLst>
          </p:cNvPr>
          <p:cNvSpPr>
            <a:spLocks xmlns:a="http://schemas.openxmlformats.org/drawingml/2006/main" noGrp="1"/>
          </p:cNvSpPr>
          <p:nvPr/>
        </p:nvSpPr>
        <p:spPr>
          <a:xfrm xmlns:a="http://schemas.openxmlformats.org/drawingml/2006/main">
            <a:off x="7896523" y="396683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6" name="L-Town node n295">
            <a:extLst xmlns:a="http://schemas.openxmlformats.org/drawingml/2006/main">
              <a:ext uri="{FF2B5EF4-FFF2-40B4-BE49-F238E27FC236}">
                <a16:creationId xmlns:a16="http://schemas.microsoft.com/office/drawing/2014/main" id="{FC852753-0C51-418B-90B1-8E75017F3854}"/>
              </a:ext>
            </a:extLst>
          </p:cNvPr>
          <p:cNvSpPr>
            <a:spLocks xmlns:a="http://schemas.openxmlformats.org/drawingml/2006/main" noGrp="1"/>
          </p:cNvSpPr>
          <p:nvPr/>
        </p:nvSpPr>
        <p:spPr>
          <a:xfrm xmlns:a="http://schemas.openxmlformats.org/drawingml/2006/main">
            <a:off x="8055390" y="37130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7" name="L-Town node n296">
            <a:extLst xmlns:a="http://schemas.openxmlformats.org/drawingml/2006/main">
              <a:ext uri="{FF2B5EF4-FFF2-40B4-BE49-F238E27FC236}">
                <a16:creationId xmlns:a16="http://schemas.microsoft.com/office/drawing/2014/main" id="{FB2B8810-F754-42CD-A4EC-02CBAE65312C}"/>
              </a:ext>
            </a:extLst>
          </p:cNvPr>
          <p:cNvSpPr>
            <a:spLocks xmlns:a="http://schemas.openxmlformats.org/drawingml/2006/main" noGrp="1"/>
          </p:cNvSpPr>
          <p:nvPr/>
        </p:nvSpPr>
        <p:spPr>
          <a:xfrm xmlns:a="http://schemas.openxmlformats.org/drawingml/2006/main">
            <a:off x="8090273" y="366611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8" name="L-Town node n297">
            <a:extLst xmlns:a="http://schemas.openxmlformats.org/drawingml/2006/main">
              <a:ext uri="{FF2B5EF4-FFF2-40B4-BE49-F238E27FC236}">
                <a16:creationId xmlns:a16="http://schemas.microsoft.com/office/drawing/2014/main" id="{7710EAA3-D134-463A-9F84-0857F4AE20BD}"/>
              </a:ext>
            </a:extLst>
          </p:cNvPr>
          <p:cNvSpPr>
            <a:spLocks xmlns:a="http://schemas.openxmlformats.org/drawingml/2006/main" noGrp="1"/>
          </p:cNvSpPr>
          <p:nvPr/>
        </p:nvSpPr>
        <p:spPr>
          <a:xfrm xmlns:a="http://schemas.openxmlformats.org/drawingml/2006/main">
            <a:off x="7838725" y="41427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09" name="L-Town node n298">
            <a:extLst xmlns:a="http://schemas.openxmlformats.org/drawingml/2006/main">
              <a:ext uri="{FF2B5EF4-FFF2-40B4-BE49-F238E27FC236}">
                <a16:creationId xmlns:a16="http://schemas.microsoft.com/office/drawing/2014/main" id="{51474475-3D3C-4813-9196-3945D015BFDA}"/>
              </a:ext>
            </a:extLst>
          </p:cNvPr>
          <p:cNvSpPr>
            <a:spLocks xmlns:a="http://schemas.openxmlformats.org/drawingml/2006/main" noGrp="1"/>
          </p:cNvSpPr>
          <p:nvPr/>
        </p:nvSpPr>
        <p:spPr>
          <a:xfrm xmlns:a="http://schemas.openxmlformats.org/drawingml/2006/main">
            <a:off x="8215128" y="35162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0" name="L-Town node n299">
            <a:extLst xmlns:a="http://schemas.openxmlformats.org/drawingml/2006/main">
              <a:ext uri="{FF2B5EF4-FFF2-40B4-BE49-F238E27FC236}">
                <a16:creationId xmlns:a16="http://schemas.microsoft.com/office/drawing/2014/main" id="{67D47F3F-3FC4-4C04-9670-5A0140768960}"/>
              </a:ext>
            </a:extLst>
          </p:cNvPr>
          <p:cNvSpPr>
            <a:spLocks xmlns:a="http://schemas.openxmlformats.org/drawingml/2006/main" noGrp="1"/>
          </p:cNvSpPr>
          <p:nvPr/>
        </p:nvSpPr>
        <p:spPr>
          <a:xfrm xmlns:a="http://schemas.openxmlformats.org/drawingml/2006/main">
            <a:off x="7984821" y="39719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1" name="L-Town node n300">
            <a:extLst xmlns:a="http://schemas.openxmlformats.org/drawingml/2006/main">
              <a:ext uri="{FF2B5EF4-FFF2-40B4-BE49-F238E27FC236}">
                <a16:creationId xmlns:a16="http://schemas.microsoft.com/office/drawing/2014/main" id="{04223ED4-4487-4B73-83BB-523753C9F9B1}"/>
              </a:ext>
            </a:extLst>
          </p:cNvPr>
          <p:cNvSpPr>
            <a:spLocks xmlns:a="http://schemas.openxmlformats.org/drawingml/2006/main" noGrp="1"/>
          </p:cNvSpPr>
          <p:nvPr/>
        </p:nvSpPr>
        <p:spPr>
          <a:xfrm xmlns:a="http://schemas.openxmlformats.org/drawingml/2006/main">
            <a:off x="8258270" y="350525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2" name="L-Town node n301">
            <a:extLst xmlns:a="http://schemas.openxmlformats.org/drawingml/2006/main">
              <a:ext uri="{FF2B5EF4-FFF2-40B4-BE49-F238E27FC236}">
                <a16:creationId xmlns:a16="http://schemas.microsoft.com/office/drawing/2014/main" id="{E2783C09-B64F-4941-8978-1413AA8F25F5}"/>
              </a:ext>
            </a:extLst>
          </p:cNvPr>
          <p:cNvSpPr>
            <a:spLocks xmlns:a="http://schemas.openxmlformats.org/drawingml/2006/main" noGrp="1"/>
          </p:cNvSpPr>
          <p:nvPr/>
        </p:nvSpPr>
        <p:spPr>
          <a:xfrm xmlns:a="http://schemas.openxmlformats.org/drawingml/2006/main">
            <a:off x="7895321" y="413928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3" name="L-Town node n302">
            <a:extLst xmlns:a="http://schemas.openxmlformats.org/drawingml/2006/main">
              <a:ext uri="{FF2B5EF4-FFF2-40B4-BE49-F238E27FC236}">
                <a16:creationId xmlns:a16="http://schemas.microsoft.com/office/drawing/2014/main" id="{34D49A81-7AB4-43BB-AC11-63F8B3778694}"/>
              </a:ext>
            </a:extLst>
          </p:cNvPr>
          <p:cNvSpPr>
            <a:spLocks xmlns:a="http://schemas.openxmlformats.org/drawingml/2006/main" noGrp="1"/>
          </p:cNvSpPr>
          <p:nvPr/>
        </p:nvSpPr>
        <p:spPr>
          <a:xfrm xmlns:a="http://schemas.openxmlformats.org/drawingml/2006/main">
            <a:off x="7894956" y="414566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4" name="L-Town node n303">
            <a:extLst xmlns:a="http://schemas.openxmlformats.org/drawingml/2006/main">
              <a:ext uri="{FF2B5EF4-FFF2-40B4-BE49-F238E27FC236}">
                <a16:creationId xmlns:a16="http://schemas.microsoft.com/office/drawing/2014/main" id="{40989CA5-4570-40BA-B621-C2B0829A7D9E}"/>
              </a:ext>
            </a:extLst>
          </p:cNvPr>
          <p:cNvSpPr>
            <a:spLocks xmlns:a="http://schemas.openxmlformats.org/drawingml/2006/main" noGrp="1"/>
          </p:cNvSpPr>
          <p:nvPr/>
        </p:nvSpPr>
        <p:spPr>
          <a:xfrm xmlns:a="http://schemas.openxmlformats.org/drawingml/2006/main">
            <a:off x="8279829" y="349972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5" name="L-Town node n304">
            <a:extLst xmlns:a="http://schemas.openxmlformats.org/drawingml/2006/main">
              <a:ext uri="{FF2B5EF4-FFF2-40B4-BE49-F238E27FC236}">
                <a16:creationId xmlns:a16="http://schemas.microsoft.com/office/drawing/2014/main" id="{E1254832-7873-4EFB-AEB0-AF34E134D3CD}"/>
              </a:ext>
            </a:extLst>
          </p:cNvPr>
          <p:cNvSpPr>
            <a:spLocks xmlns:a="http://schemas.openxmlformats.org/drawingml/2006/main" noGrp="1"/>
          </p:cNvSpPr>
          <p:nvPr/>
        </p:nvSpPr>
        <p:spPr>
          <a:xfrm xmlns:a="http://schemas.openxmlformats.org/drawingml/2006/main">
            <a:off x="8203842" y="36469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6" name="L-Town node n305">
            <a:extLst xmlns:a="http://schemas.openxmlformats.org/drawingml/2006/main">
              <a:ext uri="{FF2B5EF4-FFF2-40B4-BE49-F238E27FC236}">
                <a16:creationId xmlns:a16="http://schemas.microsoft.com/office/drawing/2014/main" id="{A2C1F363-ABA0-4A4D-B2C0-27E70456F9D5}"/>
              </a:ext>
            </a:extLst>
          </p:cNvPr>
          <p:cNvSpPr>
            <a:spLocks xmlns:a="http://schemas.openxmlformats.org/drawingml/2006/main" noGrp="1"/>
          </p:cNvSpPr>
          <p:nvPr/>
        </p:nvSpPr>
        <p:spPr>
          <a:xfrm xmlns:a="http://schemas.openxmlformats.org/drawingml/2006/main">
            <a:off x="7980498" y="404574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7" name="L-Town node n306">
            <a:extLst xmlns:a="http://schemas.openxmlformats.org/drawingml/2006/main">
              <a:ext uri="{FF2B5EF4-FFF2-40B4-BE49-F238E27FC236}">
                <a16:creationId xmlns:a16="http://schemas.microsoft.com/office/drawing/2014/main" id="{69A53231-D59C-4DFE-A82B-BF58961C0940}"/>
              </a:ext>
            </a:extLst>
          </p:cNvPr>
          <p:cNvSpPr>
            <a:spLocks xmlns:a="http://schemas.openxmlformats.org/drawingml/2006/main" noGrp="1"/>
          </p:cNvSpPr>
          <p:nvPr/>
        </p:nvSpPr>
        <p:spPr>
          <a:xfrm xmlns:a="http://schemas.openxmlformats.org/drawingml/2006/main">
            <a:off x="7976869" y="41110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8" name="L-Town node n307">
            <a:extLst xmlns:a="http://schemas.openxmlformats.org/drawingml/2006/main">
              <a:ext uri="{FF2B5EF4-FFF2-40B4-BE49-F238E27FC236}">
                <a16:creationId xmlns:a16="http://schemas.microsoft.com/office/drawing/2014/main" id="{4BFD417B-EEB4-4CDC-9BAD-3118A0408A24}"/>
              </a:ext>
            </a:extLst>
          </p:cNvPr>
          <p:cNvSpPr>
            <a:spLocks xmlns:a="http://schemas.openxmlformats.org/drawingml/2006/main" noGrp="1"/>
          </p:cNvSpPr>
          <p:nvPr/>
        </p:nvSpPr>
        <p:spPr>
          <a:xfrm xmlns:a="http://schemas.openxmlformats.org/drawingml/2006/main">
            <a:off x="8221160" y="36940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19" name="L-Town node n308">
            <a:extLst xmlns:a="http://schemas.openxmlformats.org/drawingml/2006/main">
              <a:ext uri="{FF2B5EF4-FFF2-40B4-BE49-F238E27FC236}">
                <a16:creationId xmlns:a16="http://schemas.microsoft.com/office/drawing/2014/main" id="{EF1B3D70-E3A5-4EEE-85CC-9A30B1B9F376}"/>
              </a:ext>
            </a:extLst>
          </p:cNvPr>
          <p:cNvSpPr>
            <a:spLocks xmlns:a="http://schemas.openxmlformats.org/drawingml/2006/main" noGrp="1"/>
          </p:cNvSpPr>
          <p:nvPr/>
        </p:nvSpPr>
        <p:spPr>
          <a:xfrm xmlns:a="http://schemas.openxmlformats.org/drawingml/2006/main">
            <a:off x="7975432" y="414338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0" name="L-Town node n309">
            <a:extLst xmlns:a="http://schemas.openxmlformats.org/drawingml/2006/main">
              <a:ext uri="{FF2B5EF4-FFF2-40B4-BE49-F238E27FC236}">
                <a16:creationId xmlns:a16="http://schemas.microsoft.com/office/drawing/2014/main" id="{F41B1E0D-8DF9-482D-8DC2-A87AF8D9E0BB}"/>
              </a:ext>
            </a:extLst>
          </p:cNvPr>
          <p:cNvSpPr>
            <a:spLocks xmlns:a="http://schemas.openxmlformats.org/drawingml/2006/main" noGrp="1"/>
          </p:cNvSpPr>
          <p:nvPr/>
        </p:nvSpPr>
        <p:spPr>
          <a:xfrm xmlns:a="http://schemas.openxmlformats.org/drawingml/2006/main">
            <a:off x="7974395" y="41664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1" name="L-Town node n310">
            <a:extLst xmlns:a="http://schemas.openxmlformats.org/drawingml/2006/main">
              <a:ext uri="{FF2B5EF4-FFF2-40B4-BE49-F238E27FC236}">
                <a16:creationId xmlns:a16="http://schemas.microsoft.com/office/drawing/2014/main" id="{93E2CA10-B62D-432F-90AF-575E8A82106C}"/>
              </a:ext>
            </a:extLst>
          </p:cNvPr>
          <p:cNvSpPr>
            <a:spLocks xmlns:a="http://schemas.openxmlformats.org/drawingml/2006/main" noGrp="1"/>
          </p:cNvSpPr>
          <p:nvPr/>
        </p:nvSpPr>
        <p:spPr>
          <a:xfrm xmlns:a="http://schemas.openxmlformats.org/drawingml/2006/main">
            <a:off x="7972522" y="421521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2" name="L-Town node n311">
            <a:extLst xmlns:a="http://schemas.openxmlformats.org/drawingml/2006/main">
              <a:ext uri="{FF2B5EF4-FFF2-40B4-BE49-F238E27FC236}">
                <a16:creationId xmlns:a16="http://schemas.microsoft.com/office/drawing/2014/main" id="{A96B792A-F1A4-4AF3-859E-5586BC3D5C88}"/>
              </a:ext>
            </a:extLst>
          </p:cNvPr>
          <p:cNvSpPr>
            <a:spLocks xmlns:a="http://schemas.openxmlformats.org/drawingml/2006/main" noGrp="1"/>
          </p:cNvSpPr>
          <p:nvPr/>
        </p:nvSpPr>
        <p:spPr>
          <a:xfrm xmlns:a="http://schemas.openxmlformats.org/drawingml/2006/main">
            <a:off x="8227180" y="37839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3" name="L-Town node n312">
            <a:extLst xmlns:a="http://schemas.openxmlformats.org/drawingml/2006/main">
              <a:ext uri="{FF2B5EF4-FFF2-40B4-BE49-F238E27FC236}">
                <a16:creationId xmlns:a16="http://schemas.microsoft.com/office/drawing/2014/main" id="{C14B2691-0EBC-4C60-B54A-166CD724A40D}"/>
              </a:ext>
            </a:extLst>
          </p:cNvPr>
          <p:cNvSpPr>
            <a:spLocks xmlns:a="http://schemas.openxmlformats.org/drawingml/2006/main" noGrp="1"/>
          </p:cNvSpPr>
          <p:nvPr/>
        </p:nvSpPr>
        <p:spPr>
          <a:xfrm xmlns:a="http://schemas.openxmlformats.org/drawingml/2006/main">
            <a:off x="7971827" y="42296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4" name="L-Town node n313">
            <a:extLst xmlns:a="http://schemas.openxmlformats.org/drawingml/2006/main">
              <a:ext uri="{FF2B5EF4-FFF2-40B4-BE49-F238E27FC236}">
                <a16:creationId xmlns:a16="http://schemas.microsoft.com/office/drawing/2014/main" id="{1D3A85AB-E0BE-460E-9389-8C0C381164C8}"/>
              </a:ext>
            </a:extLst>
          </p:cNvPr>
          <p:cNvSpPr>
            <a:spLocks xmlns:a="http://schemas.openxmlformats.org/drawingml/2006/main" noGrp="1"/>
          </p:cNvSpPr>
          <p:nvPr/>
        </p:nvSpPr>
        <p:spPr>
          <a:xfrm xmlns:a="http://schemas.openxmlformats.org/drawingml/2006/main">
            <a:off x="7980604" y="42888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5" name="L-Town node n314">
            <a:extLst xmlns:a="http://schemas.openxmlformats.org/drawingml/2006/main">
              <a:ext uri="{FF2B5EF4-FFF2-40B4-BE49-F238E27FC236}">
                <a16:creationId xmlns:a16="http://schemas.microsoft.com/office/drawing/2014/main" id="{E8E7024F-5B38-4E7A-AE3A-36E701EA7F4A}"/>
              </a:ext>
            </a:extLst>
          </p:cNvPr>
          <p:cNvSpPr>
            <a:spLocks xmlns:a="http://schemas.openxmlformats.org/drawingml/2006/main" noGrp="1"/>
          </p:cNvSpPr>
          <p:nvPr/>
        </p:nvSpPr>
        <p:spPr>
          <a:xfrm xmlns:a="http://schemas.openxmlformats.org/drawingml/2006/main">
            <a:off x="8294968" y="37557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6" name="L-Town node n315">
            <a:extLst xmlns:a="http://schemas.openxmlformats.org/drawingml/2006/main">
              <a:ext uri="{FF2B5EF4-FFF2-40B4-BE49-F238E27FC236}">
                <a16:creationId xmlns:a16="http://schemas.microsoft.com/office/drawing/2014/main" id="{9B575AB6-32D7-4158-A2E9-15B6ABC30B0B}"/>
              </a:ext>
            </a:extLst>
          </p:cNvPr>
          <p:cNvSpPr>
            <a:spLocks xmlns:a="http://schemas.openxmlformats.org/drawingml/2006/main" noGrp="1"/>
          </p:cNvSpPr>
          <p:nvPr/>
        </p:nvSpPr>
        <p:spPr>
          <a:xfrm xmlns:a="http://schemas.openxmlformats.org/drawingml/2006/main">
            <a:off x="8067972" y="417261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7" name="L-Town node n316">
            <a:extLst xmlns:a="http://schemas.openxmlformats.org/drawingml/2006/main">
              <a:ext uri="{FF2B5EF4-FFF2-40B4-BE49-F238E27FC236}">
                <a16:creationId xmlns:a16="http://schemas.microsoft.com/office/drawing/2014/main" id="{15DB9E56-C01C-47DB-B520-DA20017A9824}"/>
              </a:ext>
            </a:extLst>
          </p:cNvPr>
          <p:cNvSpPr>
            <a:spLocks xmlns:a="http://schemas.openxmlformats.org/drawingml/2006/main" noGrp="1"/>
          </p:cNvSpPr>
          <p:nvPr/>
        </p:nvSpPr>
        <p:spPr>
          <a:xfrm xmlns:a="http://schemas.openxmlformats.org/drawingml/2006/main">
            <a:off x="8299221" y="37817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8" name="L-Town node n317">
            <a:extLst xmlns:a="http://schemas.openxmlformats.org/drawingml/2006/main">
              <a:ext uri="{FF2B5EF4-FFF2-40B4-BE49-F238E27FC236}">
                <a16:creationId xmlns:a16="http://schemas.microsoft.com/office/drawing/2014/main" id="{A338B456-0250-4679-BF62-53A019B838FD}"/>
              </a:ext>
            </a:extLst>
          </p:cNvPr>
          <p:cNvSpPr>
            <a:spLocks xmlns:a="http://schemas.openxmlformats.org/drawingml/2006/main" noGrp="1"/>
          </p:cNvSpPr>
          <p:nvPr/>
        </p:nvSpPr>
        <p:spPr>
          <a:xfrm xmlns:a="http://schemas.openxmlformats.org/drawingml/2006/main">
            <a:off x="8065274" y="423724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29" name="L-Town node n318">
            <a:extLst xmlns:a="http://schemas.openxmlformats.org/drawingml/2006/main">
              <a:ext uri="{FF2B5EF4-FFF2-40B4-BE49-F238E27FC236}">
                <a16:creationId xmlns:a16="http://schemas.microsoft.com/office/drawing/2014/main" id="{8306A216-B6F4-48FC-BA62-11AFDB4EF1C0}"/>
              </a:ext>
            </a:extLst>
          </p:cNvPr>
          <p:cNvSpPr>
            <a:spLocks xmlns:a="http://schemas.openxmlformats.org/drawingml/2006/main" noGrp="1"/>
          </p:cNvSpPr>
          <p:nvPr/>
        </p:nvSpPr>
        <p:spPr>
          <a:xfrm xmlns:a="http://schemas.openxmlformats.org/drawingml/2006/main">
            <a:off x="8136054" y="412103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0" name="L-Town node n319">
            <a:extLst xmlns:a="http://schemas.openxmlformats.org/drawingml/2006/main">
              <a:ext uri="{FF2B5EF4-FFF2-40B4-BE49-F238E27FC236}">
                <a16:creationId xmlns:a16="http://schemas.microsoft.com/office/drawing/2014/main" id="{6FD888D4-69C7-4656-96BA-712119A59E2C}"/>
              </a:ext>
            </a:extLst>
          </p:cNvPr>
          <p:cNvSpPr>
            <a:spLocks xmlns:a="http://schemas.openxmlformats.org/drawingml/2006/main" noGrp="1"/>
          </p:cNvSpPr>
          <p:nvPr/>
        </p:nvSpPr>
        <p:spPr>
          <a:xfrm xmlns:a="http://schemas.openxmlformats.org/drawingml/2006/main">
            <a:off x="8366278" y="37454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1" name="L-Town node n320">
            <a:extLst xmlns:a="http://schemas.openxmlformats.org/drawingml/2006/main">
              <a:ext uri="{FF2B5EF4-FFF2-40B4-BE49-F238E27FC236}">
                <a16:creationId xmlns:a16="http://schemas.microsoft.com/office/drawing/2014/main" id="{FEBBC969-DFB4-43F4-99E5-0562D0F4B14B}"/>
              </a:ext>
            </a:extLst>
          </p:cNvPr>
          <p:cNvSpPr>
            <a:spLocks xmlns:a="http://schemas.openxmlformats.org/drawingml/2006/main" noGrp="1"/>
          </p:cNvSpPr>
          <p:nvPr/>
        </p:nvSpPr>
        <p:spPr>
          <a:xfrm xmlns:a="http://schemas.openxmlformats.org/drawingml/2006/main">
            <a:off x="8309128" y="384587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2" name="L-Town node n321">
            <a:extLst xmlns:a="http://schemas.openxmlformats.org/drawingml/2006/main">
              <a:ext uri="{FF2B5EF4-FFF2-40B4-BE49-F238E27FC236}">
                <a16:creationId xmlns:a16="http://schemas.microsoft.com/office/drawing/2014/main" id="{1C86C1D9-F8C5-4B12-BD60-7D8B74B34D7F}"/>
              </a:ext>
            </a:extLst>
          </p:cNvPr>
          <p:cNvSpPr>
            <a:spLocks xmlns:a="http://schemas.openxmlformats.org/drawingml/2006/main" noGrp="1"/>
          </p:cNvSpPr>
          <p:nvPr/>
        </p:nvSpPr>
        <p:spPr>
          <a:xfrm xmlns:a="http://schemas.openxmlformats.org/drawingml/2006/main">
            <a:off x="8070811" y="42850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3" name="L-Town node n322">
            <a:extLst xmlns:a="http://schemas.openxmlformats.org/drawingml/2006/main">
              <a:ext uri="{FF2B5EF4-FFF2-40B4-BE49-F238E27FC236}">
                <a16:creationId xmlns:a16="http://schemas.microsoft.com/office/drawing/2014/main" id="{5EA299FB-CCAC-4B96-AF31-03E375CE8348}"/>
              </a:ext>
            </a:extLst>
          </p:cNvPr>
          <p:cNvSpPr>
            <a:spLocks xmlns:a="http://schemas.openxmlformats.org/drawingml/2006/main" noGrp="1"/>
          </p:cNvSpPr>
          <p:nvPr/>
        </p:nvSpPr>
        <p:spPr>
          <a:xfrm xmlns:a="http://schemas.openxmlformats.org/drawingml/2006/main">
            <a:off x="8310860" y="392778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4" name="L-Town node n323">
            <a:extLst xmlns:a="http://schemas.openxmlformats.org/drawingml/2006/main">
              <a:ext uri="{FF2B5EF4-FFF2-40B4-BE49-F238E27FC236}">
                <a16:creationId xmlns:a16="http://schemas.microsoft.com/office/drawing/2014/main" id="{815BD3CC-18B4-42CE-8EEE-A861642E9731}"/>
              </a:ext>
            </a:extLst>
          </p:cNvPr>
          <p:cNvSpPr>
            <a:spLocks xmlns:a="http://schemas.openxmlformats.org/drawingml/2006/main" noGrp="1"/>
          </p:cNvSpPr>
          <p:nvPr/>
        </p:nvSpPr>
        <p:spPr>
          <a:xfrm xmlns:a="http://schemas.openxmlformats.org/drawingml/2006/main">
            <a:off x="8315691" y="39914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5" name="L-Town node n324">
            <a:extLst xmlns:a="http://schemas.openxmlformats.org/drawingml/2006/main">
              <a:ext uri="{FF2B5EF4-FFF2-40B4-BE49-F238E27FC236}">
                <a16:creationId xmlns:a16="http://schemas.microsoft.com/office/drawing/2014/main" id="{D4BC6A95-F7CE-4366-A964-36E79A2CFD35}"/>
              </a:ext>
            </a:extLst>
          </p:cNvPr>
          <p:cNvSpPr>
            <a:spLocks xmlns:a="http://schemas.openxmlformats.org/drawingml/2006/main" noGrp="1"/>
          </p:cNvSpPr>
          <p:nvPr/>
        </p:nvSpPr>
        <p:spPr>
          <a:xfrm xmlns:a="http://schemas.openxmlformats.org/drawingml/2006/main">
            <a:off x="8321640" y="406899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6" name="L-Town node n325">
            <a:extLst xmlns:a="http://schemas.openxmlformats.org/drawingml/2006/main">
              <a:ext uri="{FF2B5EF4-FFF2-40B4-BE49-F238E27FC236}">
                <a16:creationId xmlns:a16="http://schemas.microsoft.com/office/drawing/2014/main" id="{DC37B439-AC26-4200-8D1D-4A6C14AECA20}"/>
              </a:ext>
            </a:extLst>
          </p:cNvPr>
          <p:cNvSpPr>
            <a:spLocks xmlns:a="http://schemas.openxmlformats.org/drawingml/2006/main" noGrp="1"/>
          </p:cNvSpPr>
          <p:nvPr/>
        </p:nvSpPr>
        <p:spPr>
          <a:xfrm xmlns:a="http://schemas.openxmlformats.org/drawingml/2006/main">
            <a:off x="8320285" y="412514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7" name="L-Town node n326">
            <a:extLst xmlns:a="http://schemas.openxmlformats.org/drawingml/2006/main">
              <a:ext uri="{FF2B5EF4-FFF2-40B4-BE49-F238E27FC236}">
                <a16:creationId xmlns:a16="http://schemas.microsoft.com/office/drawing/2014/main" id="{8855C445-8C9D-4138-86D6-B1DFE95085C8}"/>
              </a:ext>
            </a:extLst>
          </p:cNvPr>
          <p:cNvSpPr>
            <a:spLocks xmlns:a="http://schemas.openxmlformats.org/drawingml/2006/main" noGrp="1"/>
          </p:cNvSpPr>
          <p:nvPr/>
        </p:nvSpPr>
        <p:spPr>
          <a:xfrm xmlns:a="http://schemas.openxmlformats.org/drawingml/2006/main">
            <a:off x="8310578" y="417097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8" name="L-Town node n327">
            <a:extLst xmlns:a="http://schemas.openxmlformats.org/drawingml/2006/main">
              <a:ext uri="{FF2B5EF4-FFF2-40B4-BE49-F238E27FC236}">
                <a16:creationId xmlns:a16="http://schemas.microsoft.com/office/drawing/2014/main" id="{C7208628-0383-4CB2-993C-6EDD2A64DC91}"/>
              </a:ext>
            </a:extLst>
          </p:cNvPr>
          <p:cNvSpPr>
            <a:spLocks xmlns:a="http://schemas.openxmlformats.org/drawingml/2006/main" noGrp="1"/>
          </p:cNvSpPr>
          <p:nvPr/>
        </p:nvSpPr>
        <p:spPr>
          <a:xfrm xmlns:a="http://schemas.openxmlformats.org/drawingml/2006/main">
            <a:off x="8290915" y="42421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39" name="L-Town node n328">
            <a:extLst xmlns:a="http://schemas.openxmlformats.org/drawingml/2006/main">
              <a:ext uri="{FF2B5EF4-FFF2-40B4-BE49-F238E27FC236}">
                <a16:creationId xmlns:a16="http://schemas.microsoft.com/office/drawing/2014/main" id="{5C8F14F5-14F3-4ADA-9733-DAC3B5CB2E43}"/>
              </a:ext>
            </a:extLst>
          </p:cNvPr>
          <p:cNvSpPr>
            <a:spLocks xmlns:a="http://schemas.openxmlformats.org/drawingml/2006/main" noGrp="1"/>
          </p:cNvSpPr>
          <p:nvPr/>
        </p:nvSpPr>
        <p:spPr>
          <a:xfrm xmlns:a="http://schemas.openxmlformats.org/drawingml/2006/main">
            <a:off x="8316727" y="425032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0" name="L-Town node n329">
            <a:extLst xmlns:a="http://schemas.openxmlformats.org/drawingml/2006/main">
              <a:ext uri="{FF2B5EF4-FFF2-40B4-BE49-F238E27FC236}">
                <a16:creationId xmlns:a16="http://schemas.microsoft.com/office/drawing/2014/main" id="{874A9FD2-7E90-4196-8790-5E5056FA0CC2}"/>
              </a:ext>
            </a:extLst>
          </p:cNvPr>
          <p:cNvSpPr>
            <a:spLocks xmlns:a="http://schemas.openxmlformats.org/drawingml/2006/main" noGrp="1"/>
          </p:cNvSpPr>
          <p:nvPr/>
        </p:nvSpPr>
        <p:spPr>
          <a:xfrm xmlns:a="http://schemas.openxmlformats.org/drawingml/2006/main">
            <a:off x="8394859" y="41646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1" name="L-Town node n330">
            <a:extLst xmlns:a="http://schemas.openxmlformats.org/drawingml/2006/main">
              <a:ext uri="{FF2B5EF4-FFF2-40B4-BE49-F238E27FC236}">
                <a16:creationId xmlns:a16="http://schemas.microsoft.com/office/drawing/2014/main" id="{59B0FF76-4BA6-4BFF-B26B-E78464231F49}"/>
              </a:ext>
            </a:extLst>
          </p:cNvPr>
          <p:cNvSpPr>
            <a:spLocks xmlns:a="http://schemas.openxmlformats.org/drawingml/2006/main" noGrp="1"/>
          </p:cNvSpPr>
          <p:nvPr/>
        </p:nvSpPr>
        <p:spPr>
          <a:xfrm xmlns:a="http://schemas.openxmlformats.org/drawingml/2006/main">
            <a:off x="8326977" y="43237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2" name="L-Town node n331">
            <a:extLst xmlns:a="http://schemas.openxmlformats.org/drawingml/2006/main">
              <a:ext uri="{FF2B5EF4-FFF2-40B4-BE49-F238E27FC236}">
                <a16:creationId xmlns:a16="http://schemas.microsoft.com/office/drawing/2014/main" id="{EA6FCB54-B645-4E41-BA89-276B406DBA23}"/>
              </a:ext>
            </a:extLst>
          </p:cNvPr>
          <p:cNvSpPr>
            <a:spLocks xmlns:a="http://schemas.openxmlformats.org/drawingml/2006/main" noGrp="1"/>
          </p:cNvSpPr>
          <p:nvPr/>
        </p:nvSpPr>
        <p:spPr>
          <a:xfrm xmlns:a="http://schemas.openxmlformats.org/drawingml/2006/main">
            <a:off x="8377729" y="42697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3" name="L-Town node n332">
            <a:extLst xmlns:a="http://schemas.openxmlformats.org/drawingml/2006/main">
              <a:ext uri="{FF2B5EF4-FFF2-40B4-BE49-F238E27FC236}">
                <a16:creationId xmlns:a16="http://schemas.microsoft.com/office/drawing/2014/main" id="{59361D56-3E8F-4F66-B0C5-4D9C05C0737B}"/>
              </a:ext>
            </a:extLst>
          </p:cNvPr>
          <p:cNvSpPr>
            <a:spLocks xmlns:a="http://schemas.openxmlformats.org/drawingml/2006/main" noGrp="1"/>
          </p:cNvSpPr>
          <p:nvPr/>
        </p:nvSpPr>
        <p:spPr>
          <a:xfrm xmlns:a="http://schemas.openxmlformats.org/drawingml/2006/main">
            <a:off x="5765955" y="420921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4" name="L-Town node n333">
            <a:extLst xmlns:a="http://schemas.openxmlformats.org/drawingml/2006/main">
              <a:ext uri="{FF2B5EF4-FFF2-40B4-BE49-F238E27FC236}">
                <a16:creationId xmlns:a16="http://schemas.microsoft.com/office/drawing/2014/main" id="{0E133860-6F6F-476E-B975-C38E37E8D5A2}"/>
              </a:ext>
            </a:extLst>
          </p:cNvPr>
          <p:cNvSpPr>
            <a:spLocks xmlns:a="http://schemas.openxmlformats.org/drawingml/2006/main" noGrp="1"/>
          </p:cNvSpPr>
          <p:nvPr/>
        </p:nvSpPr>
        <p:spPr>
          <a:xfrm xmlns:a="http://schemas.openxmlformats.org/drawingml/2006/main">
            <a:off x="5725805" y="423638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5" name="L-Town node n334">
            <a:extLst xmlns:a="http://schemas.openxmlformats.org/drawingml/2006/main">
              <a:ext uri="{FF2B5EF4-FFF2-40B4-BE49-F238E27FC236}">
                <a16:creationId xmlns:a16="http://schemas.microsoft.com/office/drawing/2014/main" id="{6FCE0B4F-73F8-42B2-AB6A-9B3B87FC5112}"/>
              </a:ext>
            </a:extLst>
          </p:cNvPr>
          <p:cNvSpPr>
            <a:spLocks xmlns:a="http://schemas.openxmlformats.org/drawingml/2006/main" noGrp="1"/>
          </p:cNvSpPr>
          <p:nvPr/>
        </p:nvSpPr>
        <p:spPr>
          <a:xfrm xmlns:a="http://schemas.openxmlformats.org/drawingml/2006/main">
            <a:off x="5686598" y="42644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6" name="L-Town node n335">
            <a:extLst xmlns:a="http://schemas.openxmlformats.org/drawingml/2006/main">
              <a:ext uri="{FF2B5EF4-FFF2-40B4-BE49-F238E27FC236}">
                <a16:creationId xmlns:a16="http://schemas.microsoft.com/office/drawing/2014/main" id="{20BEC78C-A587-4605-81A7-103308C3E5AF}"/>
              </a:ext>
            </a:extLst>
          </p:cNvPr>
          <p:cNvSpPr>
            <a:spLocks xmlns:a="http://schemas.openxmlformats.org/drawingml/2006/main" noGrp="1"/>
          </p:cNvSpPr>
          <p:nvPr/>
        </p:nvSpPr>
        <p:spPr>
          <a:xfrm xmlns:a="http://schemas.openxmlformats.org/drawingml/2006/main">
            <a:off x="6701365" y="36851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7" name="L-Town node n336">
            <a:extLst xmlns:a="http://schemas.openxmlformats.org/drawingml/2006/main">
              <a:ext uri="{FF2B5EF4-FFF2-40B4-BE49-F238E27FC236}">
                <a16:creationId xmlns:a16="http://schemas.microsoft.com/office/drawing/2014/main" id="{D4F42CC9-1FD2-4C9B-82C4-87726AA09946}"/>
              </a:ext>
            </a:extLst>
          </p:cNvPr>
          <p:cNvSpPr>
            <a:spLocks xmlns:a="http://schemas.openxmlformats.org/drawingml/2006/main" noGrp="1"/>
          </p:cNvSpPr>
          <p:nvPr/>
        </p:nvSpPr>
        <p:spPr>
          <a:xfrm xmlns:a="http://schemas.openxmlformats.org/drawingml/2006/main">
            <a:off x="5583691" y="38468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8" name="L-Town node n337">
            <a:extLst xmlns:a="http://schemas.openxmlformats.org/drawingml/2006/main">
              <a:ext uri="{FF2B5EF4-FFF2-40B4-BE49-F238E27FC236}">
                <a16:creationId xmlns:a16="http://schemas.microsoft.com/office/drawing/2014/main" id="{842C77B8-3F2E-4ACB-AE60-D7F45C26332C}"/>
              </a:ext>
            </a:extLst>
          </p:cNvPr>
          <p:cNvSpPr>
            <a:spLocks xmlns:a="http://schemas.openxmlformats.org/drawingml/2006/main" noGrp="1"/>
          </p:cNvSpPr>
          <p:nvPr/>
        </p:nvSpPr>
        <p:spPr>
          <a:xfrm xmlns:a="http://schemas.openxmlformats.org/drawingml/2006/main">
            <a:off x="6872590" y="40639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49" name="L-Town node n338">
            <a:extLst xmlns:a="http://schemas.openxmlformats.org/drawingml/2006/main">
              <a:ext uri="{FF2B5EF4-FFF2-40B4-BE49-F238E27FC236}">
                <a16:creationId xmlns:a16="http://schemas.microsoft.com/office/drawing/2014/main" id="{02C54FDC-D74B-414E-8BA2-734E76A522F6}"/>
              </a:ext>
            </a:extLst>
          </p:cNvPr>
          <p:cNvSpPr>
            <a:spLocks xmlns:a="http://schemas.openxmlformats.org/drawingml/2006/main" noGrp="1"/>
          </p:cNvSpPr>
          <p:nvPr/>
        </p:nvSpPr>
        <p:spPr>
          <a:xfrm xmlns:a="http://schemas.openxmlformats.org/drawingml/2006/main">
            <a:off x="6847367" y="383972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0" name="L-Town node n339">
            <a:extLst xmlns:a="http://schemas.openxmlformats.org/drawingml/2006/main">
              <a:ext uri="{FF2B5EF4-FFF2-40B4-BE49-F238E27FC236}">
                <a16:creationId xmlns:a16="http://schemas.microsoft.com/office/drawing/2014/main" id="{28C1C108-F85A-4575-92C5-B7E0E556EA49}"/>
              </a:ext>
            </a:extLst>
          </p:cNvPr>
          <p:cNvSpPr>
            <a:spLocks xmlns:a="http://schemas.openxmlformats.org/drawingml/2006/main" noGrp="1"/>
          </p:cNvSpPr>
          <p:nvPr/>
        </p:nvSpPr>
        <p:spPr>
          <a:xfrm xmlns:a="http://schemas.openxmlformats.org/drawingml/2006/main">
            <a:off x="6939553" y="392364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1" name="L-Town node n340">
            <a:extLst xmlns:a="http://schemas.openxmlformats.org/drawingml/2006/main">
              <a:ext uri="{FF2B5EF4-FFF2-40B4-BE49-F238E27FC236}">
                <a16:creationId xmlns:a16="http://schemas.microsoft.com/office/drawing/2014/main" id="{4DF3245E-7E3A-46CE-8C0D-79DCA893F9E8}"/>
              </a:ext>
            </a:extLst>
          </p:cNvPr>
          <p:cNvSpPr>
            <a:spLocks xmlns:a="http://schemas.openxmlformats.org/drawingml/2006/main" noGrp="1"/>
          </p:cNvSpPr>
          <p:nvPr/>
        </p:nvSpPr>
        <p:spPr>
          <a:xfrm xmlns:a="http://schemas.openxmlformats.org/drawingml/2006/main">
            <a:off x="6602959" y="36385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2" name="L-Town node n341">
            <a:extLst xmlns:a="http://schemas.openxmlformats.org/drawingml/2006/main">
              <a:ext uri="{FF2B5EF4-FFF2-40B4-BE49-F238E27FC236}">
                <a16:creationId xmlns:a16="http://schemas.microsoft.com/office/drawing/2014/main" id="{5A7E7832-AEBB-4A43-BEE1-609BE01CA910}"/>
              </a:ext>
            </a:extLst>
          </p:cNvPr>
          <p:cNvSpPr>
            <a:spLocks xmlns:a="http://schemas.openxmlformats.org/drawingml/2006/main" noGrp="1"/>
          </p:cNvSpPr>
          <p:nvPr/>
        </p:nvSpPr>
        <p:spPr>
          <a:xfrm xmlns:a="http://schemas.openxmlformats.org/drawingml/2006/main">
            <a:off x="6693601" y="385581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3" name="L-Town node n342">
            <a:extLst xmlns:a="http://schemas.openxmlformats.org/drawingml/2006/main">
              <a:ext uri="{FF2B5EF4-FFF2-40B4-BE49-F238E27FC236}">
                <a16:creationId xmlns:a16="http://schemas.microsoft.com/office/drawing/2014/main" id="{828FB98A-854E-494D-844C-1BCDEA90E002}"/>
              </a:ext>
            </a:extLst>
          </p:cNvPr>
          <p:cNvSpPr>
            <a:spLocks xmlns:a="http://schemas.openxmlformats.org/drawingml/2006/main" noGrp="1"/>
          </p:cNvSpPr>
          <p:nvPr/>
        </p:nvSpPr>
        <p:spPr>
          <a:xfrm xmlns:a="http://schemas.openxmlformats.org/drawingml/2006/main">
            <a:off x="6724703" y="375100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4" name="L-Town node n343">
            <a:extLst xmlns:a="http://schemas.openxmlformats.org/drawingml/2006/main">
              <a:ext uri="{FF2B5EF4-FFF2-40B4-BE49-F238E27FC236}">
                <a16:creationId xmlns:a16="http://schemas.microsoft.com/office/drawing/2014/main" id="{39C2F8C1-0036-492B-83D2-A8FD56817360}"/>
              </a:ext>
            </a:extLst>
          </p:cNvPr>
          <p:cNvSpPr>
            <a:spLocks xmlns:a="http://schemas.openxmlformats.org/drawingml/2006/main" noGrp="1"/>
          </p:cNvSpPr>
          <p:nvPr/>
        </p:nvSpPr>
        <p:spPr>
          <a:xfrm xmlns:a="http://schemas.openxmlformats.org/drawingml/2006/main">
            <a:off x="5700606" y="33957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5" name="L-Town node n344">
            <a:extLst xmlns:a="http://schemas.openxmlformats.org/drawingml/2006/main">
              <a:ext uri="{FF2B5EF4-FFF2-40B4-BE49-F238E27FC236}">
                <a16:creationId xmlns:a16="http://schemas.microsoft.com/office/drawing/2014/main" id="{BB392DE3-8ADA-40CC-8550-939ECE604EFD}"/>
              </a:ext>
            </a:extLst>
          </p:cNvPr>
          <p:cNvSpPr>
            <a:spLocks xmlns:a="http://schemas.openxmlformats.org/drawingml/2006/main" noGrp="1"/>
          </p:cNvSpPr>
          <p:nvPr/>
        </p:nvSpPr>
        <p:spPr>
          <a:xfrm xmlns:a="http://schemas.openxmlformats.org/drawingml/2006/main">
            <a:off x="5470476" y="30936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6" name="L-Town node n345">
            <a:extLst xmlns:a="http://schemas.openxmlformats.org/drawingml/2006/main">
              <a:ext uri="{FF2B5EF4-FFF2-40B4-BE49-F238E27FC236}">
                <a16:creationId xmlns:a16="http://schemas.microsoft.com/office/drawing/2014/main" id="{983B3EB5-5706-4DAB-96E6-DC129DDDD3BF}"/>
              </a:ext>
            </a:extLst>
          </p:cNvPr>
          <p:cNvSpPr>
            <a:spLocks xmlns:a="http://schemas.openxmlformats.org/drawingml/2006/main" noGrp="1"/>
          </p:cNvSpPr>
          <p:nvPr/>
        </p:nvSpPr>
        <p:spPr>
          <a:xfrm xmlns:a="http://schemas.openxmlformats.org/drawingml/2006/main">
            <a:off x="5554957" y="31877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7" name="L-Town node n346">
            <a:extLst xmlns:a="http://schemas.openxmlformats.org/drawingml/2006/main">
              <a:ext uri="{FF2B5EF4-FFF2-40B4-BE49-F238E27FC236}">
                <a16:creationId xmlns:a16="http://schemas.microsoft.com/office/drawing/2014/main" id="{CD678347-7892-4647-9F7B-4840E25FABB8}"/>
              </a:ext>
            </a:extLst>
          </p:cNvPr>
          <p:cNvSpPr>
            <a:spLocks xmlns:a="http://schemas.openxmlformats.org/drawingml/2006/main" noGrp="1"/>
          </p:cNvSpPr>
          <p:nvPr/>
        </p:nvSpPr>
        <p:spPr>
          <a:xfrm xmlns:a="http://schemas.openxmlformats.org/drawingml/2006/main">
            <a:off x="5581912" y="335001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8" name="L-Town node n347">
            <a:extLst xmlns:a="http://schemas.openxmlformats.org/drawingml/2006/main">
              <a:ext uri="{FF2B5EF4-FFF2-40B4-BE49-F238E27FC236}">
                <a16:creationId xmlns:a16="http://schemas.microsoft.com/office/drawing/2014/main" id="{F211A81A-FFB0-4E9D-9039-28016CAF3BCD}"/>
              </a:ext>
            </a:extLst>
          </p:cNvPr>
          <p:cNvSpPr>
            <a:spLocks xmlns:a="http://schemas.openxmlformats.org/drawingml/2006/main" noGrp="1"/>
          </p:cNvSpPr>
          <p:nvPr/>
        </p:nvSpPr>
        <p:spPr>
          <a:xfrm xmlns:a="http://schemas.openxmlformats.org/drawingml/2006/main">
            <a:off x="5213509" y="28486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59" name="L-Town node n348">
            <a:extLst xmlns:a="http://schemas.openxmlformats.org/drawingml/2006/main">
              <a:ext uri="{FF2B5EF4-FFF2-40B4-BE49-F238E27FC236}">
                <a16:creationId xmlns:a16="http://schemas.microsoft.com/office/drawing/2014/main" id="{51C9CA3F-415C-4BB7-A7C2-9FB5626EA2CC}"/>
              </a:ext>
            </a:extLst>
          </p:cNvPr>
          <p:cNvSpPr>
            <a:spLocks xmlns:a="http://schemas.openxmlformats.org/drawingml/2006/main" noGrp="1"/>
          </p:cNvSpPr>
          <p:nvPr/>
        </p:nvSpPr>
        <p:spPr>
          <a:xfrm xmlns:a="http://schemas.openxmlformats.org/drawingml/2006/main">
            <a:off x="5265593" y="28612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0" name="L-Town node n349">
            <a:extLst xmlns:a="http://schemas.openxmlformats.org/drawingml/2006/main">
              <a:ext uri="{FF2B5EF4-FFF2-40B4-BE49-F238E27FC236}">
                <a16:creationId xmlns:a16="http://schemas.microsoft.com/office/drawing/2014/main" id="{38980868-23D8-4150-A2E5-1B6B110F15C2}"/>
              </a:ext>
            </a:extLst>
          </p:cNvPr>
          <p:cNvSpPr>
            <a:spLocks xmlns:a="http://schemas.openxmlformats.org/drawingml/2006/main" noGrp="1"/>
          </p:cNvSpPr>
          <p:nvPr/>
        </p:nvSpPr>
        <p:spPr>
          <a:xfrm xmlns:a="http://schemas.openxmlformats.org/drawingml/2006/main">
            <a:off x="5322000" y="28802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1" name="L-Town node n350">
            <a:extLst xmlns:a="http://schemas.openxmlformats.org/drawingml/2006/main">
              <a:ext uri="{FF2B5EF4-FFF2-40B4-BE49-F238E27FC236}">
                <a16:creationId xmlns:a16="http://schemas.microsoft.com/office/drawing/2014/main" id="{2AAD5017-0BE4-4B77-AF42-27B894E9BB77}"/>
              </a:ext>
            </a:extLst>
          </p:cNvPr>
          <p:cNvSpPr>
            <a:spLocks xmlns:a="http://schemas.openxmlformats.org/drawingml/2006/main" noGrp="1"/>
          </p:cNvSpPr>
          <p:nvPr/>
        </p:nvSpPr>
        <p:spPr>
          <a:xfrm xmlns:a="http://schemas.openxmlformats.org/drawingml/2006/main">
            <a:off x="5378560" y="289677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2" name="L-Town node n351">
            <a:extLst xmlns:a="http://schemas.openxmlformats.org/drawingml/2006/main">
              <a:ext uri="{FF2B5EF4-FFF2-40B4-BE49-F238E27FC236}">
                <a16:creationId xmlns:a16="http://schemas.microsoft.com/office/drawing/2014/main" id="{2B724F9B-6FB6-45EA-9645-54EACBEF9779}"/>
              </a:ext>
            </a:extLst>
          </p:cNvPr>
          <p:cNvSpPr>
            <a:spLocks xmlns:a="http://schemas.openxmlformats.org/drawingml/2006/main" noGrp="1"/>
          </p:cNvSpPr>
          <p:nvPr/>
        </p:nvSpPr>
        <p:spPr>
          <a:xfrm xmlns:a="http://schemas.openxmlformats.org/drawingml/2006/main">
            <a:off x="5429914" y="291294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3" name="L-Town node n352">
            <a:extLst xmlns:a="http://schemas.openxmlformats.org/drawingml/2006/main">
              <a:ext uri="{FF2B5EF4-FFF2-40B4-BE49-F238E27FC236}">
                <a16:creationId xmlns:a16="http://schemas.microsoft.com/office/drawing/2014/main" id="{1B4140A3-E4E3-479B-9F47-503809A37519}"/>
              </a:ext>
            </a:extLst>
          </p:cNvPr>
          <p:cNvSpPr>
            <a:spLocks xmlns:a="http://schemas.openxmlformats.org/drawingml/2006/main" noGrp="1"/>
          </p:cNvSpPr>
          <p:nvPr/>
        </p:nvSpPr>
        <p:spPr>
          <a:xfrm xmlns:a="http://schemas.openxmlformats.org/drawingml/2006/main">
            <a:off x="5428889" y="299908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4" name="L-Town node n353">
            <a:extLst xmlns:a="http://schemas.openxmlformats.org/drawingml/2006/main">
              <a:ext uri="{FF2B5EF4-FFF2-40B4-BE49-F238E27FC236}">
                <a16:creationId xmlns:a16="http://schemas.microsoft.com/office/drawing/2014/main" id="{320A92D0-AC28-43A5-90FB-86979CA007C6}"/>
              </a:ext>
            </a:extLst>
          </p:cNvPr>
          <p:cNvSpPr>
            <a:spLocks xmlns:a="http://schemas.openxmlformats.org/drawingml/2006/main" noGrp="1"/>
          </p:cNvSpPr>
          <p:nvPr/>
        </p:nvSpPr>
        <p:spPr>
          <a:xfrm xmlns:a="http://schemas.openxmlformats.org/drawingml/2006/main">
            <a:off x="5364777" y="30654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5" name="L-Town node n354">
            <a:extLst xmlns:a="http://schemas.openxmlformats.org/drawingml/2006/main">
              <a:ext uri="{FF2B5EF4-FFF2-40B4-BE49-F238E27FC236}">
                <a16:creationId xmlns:a16="http://schemas.microsoft.com/office/drawing/2014/main" id="{1E38B49C-DED7-434C-A817-416FB42931E1}"/>
              </a:ext>
            </a:extLst>
          </p:cNvPr>
          <p:cNvSpPr>
            <a:spLocks xmlns:a="http://schemas.openxmlformats.org/drawingml/2006/main" noGrp="1"/>
          </p:cNvSpPr>
          <p:nvPr/>
        </p:nvSpPr>
        <p:spPr>
          <a:xfrm xmlns:a="http://schemas.openxmlformats.org/drawingml/2006/main">
            <a:off x="5417296" y="30796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6" name="L-Town node n355">
            <a:extLst xmlns:a="http://schemas.openxmlformats.org/drawingml/2006/main">
              <a:ext uri="{FF2B5EF4-FFF2-40B4-BE49-F238E27FC236}">
                <a16:creationId xmlns:a16="http://schemas.microsoft.com/office/drawing/2014/main" id="{D76C70C2-0A51-424C-8E36-0A0E95970768}"/>
              </a:ext>
            </a:extLst>
          </p:cNvPr>
          <p:cNvSpPr>
            <a:spLocks xmlns:a="http://schemas.openxmlformats.org/drawingml/2006/main" noGrp="1"/>
          </p:cNvSpPr>
          <p:nvPr/>
        </p:nvSpPr>
        <p:spPr>
          <a:xfrm xmlns:a="http://schemas.openxmlformats.org/drawingml/2006/main">
            <a:off x="5311020" y="32987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7" name="L-Town node n356">
            <a:extLst xmlns:a="http://schemas.openxmlformats.org/drawingml/2006/main">
              <a:ext uri="{FF2B5EF4-FFF2-40B4-BE49-F238E27FC236}">
                <a16:creationId xmlns:a16="http://schemas.microsoft.com/office/drawing/2014/main" id="{2FA4C40D-3D7F-4467-9642-8FAED83D819D}"/>
              </a:ext>
            </a:extLst>
          </p:cNvPr>
          <p:cNvSpPr>
            <a:spLocks xmlns:a="http://schemas.openxmlformats.org/drawingml/2006/main" noGrp="1"/>
          </p:cNvSpPr>
          <p:nvPr/>
        </p:nvSpPr>
        <p:spPr>
          <a:xfrm xmlns:a="http://schemas.openxmlformats.org/drawingml/2006/main">
            <a:off x="5367239" y="329476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8" name="L-Town node n357">
            <a:extLst xmlns:a="http://schemas.openxmlformats.org/drawingml/2006/main">
              <a:ext uri="{FF2B5EF4-FFF2-40B4-BE49-F238E27FC236}">
                <a16:creationId xmlns:a16="http://schemas.microsoft.com/office/drawing/2014/main" id="{2484B32F-354C-4835-B9B8-ACC0D15BE519}"/>
              </a:ext>
            </a:extLst>
          </p:cNvPr>
          <p:cNvSpPr>
            <a:spLocks xmlns:a="http://schemas.openxmlformats.org/drawingml/2006/main" noGrp="1"/>
          </p:cNvSpPr>
          <p:nvPr/>
        </p:nvSpPr>
        <p:spPr>
          <a:xfrm xmlns:a="http://schemas.openxmlformats.org/drawingml/2006/main">
            <a:off x="5414045" y="31599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69" name="L-Town node n358">
            <a:extLst xmlns:a="http://schemas.openxmlformats.org/drawingml/2006/main">
              <a:ext uri="{FF2B5EF4-FFF2-40B4-BE49-F238E27FC236}">
                <a16:creationId xmlns:a16="http://schemas.microsoft.com/office/drawing/2014/main" id="{3E46D4E7-0F2B-423F-B836-4E6B61C3CAD7}"/>
              </a:ext>
            </a:extLst>
          </p:cNvPr>
          <p:cNvSpPr>
            <a:spLocks xmlns:a="http://schemas.openxmlformats.org/drawingml/2006/main" noGrp="1"/>
          </p:cNvSpPr>
          <p:nvPr/>
        </p:nvSpPr>
        <p:spPr>
          <a:xfrm xmlns:a="http://schemas.openxmlformats.org/drawingml/2006/main">
            <a:off x="5551517" y="295716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0" name="L-Town node n359">
            <a:extLst xmlns:a="http://schemas.openxmlformats.org/drawingml/2006/main">
              <a:ext uri="{FF2B5EF4-FFF2-40B4-BE49-F238E27FC236}">
                <a16:creationId xmlns:a16="http://schemas.microsoft.com/office/drawing/2014/main" id="{21AE1244-AE3A-4E74-A07E-EF2A0A96D099}"/>
              </a:ext>
            </a:extLst>
          </p:cNvPr>
          <p:cNvSpPr>
            <a:spLocks xmlns:a="http://schemas.openxmlformats.org/drawingml/2006/main" noGrp="1"/>
          </p:cNvSpPr>
          <p:nvPr/>
        </p:nvSpPr>
        <p:spPr>
          <a:xfrm xmlns:a="http://schemas.openxmlformats.org/drawingml/2006/main">
            <a:off x="5612708" y="29780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1" name="L-Town node n360">
            <a:extLst xmlns:a="http://schemas.openxmlformats.org/drawingml/2006/main">
              <a:ext uri="{FF2B5EF4-FFF2-40B4-BE49-F238E27FC236}">
                <a16:creationId xmlns:a16="http://schemas.microsoft.com/office/drawing/2014/main" id="{8EA3007B-430E-4CA7-A801-440C92B8DC22}"/>
              </a:ext>
            </a:extLst>
          </p:cNvPr>
          <p:cNvSpPr>
            <a:spLocks xmlns:a="http://schemas.openxmlformats.org/drawingml/2006/main" noGrp="1"/>
          </p:cNvSpPr>
          <p:nvPr/>
        </p:nvSpPr>
        <p:spPr>
          <a:xfrm xmlns:a="http://schemas.openxmlformats.org/drawingml/2006/main">
            <a:off x="5310125" y="336590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2" name="L-Town node n361">
            <a:extLst xmlns:a="http://schemas.openxmlformats.org/drawingml/2006/main">
              <a:ext uri="{FF2B5EF4-FFF2-40B4-BE49-F238E27FC236}">
                <a16:creationId xmlns:a16="http://schemas.microsoft.com/office/drawing/2014/main" id="{7D13CD73-43D3-4578-A877-3E725415323A}"/>
              </a:ext>
            </a:extLst>
          </p:cNvPr>
          <p:cNvSpPr>
            <a:spLocks xmlns:a="http://schemas.openxmlformats.org/drawingml/2006/main" noGrp="1"/>
          </p:cNvSpPr>
          <p:nvPr/>
        </p:nvSpPr>
        <p:spPr>
          <a:xfrm xmlns:a="http://schemas.openxmlformats.org/drawingml/2006/main">
            <a:off x="5374178" y="336907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3" name="L-Town node n362">
            <a:extLst xmlns:a="http://schemas.openxmlformats.org/drawingml/2006/main">
              <a:ext uri="{FF2B5EF4-FFF2-40B4-BE49-F238E27FC236}">
                <a16:creationId xmlns:a16="http://schemas.microsoft.com/office/drawing/2014/main" id="{644DAC8D-74EE-4CE2-98C9-2ADC45E0DB41}"/>
              </a:ext>
            </a:extLst>
          </p:cNvPr>
          <p:cNvSpPr>
            <a:spLocks xmlns:a="http://schemas.openxmlformats.org/drawingml/2006/main" noGrp="1"/>
          </p:cNvSpPr>
          <p:nvPr/>
        </p:nvSpPr>
        <p:spPr>
          <a:xfrm xmlns:a="http://schemas.openxmlformats.org/drawingml/2006/main">
            <a:off x="5541762" y="303684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4" name="L-Town node n363">
            <a:extLst xmlns:a="http://schemas.openxmlformats.org/drawingml/2006/main">
              <a:ext uri="{FF2B5EF4-FFF2-40B4-BE49-F238E27FC236}">
                <a16:creationId xmlns:a16="http://schemas.microsoft.com/office/drawing/2014/main" id="{29032865-249A-4B53-AC8A-E1FD41C66A89}"/>
              </a:ext>
            </a:extLst>
          </p:cNvPr>
          <p:cNvSpPr>
            <a:spLocks xmlns:a="http://schemas.openxmlformats.org/drawingml/2006/main" noGrp="1"/>
          </p:cNvSpPr>
          <p:nvPr/>
        </p:nvSpPr>
        <p:spPr>
          <a:xfrm xmlns:a="http://schemas.openxmlformats.org/drawingml/2006/main">
            <a:off x="5587744" y="305530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5" name="L-Town node n364">
            <a:extLst xmlns:a="http://schemas.openxmlformats.org/drawingml/2006/main">
              <a:ext uri="{FF2B5EF4-FFF2-40B4-BE49-F238E27FC236}">
                <a16:creationId xmlns:a16="http://schemas.microsoft.com/office/drawing/2014/main" id="{9D2C57F5-0F79-4F8D-B45F-901A63A1785B}"/>
              </a:ext>
            </a:extLst>
          </p:cNvPr>
          <p:cNvSpPr>
            <a:spLocks xmlns:a="http://schemas.openxmlformats.org/drawingml/2006/main" noGrp="1"/>
          </p:cNvSpPr>
          <p:nvPr/>
        </p:nvSpPr>
        <p:spPr>
          <a:xfrm xmlns:a="http://schemas.openxmlformats.org/drawingml/2006/main">
            <a:off x="5309288" y="343875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6" name="L-Town node n365">
            <a:extLst xmlns:a="http://schemas.openxmlformats.org/drawingml/2006/main">
              <a:ext uri="{FF2B5EF4-FFF2-40B4-BE49-F238E27FC236}">
                <a16:creationId xmlns:a16="http://schemas.microsoft.com/office/drawing/2014/main" id="{B1103731-4806-4AB3-836D-62810CF6CC60}"/>
              </a:ext>
            </a:extLst>
          </p:cNvPr>
          <p:cNvSpPr>
            <a:spLocks xmlns:a="http://schemas.openxmlformats.org/drawingml/2006/main" noGrp="1"/>
          </p:cNvSpPr>
          <p:nvPr/>
        </p:nvSpPr>
        <p:spPr>
          <a:xfrm xmlns:a="http://schemas.openxmlformats.org/drawingml/2006/main">
            <a:off x="5367215" y="34408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7" name="L-Town node n366">
            <a:extLst xmlns:a="http://schemas.openxmlformats.org/drawingml/2006/main">
              <a:ext uri="{FF2B5EF4-FFF2-40B4-BE49-F238E27FC236}">
                <a16:creationId xmlns:a16="http://schemas.microsoft.com/office/drawing/2014/main" id="{2DD83D77-4C4C-45E1-BB28-AC96B857A15A}"/>
              </a:ext>
            </a:extLst>
          </p:cNvPr>
          <p:cNvSpPr>
            <a:spLocks xmlns:a="http://schemas.openxmlformats.org/drawingml/2006/main" noGrp="1"/>
          </p:cNvSpPr>
          <p:nvPr/>
        </p:nvSpPr>
        <p:spPr>
          <a:xfrm xmlns:a="http://schemas.openxmlformats.org/drawingml/2006/main">
            <a:off x="5310101" y="351466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8" name="L-Town node n367">
            <a:extLst xmlns:a="http://schemas.openxmlformats.org/drawingml/2006/main">
              <a:ext uri="{FF2B5EF4-FFF2-40B4-BE49-F238E27FC236}">
                <a16:creationId xmlns:a16="http://schemas.microsoft.com/office/drawing/2014/main" id="{A5BAC470-DAE3-4445-9D6E-27651A95D1C3}"/>
              </a:ext>
            </a:extLst>
          </p:cNvPr>
          <p:cNvSpPr>
            <a:spLocks xmlns:a="http://schemas.openxmlformats.org/drawingml/2006/main" noGrp="1"/>
          </p:cNvSpPr>
          <p:nvPr/>
        </p:nvSpPr>
        <p:spPr>
          <a:xfrm xmlns:a="http://schemas.openxmlformats.org/drawingml/2006/main">
            <a:off x="5364671" y="35234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79" name="L-Town node n368">
            <a:extLst xmlns:a="http://schemas.openxmlformats.org/drawingml/2006/main">
              <a:ext uri="{FF2B5EF4-FFF2-40B4-BE49-F238E27FC236}">
                <a16:creationId xmlns:a16="http://schemas.microsoft.com/office/drawing/2014/main" id="{9E5F19BE-0025-42E8-AFA7-ED596181C872}"/>
              </a:ext>
            </a:extLst>
          </p:cNvPr>
          <p:cNvSpPr>
            <a:spLocks xmlns:a="http://schemas.openxmlformats.org/drawingml/2006/main" noGrp="1"/>
          </p:cNvSpPr>
          <p:nvPr/>
        </p:nvSpPr>
        <p:spPr>
          <a:xfrm xmlns:a="http://schemas.openxmlformats.org/drawingml/2006/main">
            <a:off x="5507821" y="317739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0" name="L-Town node n369">
            <a:extLst xmlns:a="http://schemas.openxmlformats.org/drawingml/2006/main">
              <a:ext uri="{FF2B5EF4-FFF2-40B4-BE49-F238E27FC236}">
                <a16:creationId xmlns:a16="http://schemas.microsoft.com/office/drawing/2014/main" id="{60A856A7-3463-43FE-BB68-912E959D21F5}"/>
              </a:ext>
            </a:extLst>
          </p:cNvPr>
          <p:cNvSpPr>
            <a:spLocks xmlns:a="http://schemas.openxmlformats.org/drawingml/2006/main" noGrp="1"/>
          </p:cNvSpPr>
          <p:nvPr/>
        </p:nvSpPr>
        <p:spPr>
          <a:xfrm xmlns:a="http://schemas.openxmlformats.org/drawingml/2006/main">
            <a:off x="5311479" y="359970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1" name="L-Town node n370">
            <a:extLst xmlns:a="http://schemas.openxmlformats.org/drawingml/2006/main">
              <a:ext uri="{FF2B5EF4-FFF2-40B4-BE49-F238E27FC236}">
                <a16:creationId xmlns:a16="http://schemas.microsoft.com/office/drawing/2014/main" id="{E39EA93F-3542-4162-8EE0-FC812E860EEB}"/>
              </a:ext>
            </a:extLst>
          </p:cNvPr>
          <p:cNvSpPr>
            <a:spLocks xmlns:a="http://schemas.openxmlformats.org/drawingml/2006/main" noGrp="1"/>
          </p:cNvSpPr>
          <p:nvPr/>
        </p:nvSpPr>
        <p:spPr>
          <a:xfrm xmlns:a="http://schemas.openxmlformats.org/drawingml/2006/main">
            <a:off x="5359840" y="36088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2" name="L-Town node n371">
            <a:extLst xmlns:a="http://schemas.openxmlformats.org/drawingml/2006/main">
              <a:ext uri="{FF2B5EF4-FFF2-40B4-BE49-F238E27FC236}">
                <a16:creationId xmlns:a16="http://schemas.microsoft.com/office/drawing/2014/main" id="{C7E07CA5-4010-4930-B586-D87BA3E653F1}"/>
              </a:ext>
            </a:extLst>
          </p:cNvPr>
          <p:cNvSpPr>
            <a:spLocks xmlns:a="http://schemas.openxmlformats.org/drawingml/2006/main" noGrp="1"/>
          </p:cNvSpPr>
          <p:nvPr/>
        </p:nvSpPr>
        <p:spPr>
          <a:xfrm xmlns:a="http://schemas.openxmlformats.org/drawingml/2006/main">
            <a:off x="5521593" y="31046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3" name="L-Town node n372">
            <a:extLst xmlns:a="http://schemas.openxmlformats.org/drawingml/2006/main">
              <a:ext uri="{FF2B5EF4-FFF2-40B4-BE49-F238E27FC236}">
                <a16:creationId xmlns:a16="http://schemas.microsoft.com/office/drawing/2014/main" id="{CC9DFFA4-F84A-44BB-8A65-665D8571B197}"/>
              </a:ext>
            </a:extLst>
          </p:cNvPr>
          <p:cNvSpPr>
            <a:spLocks xmlns:a="http://schemas.openxmlformats.org/drawingml/2006/main" noGrp="1"/>
          </p:cNvSpPr>
          <p:nvPr/>
        </p:nvSpPr>
        <p:spPr>
          <a:xfrm xmlns:a="http://schemas.openxmlformats.org/drawingml/2006/main">
            <a:off x="5499245" y="337908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4" name="L-Town node n373">
            <a:extLst xmlns:a="http://schemas.openxmlformats.org/drawingml/2006/main">
              <a:ext uri="{FF2B5EF4-FFF2-40B4-BE49-F238E27FC236}">
                <a16:creationId xmlns:a16="http://schemas.microsoft.com/office/drawing/2014/main" id="{279AD1C6-ED75-46F4-A0B8-3A36D7CE0B48}"/>
              </a:ext>
            </a:extLst>
          </p:cNvPr>
          <p:cNvSpPr>
            <a:spLocks xmlns:a="http://schemas.openxmlformats.org/drawingml/2006/main" noGrp="1"/>
          </p:cNvSpPr>
          <p:nvPr/>
        </p:nvSpPr>
        <p:spPr>
          <a:xfrm xmlns:a="http://schemas.openxmlformats.org/drawingml/2006/main">
            <a:off x="5333427" y="36899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5" name="L-Town node n374">
            <a:extLst xmlns:a="http://schemas.openxmlformats.org/drawingml/2006/main">
              <a:ext uri="{FF2B5EF4-FFF2-40B4-BE49-F238E27FC236}">
                <a16:creationId xmlns:a16="http://schemas.microsoft.com/office/drawing/2014/main" id="{F762780E-8862-4AB2-8F89-F7435D187E32}"/>
              </a:ext>
            </a:extLst>
          </p:cNvPr>
          <p:cNvSpPr>
            <a:spLocks xmlns:a="http://schemas.openxmlformats.org/drawingml/2006/main" noGrp="1"/>
          </p:cNvSpPr>
          <p:nvPr/>
        </p:nvSpPr>
        <p:spPr>
          <a:xfrm xmlns:a="http://schemas.openxmlformats.org/drawingml/2006/main">
            <a:off x="5661292" y="30506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6" name="L-Town node n375">
            <a:extLst xmlns:a="http://schemas.openxmlformats.org/drawingml/2006/main">
              <a:ext uri="{FF2B5EF4-FFF2-40B4-BE49-F238E27FC236}">
                <a16:creationId xmlns:a16="http://schemas.microsoft.com/office/drawing/2014/main" id="{0E16F654-86EA-4D28-849B-097193A774EC}"/>
              </a:ext>
            </a:extLst>
          </p:cNvPr>
          <p:cNvSpPr>
            <a:spLocks xmlns:a="http://schemas.openxmlformats.org/drawingml/2006/main" noGrp="1"/>
          </p:cNvSpPr>
          <p:nvPr/>
        </p:nvSpPr>
        <p:spPr>
          <a:xfrm xmlns:a="http://schemas.openxmlformats.org/drawingml/2006/main">
            <a:off x="5648675" y="310246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7" name="L-Town node n376">
            <a:extLst xmlns:a="http://schemas.openxmlformats.org/drawingml/2006/main">
              <a:ext uri="{FF2B5EF4-FFF2-40B4-BE49-F238E27FC236}">
                <a16:creationId xmlns:a16="http://schemas.microsoft.com/office/drawing/2014/main" id="{5AFB7584-BE51-478A-9290-0DBF0933A695}"/>
              </a:ext>
            </a:extLst>
          </p:cNvPr>
          <p:cNvSpPr>
            <a:spLocks xmlns:a="http://schemas.openxmlformats.org/drawingml/2006/main" noGrp="1"/>
          </p:cNvSpPr>
          <p:nvPr/>
        </p:nvSpPr>
        <p:spPr>
          <a:xfrm xmlns:a="http://schemas.openxmlformats.org/drawingml/2006/main">
            <a:off x="5636046" y="315427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8" name="L-Town node n377">
            <a:extLst xmlns:a="http://schemas.openxmlformats.org/drawingml/2006/main">
              <a:ext uri="{FF2B5EF4-FFF2-40B4-BE49-F238E27FC236}">
                <a16:creationId xmlns:a16="http://schemas.microsoft.com/office/drawing/2014/main" id="{B6E1BEAD-0097-461D-A02E-16DAE0FA8E10}"/>
              </a:ext>
            </a:extLst>
          </p:cNvPr>
          <p:cNvSpPr>
            <a:spLocks xmlns:a="http://schemas.openxmlformats.org/drawingml/2006/main" noGrp="1"/>
          </p:cNvSpPr>
          <p:nvPr/>
        </p:nvSpPr>
        <p:spPr>
          <a:xfrm xmlns:a="http://schemas.openxmlformats.org/drawingml/2006/main">
            <a:off x="5422209" y="34876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89" name="L-Town node n378">
            <a:extLst xmlns:a="http://schemas.openxmlformats.org/drawingml/2006/main">
              <a:ext uri="{FF2B5EF4-FFF2-40B4-BE49-F238E27FC236}">
                <a16:creationId xmlns:a16="http://schemas.microsoft.com/office/drawing/2014/main" id="{FE780D11-5997-49CC-95A4-99497FC2ADC1}"/>
              </a:ext>
            </a:extLst>
          </p:cNvPr>
          <p:cNvSpPr>
            <a:spLocks xmlns:a="http://schemas.openxmlformats.org/drawingml/2006/main" noGrp="1"/>
          </p:cNvSpPr>
          <p:nvPr/>
        </p:nvSpPr>
        <p:spPr>
          <a:xfrm xmlns:a="http://schemas.openxmlformats.org/drawingml/2006/main">
            <a:off x="5530170" y="328383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0" name="L-Town node n379">
            <a:extLst xmlns:a="http://schemas.openxmlformats.org/drawingml/2006/main">
              <a:ext uri="{FF2B5EF4-FFF2-40B4-BE49-F238E27FC236}">
                <a16:creationId xmlns:a16="http://schemas.microsoft.com/office/drawing/2014/main" id="{641AF776-DBE2-4359-9C02-04B89F7C682A}"/>
              </a:ext>
            </a:extLst>
          </p:cNvPr>
          <p:cNvSpPr>
            <a:spLocks xmlns:a="http://schemas.openxmlformats.org/drawingml/2006/main" noGrp="1"/>
          </p:cNvSpPr>
          <p:nvPr/>
        </p:nvSpPr>
        <p:spPr>
          <a:xfrm xmlns:a="http://schemas.openxmlformats.org/drawingml/2006/main">
            <a:off x="5542575" y="323577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1" name="L-Town node n380">
            <a:extLst xmlns:a="http://schemas.openxmlformats.org/drawingml/2006/main">
              <a:ext uri="{FF2B5EF4-FFF2-40B4-BE49-F238E27FC236}">
                <a16:creationId xmlns:a16="http://schemas.microsoft.com/office/drawing/2014/main" id="{C2CAD431-EF91-4320-A780-773C01094B9F}"/>
              </a:ext>
            </a:extLst>
          </p:cNvPr>
          <p:cNvSpPr>
            <a:spLocks xmlns:a="http://schemas.openxmlformats.org/drawingml/2006/main" noGrp="1"/>
          </p:cNvSpPr>
          <p:nvPr/>
        </p:nvSpPr>
        <p:spPr>
          <a:xfrm xmlns:a="http://schemas.openxmlformats.org/drawingml/2006/main">
            <a:off x="5472502" y="35872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2" name="L-Town node n381">
            <a:extLst xmlns:a="http://schemas.openxmlformats.org/drawingml/2006/main">
              <a:ext uri="{FF2B5EF4-FFF2-40B4-BE49-F238E27FC236}">
                <a16:creationId xmlns:a16="http://schemas.microsoft.com/office/drawing/2014/main" id="{EB149DCA-CAC0-4CD4-B4BE-95ABF343D61A}"/>
              </a:ext>
            </a:extLst>
          </p:cNvPr>
          <p:cNvSpPr>
            <a:spLocks xmlns:a="http://schemas.openxmlformats.org/drawingml/2006/main" noGrp="1"/>
          </p:cNvSpPr>
          <p:nvPr/>
        </p:nvSpPr>
        <p:spPr>
          <a:xfrm xmlns:a="http://schemas.openxmlformats.org/drawingml/2006/main">
            <a:off x="5717876" y="30765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3" name="L-Town node n382">
            <a:extLst xmlns:a="http://schemas.openxmlformats.org/drawingml/2006/main">
              <a:ext uri="{FF2B5EF4-FFF2-40B4-BE49-F238E27FC236}">
                <a16:creationId xmlns:a16="http://schemas.microsoft.com/office/drawing/2014/main" id="{855B454B-C9EC-4C87-A1CF-F63AEBC87A5B}"/>
              </a:ext>
            </a:extLst>
          </p:cNvPr>
          <p:cNvSpPr>
            <a:spLocks xmlns:a="http://schemas.openxmlformats.org/drawingml/2006/main" noGrp="1"/>
          </p:cNvSpPr>
          <p:nvPr/>
        </p:nvSpPr>
        <p:spPr>
          <a:xfrm xmlns:a="http://schemas.openxmlformats.org/drawingml/2006/main">
            <a:off x="5703256" y="313271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4" name="L-Town node n383">
            <a:extLst xmlns:a="http://schemas.openxmlformats.org/drawingml/2006/main">
              <a:ext uri="{FF2B5EF4-FFF2-40B4-BE49-F238E27FC236}">
                <a16:creationId xmlns:a16="http://schemas.microsoft.com/office/drawing/2014/main" id="{3E3C56AB-FA02-421A-90BC-788A0E032A70}"/>
              </a:ext>
            </a:extLst>
          </p:cNvPr>
          <p:cNvSpPr>
            <a:spLocks xmlns:a="http://schemas.openxmlformats.org/drawingml/2006/main" noGrp="1"/>
          </p:cNvSpPr>
          <p:nvPr/>
        </p:nvSpPr>
        <p:spPr>
          <a:xfrm xmlns:a="http://schemas.openxmlformats.org/drawingml/2006/main">
            <a:off x="5688624" y="31888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5" name="L-Town node n384">
            <a:extLst xmlns:a="http://schemas.openxmlformats.org/drawingml/2006/main">
              <a:ext uri="{FF2B5EF4-FFF2-40B4-BE49-F238E27FC236}">
                <a16:creationId xmlns:a16="http://schemas.microsoft.com/office/drawing/2014/main" id="{3B854161-8ABA-4ADE-AAD7-557140072C49}"/>
              </a:ext>
            </a:extLst>
          </p:cNvPr>
          <p:cNvSpPr>
            <a:spLocks xmlns:a="http://schemas.openxmlformats.org/drawingml/2006/main" noGrp="1"/>
          </p:cNvSpPr>
          <p:nvPr/>
        </p:nvSpPr>
        <p:spPr>
          <a:xfrm xmlns:a="http://schemas.openxmlformats.org/drawingml/2006/main">
            <a:off x="5599807" y="32886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6" name="L-Town node n385">
            <a:extLst xmlns:a="http://schemas.openxmlformats.org/drawingml/2006/main">
              <a:ext uri="{FF2B5EF4-FFF2-40B4-BE49-F238E27FC236}">
                <a16:creationId xmlns:a16="http://schemas.microsoft.com/office/drawing/2014/main" id="{8B939B57-C93F-4279-AA3B-9DF549B7BE13}"/>
              </a:ext>
            </a:extLst>
          </p:cNvPr>
          <p:cNvSpPr>
            <a:spLocks xmlns:a="http://schemas.openxmlformats.org/drawingml/2006/main" noGrp="1"/>
          </p:cNvSpPr>
          <p:nvPr/>
        </p:nvSpPr>
        <p:spPr>
          <a:xfrm xmlns:a="http://schemas.openxmlformats.org/drawingml/2006/main">
            <a:off x="5567893" y="339228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7" name="L-Town node n386">
            <a:extLst xmlns:a="http://schemas.openxmlformats.org/drawingml/2006/main">
              <a:ext uri="{FF2B5EF4-FFF2-40B4-BE49-F238E27FC236}">
                <a16:creationId xmlns:a16="http://schemas.microsoft.com/office/drawing/2014/main" id="{2F4EE844-A65F-46A9-8B73-A34887699C0F}"/>
              </a:ext>
            </a:extLst>
          </p:cNvPr>
          <p:cNvSpPr>
            <a:spLocks xmlns:a="http://schemas.openxmlformats.org/drawingml/2006/main" noGrp="1"/>
          </p:cNvSpPr>
          <p:nvPr/>
        </p:nvSpPr>
        <p:spPr>
          <a:xfrm xmlns:a="http://schemas.openxmlformats.org/drawingml/2006/main">
            <a:off x="5442696" y="369851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8" name="L-Town node n387">
            <a:extLst xmlns:a="http://schemas.openxmlformats.org/drawingml/2006/main">
              <a:ext uri="{FF2B5EF4-FFF2-40B4-BE49-F238E27FC236}">
                <a16:creationId xmlns:a16="http://schemas.microsoft.com/office/drawing/2014/main" id="{34B5E88A-7BAF-4FE6-84A6-44FCF77E1980}"/>
              </a:ext>
            </a:extLst>
          </p:cNvPr>
          <p:cNvSpPr>
            <a:spLocks xmlns:a="http://schemas.openxmlformats.org/drawingml/2006/main" noGrp="1"/>
          </p:cNvSpPr>
          <p:nvPr/>
        </p:nvSpPr>
        <p:spPr>
          <a:xfrm xmlns:a="http://schemas.openxmlformats.org/drawingml/2006/main">
            <a:off x="5648463" y="343611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899" name="L-Town node n388">
            <a:extLst xmlns:a="http://schemas.openxmlformats.org/drawingml/2006/main">
              <a:ext uri="{FF2B5EF4-FFF2-40B4-BE49-F238E27FC236}">
                <a16:creationId xmlns:a16="http://schemas.microsoft.com/office/drawing/2014/main" id="{615500DE-48B9-43BB-9F0F-34D3A6675ED2}"/>
              </a:ext>
            </a:extLst>
          </p:cNvPr>
          <p:cNvSpPr>
            <a:spLocks xmlns:a="http://schemas.openxmlformats.org/drawingml/2006/main" noGrp="1"/>
          </p:cNvSpPr>
          <p:nvPr/>
        </p:nvSpPr>
        <p:spPr>
          <a:xfrm xmlns:a="http://schemas.openxmlformats.org/drawingml/2006/main">
            <a:off x="5622604" y="34868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0" name="L-Town node n389">
            <a:extLst xmlns:a="http://schemas.openxmlformats.org/drawingml/2006/main">
              <a:ext uri="{FF2B5EF4-FFF2-40B4-BE49-F238E27FC236}">
                <a16:creationId xmlns:a16="http://schemas.microsoft.com/office/drawing/2014/main" id="{920E5898-A68E-41EE-AA43-13C3DC9A3CE7}"/>
              </a:ext>
            </a:extLst>
          </p:cNvPr>
          <p:cNvSpPr>
            <a:spLocks xmlns:a="http://schemas.openxmlformats.org/drawingml/2006/main" noGrp="1"/>
          </p:cNvSpPr>
          <p:nvPr/>
        </p:nvSpPr>
        <p:spPr>
          <a:xfrm xmlns:a="http://schemas.openxmlformats.org/drawingml/2006/main">
            <a:off x="5628117" y="336771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1" name="L-Town node n390">
            <a:extLst xmlns:a="http://schemas.openxmlformats.org/drawingml/2006/main">
              <a:ext uri="{FF2B5EF4-FFF2-40B4-BE49-F238E27FC236}">
                <a16:creationId xmlns:a16="http://schemas.microsoft.com/office/drawing/2014/main" id="{98586ED5-A938-4891-83F6-F9E97AB19363}"/>
              </a:ext>
            </a:extLst>
          </p:cNvPr>
          <p:cNvSpPr>
            <a:spLocks xmlns:a="http://schemas.openxmlformats.org/drawingml/2006/main" noGrp="1"/>
          </p:cNvSpPr>
          <p:nvPr/>
        </p:nvSpPr>
        <p:spPr>
          <a:xfrm xmlns:a="http://schemas.openxmlformats.org/drawingml/2006/main">
            <a:off x="5727690" y="33684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2" name="L-Town node n391">
            <a:extLst xmlns:a="http://schemas.openxmlformats.org/drawingml/2006/main">
              <a:ext uri="{FF2B5EF4-FFF2-40B4-BE49-F238E27FC236}">
                <a16:creationId xmlns:a16="http://schemas.microsoft.com/office/drawing/2014/main" id="{36BE1867-9D8D-4854-B5DE-AD7849145F72}"/>
              </a:ext>
            </a:extLst>
          </p:cNvPr>
          <p:cNvSpPr>
            <a:spLocks xmlns:a="http://schemas.openxmlformats.org/drawingml/2006/main" noGrp="1"/>
          </p:cNvSpPr>
          <p:nvPr/>
        </p:nvSpPr>
        <p:spPr>
          <a:xfrm xmlns:a="http://schemas.openxmlformats.org/drawingml/2006/main">
            <a:off x="5792038" y="33976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3" name="L-Town node n392">
            <a:extLst xmlns:a="http://schemas.openxmlformats.org/drawingml/2006/main">
              <a:ext uri="{FF2B5EF4-FFF2-40B4-BE49-F238E27FC236}">
                <a16:creationId xmlns:a16="http://schemas.microsoft.com/office/drawing/2014/main" id="{6616CB9B-724C-429E-9C65-7BD2D5C2E174}"/>
              </a:ext>
            </a:extLst>
          </p:cNvPr>
          <p:cNvSpPr>
            <a:spLocks xmlns:a="http://schemas.openxmlformats.org/drawingml/2006/main" noGrp="1"/>
          </p:cNvSpPr>
          <p:nvPr/>
        </p:nvSpPr>
        <p:spPr>
          <a:xfrm xmlns:a="http://schemas.openxmlformats.org/drawingml/2006/main">
            <a:off x="5847126" y="34140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4" name="L-Town node n393">
            <a:extLst xmlns:a="http://schemas.openxmlformats.org/drawingml/2006/main">
              <a:ext uri="{FF2B5EF4-FFF2-40B4-BE49-F238E27FC236}">
                <a16:creationId xmlns:a16="http://schemas.microsoft.com/office/drawing/2014/main" id="{E304FF3A-D469-4157-B3C3-5EFE13CBD7A4}"/>
              </a:ext>
            </a:extLst>
          </p:cNvPr>
          <p:cNvSpPr>
            <a:spLocks xmlns:a="http://schemas.openxmlformats.org/drawingml/2006/main" noGrp="1"/>
          </p:cNvSpPr>
          <p:nvPr/>
        </p:nvSpPr>
        <p:spPr>
          <a:xfrm xmlns:a="http://schemas.openxmlformats.org/drawingml/2006/main">
            <a:off x="5786619" y="333176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5" name="L-Town node n394">
            <a:extLst xmlns:a="http://schemas.openxmlformats.org/drawingml/2006/main">
              <a:ext uri="{FF2B5EF4-FFF2-40B4-BE49-F238E27FC236}">
                <a16:creationId xmlns:a16="http://schemas.microsoft.com/office/drawing/2014/main" id="{2EC4325F-03FC-4A27-B9D4-9CFD702D9DCC}"/>
              </a:ext>
            </a:extLst>
          </p:cNvPr>
          <p:cNvSpPr>
            <a:spLocks xmlns:a="http://schemas.openxmlformats.org/drawingml/2006/main" noGrp="1"/>
          </p:cNvSpPr>
          <p:nvPr/>
        </p:nvSpPr>
        <p:spPr>
          <a:xfrm xmlns:a="http://schemas.openxmlformats.org/drawingml/2006/main">
            <a:off x="5846207" y="333234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6" name="L-Town node n395">
            <a:extLst xmlns:a="http://schemas.openxmlformats.org/drawingml/2006/main">
              <a:ext uri="{FF2B5EF4-FFF2-40B4-BE49-F238E27FC236}">
                <a16:creationId xmlns:a16="http://schemas.microsoft.com/office/drawing/2014/main" id="{67D968DA-0D46-46FC-8FC4-CB94235DA323}"/>
              </a:ext>
            </a:extLst>
          </p:cNvPr>
          <p:cNvSpPr>
            <a:spLocks xmlns:a="http://schemas.openxmlformats.org/drawingml/2006/main" noGrp="1"/>
          </p:cNvSpPr>
          <p:nvPr/>
        </p:nvSpPr>
        <p:spPr>
          <a:xfrm xmlns:a="http://schemas.openxmlformats.org/drawingml/2006/main">
            <a:off x="5905807" y="333291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7" name="L-Town node n396">
            <a:extLst xmlns:a="http://schemas.openxmlformats.org/drawingml/2006/main">
              <a:ext uri="{FF2B5EF4-FFF2-40B4-BE49-F238E27FC236}">
                <a16:creationId xmlns:a16="http://schemas.microsoft.com/office/drawing/2014/main" id="{E062D1F6-7E10-45E5-96E9-340096F24560}"/>
              </a:ext>
            </a:extLst>
          </p:cNvPr>
          <p:cNvSpPr>
            <a:spLocks xmlns:a="http://schemas.openxmlformats.org/drawingml/2006/main" noGrp="1"/>
          </p:cNvSpPr>
          <p:nvPr/>
        </p:nvSpPr>
        <p:spPr>
          <a:xfrm xmlns:a="http://schemas.openxmlformats.org/drawingml/2006/main">
            <a:off x="5965395" y="333347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8" name="L-Town node n397">
            <a:extLst xmlns:a="http://schemas.openxmlformats.org/drawingml/2006/main">
              <a:ext uri="{FF2B5EF4-FFF2-40B4-BE49-F238E27FC236}">
                <a16:creationId xmlns:a16="http://schemas.microsoft.com/office/drawing/2014/main" id="{50AA63C1-0F78-4019-A7ED-1BB45C2D599E}"/>
              </a:ext>
            </a:extLst>
          </p:cNvPr>
          <p:cNvSpPr>
            <a:spLocks xmlns:a="http://schemas.openxmlformats.org/drawingml/2006/main" noGrp="1"/>
          </p:cNvSpPr>
          <p:nvPr/>
        </p:nvSpPr>
        <p:spPr>
          <a:xfrm xmlns:a="http://schemas.openxmlformats.org/drawingml/2006/main">
            <a:off x="6024983" y="33340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09" name="L-Town node n398">
            <a:extLst xmlns:a="http://schemas.openxmlformats.org/drawingml/2006/main">
              <a:ext uri="{FF2B5EF4-FFF2-40B4-BE49-F238E27FC236}">
                <a16:creationId xmlns:a16="http://schemas.microsoft.com/office/drawing/2014/main" id="{4964F8EF-A633-4480-87FA-BF7D74EAF43E}"/>
              </a:ext>
            </a:extLst>
          </p:cNvPr>
          <p:cNvSpPr>
            <a:spLocks xmlns:a="http://schemas.openxmlformats.org/drawingml/2006/main" noGrp="1"/>
          </p:cNvSpPr>
          <p:nvPr/>
        </p:nvSpPr>
        <p:spPr>
          <a:xfrm xmlns:a="http://schemas.openxmlformats.org/drawingml/2006/main">
            <a:off x="6084583" y="33346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0" name="L-Town node n399">
            <a:extLst xmlns:a="http://schemas.openxmlformats.org/drawingml/2006/main">
              <a:ext uri="{FF2B5EF4-FFF2-40B4-BE49-F238E27FC236}">
                <a16:creationId xmlns:a16="http://schemas.microsoft.com/office/drawing/2014/main" id="{733385A2-1353-460B-90ED-770365AA17CF}"/>
              </a:ext>
            </a:extLst>
          </p:cNvPr>
          <p:cNvSpPr>
            <a:spLocks xmlns:a="http://schemas.openxmlformats.org/drawingml/2006/main" noGrp="1"/>
          </p:cNvSpPr>
          <p:nvPr/>
        </p:nvSpPr>
        <p:spPr>
          <a:xfrm xmlns:a="http://schemas.openxmlformats.org/drawingml/2006/main">
            <a:off x="6144172" y="333517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1" name="L-Town node n400">
            <a:extLst xmlns:a="http://schemas.openxmlformats.org/drawingml/2006/main">
              <a:ext uri="{FF2B5EF4-FFF2-40B4-BE49-F238E27FC236}">
                <a16:creationId xmlns:a16="http://schemas.microsoft.com/office/drawing/2014/main" id="{F7EF1B77-3E47-4EFB-B064-650A618E3313}"/>
              </a:ext>
            </a:extLst>
          </p:cNvPr>
          <p:cNvSpPr>
            <a:spLocks xmlns:a="http://schemas.openxmlformats.org/drawingml/2006/main" noGrp="1"/>
          </p:cNvSpPr>
          <p:nvPr/>
        </p:nvSpPr>
        <p:spPr>
          <a:xfrm xmlns:a="http://schemas.openxmlformats.org/drawingml/2006/main">
            <a:off x="5841659" y="326890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2" name="L-Town node n401">
            <a:extLst xmlns:a="http://schemas.openxmlformats.org/drawingml/2006/main">
              <a:ext uri="{FF2B5EF4-FFF2-40B4-BE49-F238E27FC236}">
                <a16:creationId xmlns:a16="http://schemas.microsoft.com/office/drawing/2014/main" id="{D383ED36-D0D2-4CBD-96CC-A26E616C8481}"/>
              </a:ext>
            </a:extLst>
          </p:cNvPr>
          <p:cNvSpPr>
            <a:spLocks xmlns:a="http://schemas.openxmlformats.org/drawingml/2006/main" noGrp="1"/>
          </p:cNvSpPr>
          <p:nvPr/>
        </p:nvSpPr>
        <p:spPr>
          <a:xfrm xmlns:a="http://schemas.openxmlformats.org/drawingml/2006/main">
            <a:off x="5900859" y="32695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3" name="L-Town node n402">
            <a:extLst xmlns:a="http://schemas.openxmlformats.org/drawingml/2006/main">
              <a:ext uri="{FF2B5EF4-FFF2-40B4-BE49-F238E27FC236}">
                <a16:creationId xmlns:a16="http://schemas.microsoft.com/office/drawing/2014/main" id="{A653578C-20E3-4B7F-8236-0A9E437481A9}"/>
              </a:ext>
            </a:extLst>
          </p:cNvPr>
          <p:cNvSpPr>
            <a:spLocks xmlns:a="http://schemas.openxmlformats.org/drawingml/2006/main" noGrp="1"/>
          </p:cNvSpPr>
          <p:nvPr/>
        </p:nvSpPr>
        <p:spPr>
          <a:xfrm xmlns:a="http://schemas.openxmlformats.org/drawingml/2006/main">
            <a:off x="5797186" y="32180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4" name="L-Town node n403">
            <a:extLst xmlns:a="http://schemas.openxmlformats.org/drawingml/2006/main">
              <a:ext uri="{FF2B5EF4-FFF2-40B4-BE49-F238E27FC236}">
                <a16:creationId xmlns:a16="http://schemas.microsoft.com/office/drawing/2014/main" id="{C91B221F-3BA8-4F24-8BCB-04E9AE88DB69}"/>
              </a:ext>
            </a:extLst>
          </p:cNvPr>
          <p:cNvSpPr>
            <a:spLocks xmlns:a="http://schemas.openxmlformats.org/drawingml/2006/main" noGrp="1"/>
          </p:cNvSpPr>
          <p:nvPr/>
        </p:nvSpPr>
        <p:spPr>
          <a:xfrm xmlns:a="http://schemas.openxmlformats.org/drawingml/2006/main">
            <a:off x="5831716" y="31745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5" name="L-Town node n404">
            <a:extLst xmlns:a="http://schemas.openxmlformats.org/drawingml/2006/main">
              <a:ext uri="{FF2B5EF4-FFF2-40B4-BE49-F238E27FC236}">
                <a16:creationId xmlns:a16="http://schemas.microsoft.com/office/drawing/2014/main" id="{19BE7F86-C212-417A-A67B-1D958F06E3C8}"/>
              </a:ext>
            </a:extLst>
          </p:cNvPr>
          <p:cNvSpPr>
            <a:spLocks xmlns:a="http://schemas.openxmlformats.org/drawingml/2006/main" noGrp="1"/>
          </p:cNvSpPr>
          <p:nvPr/>
        </p:nvSpPr>
        <p:spPr>
          <a:xfrm xmlns:a="http://schemas.openxmlformats.org/drawingml/2006/main">
            <a:off x="5866446" y="311912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6" name="L-Town node n405">
            <a:extLst xmlns:a="http://schemas.openxmlformats.org/drawingml/2006/main">
              <a:ext uri="{FF2B5EF4-FFF2-40B4-BE49-F238E27FC236}">
                <a16:creationId xmlns:a16="http://schemas.microsoft.com/office/drawing/2014/main" id="{4FA40368-0E0E-47B1-AB33-BB4B688832FE}"/>
              </a:ext>
            </a:extLst>
          </p:cNvPr>
          <p:cNvSpPr>
            <a:spLocks xmlns:a="http://schemas.openxmlformats.org/drawingml/2006/main" noGrp="1"/>
          </p:cNvSpPr>
          <p:nvPr/>
        </p:nvSpPr>
        <p:spPr>
          <a:xfrm xmlns:a="http://schemas.openxmlformats.org/drawingml/2006/main">
            <a:off x="5719149" y="35040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7" name="L-Town node n406">
            <a:extLst xmlns:a="http://schemas.openxmlformats.org/drawingml/2006/main">
              <a:ext uri="{FF2B5EF4-FFF2-40B4-BE49-F238E27FC236}">
                <a16:creationId xmlns:a16="http://schemas.microsoft.com/office/drawing/2014/main" id="{A76B5C03-AE3E-4327-87D1-A8F1A19DD2B7}"/>
              </a:ext>
            </a:extLst>
          </p:cNvPr>
          <p:cNvSpPr>
            <a:spLocks xmlns:a="http://schemas.openxmlformats.org/drawingml/2006/main" noGrp="1"/>
          </p:cNvSpPr>
          <p:nvPr/>
        </p:nvSpPr>
        <p:spPr>
          <a:xfrm xmlns:a="http://schemas.openxmlformats.org/drawingml/2006/main">
            <a:off x="5627080" y="370458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8" name="L-Town node n407">
            <a:extLst xmlns:a="http://schemas.openxmlformats.org/drawingml/2006/main">
              <a:ext uri="{FF2B5EF4-FFF2-40B4-BE49-F238E27FC236}">
                <a16:creationId xmlns:a16="http://schemas.microsoft.com/office/drawing/2014/main" id="{BDE7A6CA-7015-4EFD-A5AC-6FB1B1F1A090}"/>
              </a:ext>
            </a:extLst>
          </p:cNvPr>
          <p:cNvSpPr>
            <a:spLocks xmlns:a="http://schemas.openxmlformats.org/drawingml/2006/main" noGrp="1"/>
          </p:cNvSpPr>
          <p:nvPr/>
        </p:nvSpPr>
        <p:spPr>
          <a:xfrm xmlns:a="http://schemas.openxmlformats.org/drawingml/2006/main">
            <a:off x="5666158" y="36437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19" name="L-Town node n408">
            <a:extLst xmlns:a="http://schemas.openxmlformats.org/drawingml/2006/main">
              <a:ext uri="{FF2B5EF4-FFF2-40B4-BE49-F238E27FC236}">
                <a16:creationId xmlns:a16="http://schemas.microsoft.com/office/drawing/2014/main" id="{3BAA2D82-5231-4BDE-BDBA-82738E59C533}"/>
              </a:ext>
            </a:extLst>
          </p:cNvPr>
          <p:cNvSpPr>
            <a:spLocks xmlns:a="http://schemas.openxmlformats.org/drawingml/2006/main" noGrp="1"/>
          </p:cNvSpPr>
          <p:nvPr/>
        </p:nvSpPr>
        <p:spPr>
          <a:xfrm xmlns:a="http://schemas.openxmlformats.org/drawingml/2006/main">
            <a:off x="5847750" y="34460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0" name="L-Town node n409">
            <a:extLst xmlns:a="http://schemas.openxmlformats.org/drawingml/2006/main">
              <a:ext uri="{FF2B5EF4-FFF2-40B4-BE49-F238E27FC236}">
                <a16:creationId xmlns:a16="http://schemas.microsoft.com/office/drawing/2014/main" id="{7DB293DE-78EB-4A87-9002-EAB346839A88}"/>
              </a:ext>
            </a:extLst>
          </p:cNvPr>
          <p:cNvSpPr>
            <a:spLocks xmlns:a="http://schemas.openxmlformats.org/drawingml/2006/main" noGrp="1"/>
          </p:cNvSpPr>
          <p:nvPr/>
        </p:nvSpPr>
        <p:spPr>
          <a:xfrm xmlns:a="http://schemas.openxmlformats.org/drawingml/2006/main">
            <a:off x="5965336" y="320650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1" name="L-Town node n410">
            <a:extLst xmlns:a="http://schemas.openxmlformats.org/drawingml/2006/main">
              <a:ext uri="{FF2B5EF4-FFF2-40B4-BE49-F238E27FC236}">
                <a16:creationId xmlns:a16="http://schemas.microsoft.com/office/drawing/2014/main" id="{FE6C908F-D743-4B03-A342-B21BEE51C5CC}"/>
              </a:ext>
            </a:extLst>
          </p:cNvPr>
          <p:cNvSpPr>
            <a:spLocks xmlns:a="http://schemas.openxmlformats.org/drawingml/2006/main" noGrp="1"/>
          </p:cNvSpPr>
          <p:nvPr/>
        </p:nvSpPr>
        <p:spPr>
          <a:xfrm xmlns:a="http://schemas.openxmlformats.org/drawingml/2006/main">
            <a:off x="6021096" y="31854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2" name="L-Town node n411">
            <a:extLst xmlns:a="http://schemas.openxmlformats.org/drawingml/2006/main">
              <a:ext uri="{FF2B5EF4-FFF2-40B4-BE49-F238E27FC236}">
                <a16:creationId xmlns:a16="http://schemas.microsoft.com/office/drawing/2014/main" id="{808A57D8-A735-4131-BC1B-A30B9DD1FF22}"/>
              </a:ext>
            </a:extLst>
          </p:cNvPr>
          <p:cNvSpPr>
            <a:spLocks xmlns:a="http://schemas.openxmlformats.org/drawingml/2006/main" noGrp="1"/>
          </p:cNvSpPr>
          <p:nvPr/>
        </p:nvSpPr>
        <p:spPr>
          <a:xfrm xmlns:a="http://schemas.openxmlformats.org/drawingml/2006/main">
            <a:off x="6071601" y="32282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3" name="L-Town node n412">
            <a:extLst xmlns:a="http://schemas.openxmlformats.org/drawingml/2006/main">
              <a:ext uri="{FF2B5EF4-FFF2-40B4-BE49-F238E27FC236}">
                <a16:creationId xmlns:a16="http://schemas.microsoft.com/office/drawing/2014/main" id="{84A945F3-8F1C-4E58-840F-21718C49D2F7}"/>
              </a:ext>
            </a:extLst>
          </p:cNvPr>
          <p:cNvSpPr>
            <a:spLocks xmlns:a="http://schemas.openxmlformats.org/drawingml/2006/main" noGrp="1"/>
          </p:cNvSpPr>
          <p:nvPr/>
        </p:nvSpPr>
        <p:spPr>
          <a:xfrm xmlns:a="http://schemas.openxmlformats.org/drawingml/2006/main">
            <a:off x="5782307" y="358417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4" name="L-Town node n413">
            <a:extLst xmlns:a="http://schemas.openxmlformats.org/drawingml/2006/main">
              <a:ext uri="{FF2B5EF4-FFF2-40B4-BE49-F238E27FC236}">
                <a16:creationId xmlns:a16="http://schemas.microsoft.com/office/drawing/2014/main" id="{A9E10DBC-F748-4386-8DCA-3DF5C4BD449C}"/>
              </a:ext>
            </a:extLst>
          </p:cNvPr>
          <p:cNvSpPr>
            <a:spLocks xmlns:a="http://schemas.openxmlformats.org/drawingml/2006/main" noGrp="1"/>
          </p:cNvSpPr>
          <p:nvPr/>
        </p:nvSpPr>
        <p:spPr>
          <a:xfrm xmlns:a="http://schemas.openxmlformats.org/drawingml/2006/main">
            <a:off x="5842213" y="35856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5" name="L-Town node n414">
            <a:extLst xmlns:a="http://schemas.openxmlformats.org/drawingml/2006/main">
              <a:ext uri="{FF2B5EF4-FFF2-40B4-BE49-F238E27FC236}">
                <a16:creationId xmlns:a16="http://schemas.microsoft.com/office/drawing/2014/main" id="{EFFB92BC-552F-4BDE-AB06-F477AF7EFA29}"/>
              </a:ext>
            </a:extLst>
          </p:cNvPr>
          <p:cNvSpPr>
            <a:spLocks xmlns:a="http://schemas.openxmlformats.org/drawingml/2006/main" noGrp="1"/>
          </p:cNvSpPr>
          <p:nvPr/>
        </p:nvSpPr>
        <p:spPr>
          <a:xfrm xmlns:a="http://schemas.openxmlformats.org/drawingml/2006/main">
            <a:off x="5838808" y="351804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6" name="L-Town node n415">
            <a:extLst xmlns:a="http://schemas.openxmlformats.org/drawingml/2006/main">
              <a:ext uri="{FF2B5EF4-FFF2-40B4-BE49-F238E27FC236}">
                <a16:creationId xmlns:a16="http://schemas.microsoft.com/office/drawing/2014/main" id="{2BF8B079-BD85-4D8A-BE00-EA0E7763FB94}"/>
              </a:ext>
            </a:extLst>
          </p:cNvPr>
          <p:cNvSpPr>
            <a:spLocks xmlns:a="http://schemas.openxmlformats.org/drawingml/2006/main" noGrp="1"/>
          </p:cNvSpPr>
          <p:nvPr/>
        </p:nvSpPr>
        <p:spPr>
          <a:xfrm xmlns:a="http://schemas.openxmlformats.org/drawingml/2006/main">
            <a:off x="5681768" y="377278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7" name="L-Town node n416">
            <a:extLst xmlns:a="http://schemas.openxmlformats.org/drawingml/2006/main">
              <a:ext uri="{FF2B5EF4-FFF2-40B4-BE49-F238E27FC236}">
                <a16:creationId xmlns:a16="http://schemas.microsoft.com/office/drawing/2014/main" id="{05A2A610-2C1F-42F8-94EF-6042F5FD4BB2}"/>
              </a:ext>
            </a:extLst>
          </p:cNvPr>
          <p:cNvSpPr>
            <a:spLocks xmlns:a="http://schemas.openxmlformats.org/drawingml/2006/main" noGrp="1"/>
          </p:cNvSpPr>
          <p:nvPr/>
        </p:nvSpPr>
        <p:spPr>
          <a:xfrm xmlns:a="http://schemas.openxmlformats.org/drawingml/2006/main">
            <a:off x="6014074" y="32705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8" name="L-Town node n417">
            <a:extLst xmlns:a="http://schemas.openxmlformats.org/drawingml/2006/main">
              <a:ext uri="{FF2B5EF4-FFF2-40B4-BE49-F238E27FC236}">
                <a16:creationId xmlns:a16="http://schemas.microsoft.com/office/drawing/2014/main" id="{E9AD98F6-75CC-4CF9-9C13-55C90E986229}"/>
              </a:ext>
            </a:extLst>
          </p:cNvPr>
          <p:cNvSpPr>
            <a:spLocks xmlns:a="http://schemas.openxmlformats.org/drawingml/2006/main" noGrp="1"/>
          </p:cNvSpPr>
          <p:nvPr/>
        </p:nvSpPr>
        <p:spPr>
          <a:xfrm xmlns:a="http://schemas.openxmlformats.org/drawingml/2006/main">
            <a:off x="6068078" y="327083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29" name="L-Town node n418">
            <a:extLst xmlns:a="http://schemas.openxmlformats.org/drawingml/2006/main">
              <a:ext uri="{FF2B5EF4-FFF2-40B4-BE49-F238E27FC236}">
                <a16:creationId xmlns:a16="http://schemas.microsoft.com/office/drawing/2014/main" id="{7CAF2247-DBE0-4691-9077-82683C4F70B2}"/>
              </a:ext>
            </a:extLst>
          </p:cNvPr>
          <p:cNvSpPr>
            <a:spLocks xmlns:a="http://schemas.openxmlformats.org/drawingml/2006/main" noGrp="1"/>
          </p:cNvSpPr>
          <p:nvPr/>
        </p:nvSpPr>
        <p:spPr>
          <a:xfrm xmlns:a="http://schemas.openxmlformats.org/drawingml/2006/main">
            <a:off x="5959587" y="34762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0" name="L-Town node n419">
            <a:extLst xmlns:a="http://schemas.openxmlformats.org/drawingml/2006/main">
              <a:ext uri="{FF2B5EF4-FFF2-40B4-BE49-F238E27FC236}">
                <a16:creationId xmlns:a16="http://schemas.microsoft.com/office/drawing/2014/main" id="{2BA71845-386D-4EFE-9F06-41DCFBA34C20}"/>
              </a:ext>
            </a:extLst>
          </p:cNvPr>
          <p:cNvSpPr>
            <a:spLocks xmlns:a="http://schemas.openxmlformats.org/drawingml/2006/main" noGrp="1"/>
          </p:cNvSpPr>
          <p:nvPr/>
        </p:nvSpPr>
        <p:spPr>
          <a:xfrm xmlns:a="http://schemas.openxmlformats.org/drawingml/2006/main">
            <a:off x="6010681" y="349057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1" name="L-Town node n420">
            <a:extLst xmlns:a="http://schemas.openxmlformats.org/drawingml/2006/main">
              <a:ext uri="{FF2B5EF4-FFF2-40B4-BE49-F238E27FC236}">
                <a16:creationId xmlns:a16="http://schemas.microsoft.com/office/drawing/2014/main" id="{21230E5C-6032-4401-B781-EE234381DAAA}"/>
              </a:ext>
            </a:extLst>
          </p:cNvPr>
          <p:cNvSpPr>
            <a:spLocks xmlns:a="http://schemas.openxmlformats.org/drawingml/2006/main" noGrp="1"/>
          </p:cNvSpPr>
          <p:nvPr/>
        </p:nvSpPr>
        <p:spPr>
          <a:xfrm xmlns:a="http://schemas.openxmlformats.org/drawingml/2006/main">
            <a:off x="6010457" y="34088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2" name="L-Town node n421">
            <a:extLst xmlns:a="http://schemas.openxmlformats.org/drawingml/2006/main">
              <a:ext uri="{FF2B5EF4-FFF2-40B4-BE49-F238E27FC236}">
                <a16:creationId xmlns:a16="http://schemas.microsoft.com/office/drawing/2014/main" id="{4F5D64DB-900D-4B44-B81B-E3A9C151ABBB}"/>
              </a:ext>
            </a:extLst>
          </p:cNvPr>
          <p:cNvSpPr>
            <a:spLocks xmlns:a="http://schemas.openxmlformats.org/drawingml/2006/main" noGrp="1"/>
          </p:cNvSpPr>
          <p:nvPr/>
        </p:nvSpPr>
        <p:spPr>
          <a:xfrm xmlns:a="http://schemas.openxmlformats.org/drawingml/2006/main">
            <a:off x="6069798" y="340916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3" name="L-Town node n422">
            <a:extLst xmlns:a="http://schemas.openxmlformats.org/drawingml/2006/main">
              <a:ext uri="{FF2B5EF4-FFF2-40B4-BE49-F238E27FC236}">
                <a16:creationId xmlns:a16="http://schemas.microsoft.com/office/drawing/2014/main" id="{8BFED39F-38F9-4616-82AC-6F518ED7BBCE}"/>
              </a:ext>
            </a:extLst>
          </p:cNvPr>
          <p:cNvSpPr>
            <a:spLocks xmlns:a="http://schemas.openxmlformats.org/drawingml/2006/main" noGrp="1"/>
          </p:cNvSpPr>
          <p:nvPr/>
        </p:nvSpPr>
        <p:spPr>
          <a:xfrm xmlns:a="http://schemas.openxmlformats.org/drawingml/2006/main">
            <a:off x="6129151" y="340944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4" name="L-Town node n423">
            <a:extLst xmlns:a="http://schemas.openxmlformats.org/drawingml/2006/main">
              <a:ext uri="{FF2B5EF4-FFF2-40B4-BE49-F238E27FC236}">
                <a16:creationId xmlns:a16="http://schemas.microsoft.com/office/drawing/2014/main" id="{628A785B-7ADA-4FF3-B5C9-2019AA94CF9E}"/>
              </a:ext>
            </a:extLst>
          </p:cNvPr>
          <p:cNvSpPr>
            <a:spLocks xmlns:a="http://schemas.openxmlformats.org/drawingml/2006/main" noGrp="1"/>
          </p:cNvSpPr>
          <p:nvPr/>
        </p:nvSpPr>
        <p:spPr>
          <a:xfrm xmlns:a="http://schemas.openxmlformats.org/drawingml/2006/main">
            <a:off x="6188480" y="340969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5" name="L-Town node n424">
            <a:extLst xmlns:a="http://schemas.openxmlformats.org/drawingml/2006/main">
              <a:ext uri="{FF2B5EF4-FFF2-40B4-BE49-F238E27FC236}">
                <a16:creationId xmlns:a16="http://schemas.microsoft.com/office/drawing/2014/main" id="{11C41EA2-A293-452C-BCA0-B2D04AAF1CDF}"/>
              </a:ext>
            </a:extLst>
          </p:cNvPr>
          <p:cNvSpPr>
            <a:spLocks xmlns:a="http://schemas.openxmlformats.org/drawingml/2006/main" noGrp="1"/>
          </p:cNvSpPr>
          <p:nvPr/>
        </p:nvSpPr>
        <p:spPr>
          <a:xfrm xmlns:a="http://schemas.openxmlformats.org/drawingml/2006/main">
            <a:off x="6247821" y="34099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6" name="L-Town node n425">
            <a:extLst xmlns:a="http://schemas.openxmlformats.org/drawingml/2006/main">
              <a:ext uri="{FF2B5EF4-FFF2-40B4-BE49-F238E27FC236}">
                <a16:creationId xmlns:a16="http://schemas.microsoft.com/office/drawing/2014/main" id="{1CC13B97-1142-4EAC-83ED-0B3B4F98FCBA}"/>
              </a:ext>
            </a:extLst>
          </p:cNvPr>
          <p:cNvSpPr>
            <a:spLocks xmlns:a="http://schemas.openxmlformats.org/drawingml/2006/main" noGrp="1"/>
          </p:cNvSpPr>
          <p:nvPr/>
        </p:nvSpPr>
        <p:spPr>
          <a:xfrm xmlns:a="http://schemas.openxmlformats.org/drawingml/2006/main">
            <a:off x="5958456" y="35149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7" name="L-Town node n426">
            <a:extLst xmlns:a="http://schemas.openxmlformats.org/drawingml/2006/main">
              <a:ext uri="{FF2B5EF4-FFF2-40B4-BE49-F238E27FC236}">
                <a16:creationId xmlns:a16="http://schemas.microsoft.com/office/drawing/2014/main" id="{CD0DA9C4-CAF1-4C58-8F12-914BF97B2512}"/>
              </a:ext>
            </a:extLst>
          </p:cNvPr>
          <p:cNvSpPr>
            <a:spLocks xmlns:a="http://schemas.openxmlformats.org/drawingml/2006/main" noGrp="1"/>
          </p:cNvSpPr>
          <p:nvPr/>
        </p:nvSpPr>
        <p:spPr>
          <a:xfrm xmlns:a="http://schemas.openxmlformats.org/drawingml/2006/main">
            <a:off x="6010752" y="352230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8" name="L-Town node n427">
            <a:extLst xmlns:a="http://schemas.openxmlformats.org/drawingml/2006/main">
              <a:ext uri="{FF2B5EF4-FFF2-40B4-BE49-F238E27FC236}">
                <a16:creationId xmlns:a16="http://schemas.microsoft.com/office/drawing/2014/main" id="{20413458-7E9D-457E-831B-F3ABE1991766}"/>
              </a:ext>
            </a:extLst>
          </p:cNvPr>
          <p:cNvSpPr>
            <a:spLocks xmlns:a="http://schemas.openxmlformats.org/drawingml/2006/main" noGrp="1"/>
          </p:cNvSpPr>
          <p:nvPr/>
        </p:nvSpPr>
        <p:spPr>
          <a:xfrm xmlns:a="http://schemas.openxmlformats.org/drawingml/2006/main">
            <a:off x="6006310" y="34560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39" name="L-Town node n428">
            <a:extLst xmlns:a="http://schemas.openxmlformats.org/drawingml/2006/main">
              <a:ext uri="{FF2B5EF4-FFF2-40B4-BE49-F238E27FC236}">
                <a16:creationId xmlns:a16="http://schemas.microsoft.com/office/drawing/2014/main" id="{47AF8105-9000-4A0B-B891-7943376DD081}"/>
              </a:ext>
            </a:extLst>
          </p:cNvPr>
          <p:cNvSpPr>
            <a:spLocks xmlns:a="http://schemas.openxmlformats.org/drawingml/2006/main" noGrp="1"/>
          </p:cNvSpPr>
          <p:nvPr/>
        </p:nvSpPr>
        <p:spPr>
          <a:xfrm xmlns:a="http://schemas.openxmlformats.org/drawingml/2006/main">
            <a:off x="6060845" y="347138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0" name="L-Town node n429">
            <a:extLst xmlns:a="http://schemas.openxmlformats.org/drawingml/2006/main">
              <a:ext uri="{FF2B5EF4-FFF2-40B4-BE49-F238E27FC236}">
                <a16:creationId xmlns:a16="http://schemas.microsoft.com/office/drawing/2014/main" id="{6EC066B0-A559-40BC-9A4F-12CD32B9F165}"/>
              </a:ext>
            </a:extLst>
          </p:cNvPr>
          <p:cNvSpPr>
            <a:spLocks xmlns:a="http://schemas.openxmlformats.org/drawingml/2006/main" noGrp="1"/>
          </p:cNvSpPr>
          <p:nvPr/>
        </p:nvSpPr>
        <p:spPr>
          <a:xfrm xmlns:a="http://schemas.openxmlformats.org/drawingml/2006/main">
            <a:off x="6120174" y="34854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1" name="L-Town node n430">
            <a:extLst xmlns:a="http://schemas.openxmlformats.org/drawingml/2006/main">
              <a:ext uri="{FF2B5EF4-FFF2-40B4-BE49-F238E27FC236}">
                <a16:creationId xmlns:a16="http://schemas.microsoft.com/office/drawing/2014/main" id="{2906B176-FB27-4677-8F59-6332739BE65D}"/>
              </a:ext>
            </a:extLst>
          </p:cNvPr>
          <p:cNvSpPr>
            <a:spLocks xmlns:a="http://schemas.openxmlformats.org/drawingml/2006/main" noGrp="1"/>
          </p:cNvSpPr>
          <p:nvPr/>
        </p:nvSpPr>
        <p:spPr>
          <a:xfrm xmlns:a="http://schemas.openxmlformats.org/drawingml/2006/main">
            <a:off x="6175533" y="347826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2" name="L-Town node n431">
            <a:extLst xmlns:a="http://schemas.openxmlformats.org/drawingml/2006/main">
              <a:ext uri="{FF2B5EF4-FFF2-40B4-BE49-F238E27FC236}">
                <a16:creationId xmlns:a16="http://schemas.microsoft.com/office/drawing/2014/main" id="{A25074C8-AFCC-4F66-B94A-06602181B923}"/>
              </a:ext>
            </a:extLst>
          </p:cNvPr>
          <p:cNvSpPr>
            <a:spLocks xmlns:a="http://schemas.openxmlformats.org/drawingml/2006/main" noGrp="1"/>
          </p:cNvSpPr>
          <p:nvPr/>
        </p:nvSpPr>
        <p:spPr>
          <a:xfrm xmlns:a="http://schemas.openxmlformats.org/drawingml/2006/main">
            <a:off x="6231162" y="347533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3" name="L-Town node n432">
            <a:extLst xmlns:a="http://schemas.openxmlformats.org/drawingml/2006/main">
              <a:ext uri="{FF2B5EF4-FFF2-40B4-BE49-F238E27FC236}">
                <a16:creationId xmlns:a16="http://schemas.microsoft.com/office/drawing/2014/main" id="{7F5D3923-24F3-4700-8E36-B9CDF41043E4}"/>
              </a:ext>
            </a:extLst>
          </p:cNvPr>
          <p:cNvSpPr>
            <a:spLocks xmlns:a="http://schemas.openxmlformats.org/drawingml/2006/main" noGrp="1"/>
          </p:cNvSpPr>
          <p:nvPr/>
        </p:nvSpPr>
        <p:spPr>
          <a:xfrm xmlns:a="http://schemas.openxmlformats.org/drawingml/2006/main">
            <a:off x="6288088" y="347718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4" name="L-Town node n433">
            <a:extLst xmlns:a="http://schemas.openxmlformats.org/drawingml/2006/main">
              <a:ext uri="{FF2B5EF4-FFF2-40B4-BE49-F238E27FC236}">
                <a16:creationId xmlns:a16="http://schemas.microsoft.com/office/drawing/2014/main" id="{EFDED11C-D3B0-4AF3-933B-C2152C3EC9DB}"/>
              </a:ext>
            </a:extLst>
          </p:cNvPr>
          <p:cNvSpPr>
            <a:spLocks xmlns:a="http://schemas.openxmlformats.org/drawingml/2006/main" noGrp="1"/>
          </p:cNvSpPr>
          <p:nvPr/>
        </p:nvSpPr>
        <p:spPr>
          <a:xfrm xmlns:a="http://schemas.openxmlformats.org/drawingml/2006/main">
            <a:off x="6344224" y="34784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5" name="L-Town node n434">
            <a:extLst xmlns:a="http://schemas.openxmlformats.org/drawingml/2006/main">
              <a:ext uri="{FF2B5EF4-FFF2-40B4-BE49-F238E27FC236}">
                <a16:creationId xmlns:a16="http://schemas.microsoft.com/office/drawing/2014/main" id="{69779706-7392-472D-BDB7-7F678A242DAF}"/>
              </a:ext>
            </a:extLst>
          </p:cNvPr>
          <p:cNvSpPr>
            <a:spLocks xmlns:a="http://schemas.openxmlformats.org/drawingml/2006/main" noGrp="1"/>
          </p:cNvSpPr>
          <p:nvPr/>
        </p:nvSpPr>
        <p:spPr>
          <a:xfrm xmlns:a="http://schemas.openxmlformats.org/drawingml/2006/main">
            <a:off x="6162927" y="33034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6" name="L-Town node n435">
            <a:extLst xmlns:a="http://schemas.openxmlformats.org/drawingml/2006/main">
              <a:ext uri="{FF2B5EF4-FFF2-40B4-BE49-F238E27FC236}">
                <a16:creationId xmlns:a16="http://schemas.microsoft.com/office/drawing/2014/main" id="{899C836B-A671-4C4E-858F-AD8B588D88E5}"/>
              </a:ext>
            </a:extLst>
          </p:cNvPr>
          <p:cNvSpPr>
            <a:spLocks xmlns:a="http://schemas.openxmlformats.org/drawingml/2006/main" noGrp="1"/>
          </p:cNvSpPr>
          <p:nvPr/>
        </p:nvSpPr>
        <p:spPr>
          <a:xfrm xmlns:a="http://schemas.openxmlformats.org/drawingml/2006/main">
            <a:off x="5844546" y="36755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7" name="L-Town node n436">
            <a:extLst xmlns:a="http://schemas.openxmlformats.org/drawingml/2006/main">
              <a:ext uri="{FF2B5EF4-FFF2-40B4-BE49-F238E27FC236}">
                <a16:creationId xmlns:a16="http://schemas.microsoft.com/office/drawing/2014/main" id="{9236D0D5-10E4-4500-89D7-167C66D76E6C}"/>
              </a:ext>
            </a:extLst>
          </p:cNvPr>
          <p:cNvSpPr>
            <a:spLocks xmlns:a="http://schemas.openxmlformats.org/drawingml/2006/main" noGrp="1"/>
          </p:cNvSpPr>
          <p:nvPr/>
        </p:nvSpPr>
        <p:spPr>
          <a:xfrm xmlns:a="http://schemas.openxmlformats.org/drawingml/2006/main">
            <a:off x="6120162" y="35218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8" name="L-Town node n437">
            <a:extLst xmlns:a="http://schemas.openxmlformats.org/drawingml/2006/main">
              <a:ext uri="{FF2B5EF4-FFF2-40B4-BE49-F238E27FC236}">
                <a16:creationId xmlns:a16="http://schemas.microsoft.com/office/drawing/2014/main" id="{DF4A20D5-F716-4452-B95D-E5C3A850CC0F}"/>
              </a:ext>
            </a:extLst>
          </p:cNvPr>
          <p:cNvSpPr>
            <a:spLocks xmlns:a="http://schemas.openxmlformats.org/drawingml/2006/main" noGrp="1"/>
          </p:cNvSpPr>
          <p:nvPr/>
        </p:nvSpPr>
        <p:spPr>
          <a:xfrm xmlns:a="http://schemas.openxmlformats.org/drawingml/2006/main">
            <a:off x="6117240" y="35623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49" name="L-Town node n438">
            <a:extLst xmlns:a="http://schemas.openxmlformats.org/drawingml/2006/main">
              <a:ext uri="{FF2B5EF4-FFF2-40B4-BE49-F238E27FC236}">
                <a16:creationId xmlns:a16="http://schemas.microsoft.com/office/drawing/2014/main" id="{2AE27885-8DA5-4BF8-93B6-6A9A91A052D1}"/>
              </a:ext>
            </a:extLst>
          </p:cNvPr>
          <p:cNvSpPr>
            <a:spLocks xmlns:a="http://schemas.openxmlformats.org/drawingml/2006/main" noGrp="1"/>
          </p:cNvSpPr>
          <p:nvPr/>
        </p:nvSpPr>
        <p:spPr>
          <a:xfrm xmlns:a="http://schemas.openxmlformats.org/drawingml/2006/main">
            <a:off x="6255478" y="33730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0" name="L-Town node n439">
            <a:extLst xmlns:a="http://schemas.openxmlformats.org/drawingml/2006/main">
              <a:ext uri="{FF2B5EF4-FFF2-40B4-BE49-F238E27FC236}">
                <a16:creationId xmlns:a16="http://schemas.microsoft.com/office/drawing/2014/main" id="{ABEE4AAC-4022-4483-A3A8-1E705E0F1409}"/>
              </a:ext>
            </a:extLst>
          </p:cNvPr>
          <p:cNvSpPr>
            <a:spLocks xmlns:a="http://schemas.openxmlformats.org/drawingml/2006/main" noGrp="1"/>
          </p:cNvSpPr>
          <p:nvPr/>
        </p:nvSpPr>
        <p:spPr>
          <a:xfrm xmlns:a="http://schemas.openxmlformats.org/drawingml/2006/main">
            <a:off x="6118147" y="36326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1" name="L-Town node n440">
            <a:extLst xmlns:a="http://schemas.openxmlformats.org/drawingml/2006/main">
              <a:ext uri="{FF2B5EF4-FFF2-40B4-BE49-F238E27FC236}">
                <a16:creationId xmlns:a16="http://schemas.microsoft.com/office/drawing/2014/main" id="{AA3BEE0F-492B-41C9-BB1C-83935D65D3BA}"/>
              </a:ext>
            </a:extLst>
          </p:cNvPr>
          <p:cNvSpPr>
            <a:spLocks xmlns:a="http://schemas.openxmlformats.org/drawingml/2006/main" noGrp="1"/>
          </p:cNvSpPr>
          <p:nvPr/>
        </p:nvSpPr>
        <p:spPr>
          <a:xfrm xmlns:a="http://schemas.openxmlformats.org/drawingml/2006/main">
            <a:off x="6230078" y="35504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2" name="L-Town node n441">
            <a:extLst xmlns:a="http://schemas.openxmlformats.org/drawingml/2006/main">
              <a:ext uri="{FF2B5EF4-FFF2-40B4-BE49-F238E27FC236}">
                <a16:creationId xmlns:a16="http://schemas.microsoft.com/office/drawing/2014/main" id="{DBD67FEF-D707-43E2-B44E-F1B65D291C88}"/>
              </a:ext>
            </a:extLst>
          </p:cNvPr>
          <p:cNvSpPr>
            <a:spLocks xmlns:a="http://schemas.openxmlformats.org/drawingml/2006/main" noGrp="1"/>
          </p:cNvSpPr>
          <p:nvPr/>
        </p:nvSpPr>
        <p:spPr>
          <a:xfrm xmlns:a="http://schemas.openxmlformats.org/drawingml/2006/main">
            <a:off x="6281597" y="356216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3" name="L-Town node n442">
            <a:extLst xmlns:a="http://schemas.openxmlformats.org/drawingml/2006/main">
              <a:ext uri="{FF2B5EF4-FFF2-40B4-BE49-F238E27FC236}">
                <a16:creationId xmlns:a16="http://schemas.microsoft.com/office/drawing/2014/main" id="{935528E1-8830-4A66-B509-1279AF8B4A88}"/>
              </a:ext>
            </a:extLst>
          </p:cNvPr>
          <p:cNvSpPr>
            <a:spLocks xmlns:a="http://schemas.openxmlformats.org/drawingml/2006/main" noGrp="1"/>
          </p:cNvSpPr>
          <p:nvPr/>
        </p:nvSpPr>
        <p:spPr>
          <a:xfrm xmlns:a="http://schemas.openxmlformats.org/drawingml/2006/main">
            <a:off x="6345226" y="359013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4" name="L-Town node n443">
            <a:extLst xmlns:a="http://schemas.openxmlformats.org/drawingml/2006/main">
              <a:ext uri="{FF2B5EF4-FFF2-40B4-BE49-F238E27FC236}">
                <a16:creationId xmlns:a16="http://schemas.microsoft.com/office/drawing/2014/main" id="{3ABB4BEF-D654-451E-B4FF-511DE915220C}"/>
              </a:ext>
            </a:extLst>
          </p:cNvPr>
          <p:cNvSpPr>
            <a:spLocks xmlns:a="http://schemas.openxmlformats.org/drawingml/2006/main" noGrp="1"/>
          </p:cNvSpPr>
          <p:nvPr/>
        </p:nvSpPr>
        <p:spPr>
          <a:xfrm xmlns:a="http://schemas.openxmlformats.org/drawingml/2006/main">
            <a:off x="6131071" y="37047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5" name="L-Town node n444">
            <a:extLst xmlns:a="http://schemas.openxmlformats.org/drawingml/2006/main">
              <a:ext uri="{FF2B5EF4-FFF2-40B4-BE49-F238E27FC236}">
                <a16:creationId xmlns:a16="http://schemas.microsoft.com/office/drawing/2014/main" id="{25E56BF7-7775-427C-B3EF-2F594D0EB8C9}"/>
              </a:ext>
            </a:extLst>
          </p:cNvPr>
          <p:cNvSpPr>
            <a:spLocks xmlns:a="http://schemas.openxmlformats.org/drawingml/2006/main" noGrp="1"/>
          </p:cNvSpPr>
          <p:nvPr/>
        </p:nvSpPr>
        <p:spPr>
          <a:xfrm xmlns:a="http://schemas.openxmlformats.org/drawingml/2006/main">
            <a:off x="6181812" y="36962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6" name="L-Town node n445">
            <a:extLst xmlns:a="http://schemas.openxmlformats.org/drawingml/2006/main">
              <a:ext uri="{FF2B5EF4-FFF2-40B4-BE49-F238E27FC236}">
                <a16:creationId xmlns:a16="http://schemas.microsoft.com/office/drawing/2014/main" id="{76DA7B05-8EAC-4DB4-92AC-8EF58C8B25B8}"/>
              </a:ext>
            </a:extLst>
          </p:cNvPr>
          <p:cNvSpPr>
            <a:spLocks xmlns:a="http://schemas.openxmlformats.org/drawingml/2006/main" noGrp="1"/>
          </p:cNvSpPr>
          <p:nvPr/>
        </p:nvSpPr>
        <p:spPr>
          <a:xfrm xmlns:a="http://schemas.openxmlformats.org/drawingml/2006/main">
            <a:off x="6128444" y="37610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7" name="L-Town node n446">
            <a:extLst xmlns:a="http://schemas.openxmlformats.org/drawingml/2006/main">
              <a:ext uri="{FF2B5EF4-FFF2-40B4-BE49-F238E27FC236}">
                <a16:creationId xmlns:a16="http://schemas.microsoft.com/office/drawing/2014/main" id="{CF84C828-14CB-4D3D-AE85-B695B8E80826}"/>
              </a:ext>
            </a:extLst>
          </p:cNvPr>
          <p:cNvSpPr>
            <a:spLocks xmlns:a="http://schemas.openxmlformats.org/drawingml/2006/main" noGrp="1"/>
          </p:cNvSpPr>
          <p:nvPr/>
        </p:nvSpPr>
        <p:spPr>
          <a:xfrm xmlns:a="http://schemas.openxmlformats.org/drawingml/2006/main">
            <a:off x="6228983" y="364260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8" name="L-Town node n447">
            <a:extLst xmlns:a="http://schemas.openxmlformats.org/drawingml/2006/main">
              <a:ext uri="{FF2B5EF4-FFF2-40B4-BE49-F238E27FC236}">
                <a16:creationId xmlns:a16="http://schemas.microsoft.com/office/drawing/2014/main" id="{E8307FB4-3F89-4CF0-9347-C8422FAF35DF}"/>
              </a:ext>
            </a:extLst>
          </p:cNvPr>
          <p:cNvSpPr>
            <a:spLocks xmlns:a="http://schemas.openxmlformats.org/drawingml/2006/main" noGrp="1"/>
          </p:cNvSpPr>
          <p:nvPr/>
        </p:nvSpPr>
        <p:spPr>
          <a:xfrm xmlns:a="http://schemas.openxmlformats.org/drawingml/2006/main">
            <a:off x="6282657" y="36547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59" name="L-Town node n448">
            <a:extLst xmlns:a="http://schemas.openxmlformats.org/drawingml/2006/main">
              <a:ext uri="{FF2B5EF4-FFF2-40B4-BE49-F238E27FC236}">
                <a16:creationId xmlns:a16="http://schemas.microsoft.com/office/drawing/2014/main" id="{2223140E-4573-4B70-897C-F61812C6425A}"/>
              </a:ext>
            </a:extLst>
          </p:cNvPr>
          <p:cNvSpPr>
            <a:spLocks xmlns:a="http://schemas.openxmlformats.org/drawingml/2006/main" noGrp="1"/>
          </p:cNvSpPr>
          <p:nvPr/>
        </p:nvSpPr>
        <p:spPr>
          <a:xfrm xmlns:a="http://schemas.openxmlformats.org/drawingml/2006/main">
            <a:off x="6339972" y="36675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0" name="L-Town node n449">
            <a:extLst xmlns:a="http://schemas.openxmlformats.org/drawingml/2006/main">
              <a:ext uri="{FF2B5EF4-FFF2-40B4-BE49-F238E27FC236}">
                <a16:creationId xmlns:a16="http://schemas.microsoft.com/office/drawing/2014/main" id="{6BBA780B-014E-4C11-A394-B291F4A6B8D1}"/>
              </a:ext>
            </a:extLst>
          </p:cNvPr>
          <p:cNvSpPr>
            <a:spLocks xmlns:a="http://schemas.openxmlformats.org/drawingml/2006/main" noGrp="1"/>
          </p:cNvSpPr>
          <p:nvPr/>
        </p:nvSpPr>
        <p:spPr>
          <a:xfrm xmlns:a="http://schemas.openxmlformats.org/drawingml/2006/main">
            <a:off x="6353814" y="34467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1" name="L-Town node n450">
            <a:extLst xmlns:a="http://schemas.openxmlformats.org/drawingml/2006/main">
              <a:ext uri="{FF2B5EF4-FFF2-40B4-BE49-F238E27FC236}">
                <a16:creationId xmlns:a16="http://schemas.microsoft.com/office/drawing/2014/main" id="{D96717B8-91AB-4D43-96BF-F39921B10991}"/>
              </a:ext>
            </a:extLst>
          </p:cNvPr>
          <p:cNvSpPr>
            <a:spLocks xmlns:a="http://schemas.openxmlformats.org/drawingml/2006/main" noGrp="1"/>
          </p:cNvSpPr>
          <p:nvPr/>
        </p:nvSpPr>
        <p:spPr>
          <a:xfrm xmlns:a="http://schemas.openxmlformats.org/drawingml/2006/main">
            <a:off x="6340572" y="35364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2" name="L-Town node n451">
            <a:extLst xmlns:a="http://schemas.openxmlformats.org/drawingml/2006/main">
              <a:ext uri="{FF2B5EF4-FFF2-40B4-BE49-F238E27FC236}">
                <a16:creationId xmlns:a16="http://schemas.microsoft.com/office/drawing/2014/main" id="{30E66E24-B7E2-48DF-9710-081C5B8FC3F1}"/>
              </a:ext>
            </a:extLst>
          </p:cNvPr>
          <p:cNvSpPr>
            <a:spLocks xmlns:a="http://schemas.openxmlformats.org/drawingml/2006/main" noGrp="1"/>
          </p:cNvSpPr>
          <p:nvPr/>
        </p:nvSpPr>
        <p:spPr>
          <a:xfrm xmlns:a="http://schemas.openxmlformats.org/drawingml/2006/main">
            <a:off x="6398535" y="35398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3" name="L-Town node n452">
            <a:extLst xmlns:a="http://schemas.openxmlformats.org/drawingml/2006/main">
              <a:ext uri="{FF2B5EF4-FFF2-40B4-BE49-F238E27FC236}">
                <a16:creationId xmlns:a16="http://schemas.microsoft.com/office/drawing/2014/main" id="{4A880C31-6986-4C03-AE33-8267490FC3F4}"/>
              </a:ext>
            </a:extLst>
          </p:cNvPr>
          <p:cNvSpPr>
            <a:spLocks xmlns:a="http://schemas.openxmlformats.org/drawingml/2006/main" noGrp="1"/>
          </p:cNvSpPr>
          <p:nvPr/>
        </p:nvSpPr>
        <p:spPr>
          <a:xfrm xmlns:a="http://schemas.openxmlformats.org/drawingml/2006/main">
            <a:off x="6234166" y="37279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4" name="L-Town node n453">
            <a:extLst xmlns:a="http://schemas.openxmlformats.org/drawingml/2006/main">
              <a:ext uri="{FF2B5EF4-FFF2-40B4-BE49-F238E27FC236}">
                <a16:creationId xmlns:a16="http://schemas.microsoft.com/office/drawing/2014/main" id="{BD58408D-60B5-4FD9-B826-CD479EF4B7BC}"/>
              </a:ext>
            </a:extLst>
          </p:cNvPr>
          <p:cNvSpPr>
            <a:spLocks xmlns:a="http://schemas.openxmlformats.org/drawingml/2006/main" noGrp="1"/>
          </p:cNvSpPr>
          <p:nvPr/>
        </p:nvSpPr>
        <p:spPr>
          <a:xfrm xmlns:a="http://schemas.openxmlformats.org/drawingml/2006/main">
            <a:off x="6291351" y="37305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5" name="L-Town node n454">
            <a:extLst xmlns:a="http://schemas.openxmlformats.org/drawingml/2006/main">
              <a:ext uri="{FF2B5EF4-FFF2-40B4-BE49-F238E27FC236}">
                <a16:creationId xmlns:a16="http://schemas.microsoft.com/office/drawing/2014/main" id="{9EB103E1-7C16-4EE7-A5B5-4B1843F87223}"/>
              </a:ext>
            </a:extLst>
          </p:cNvPr>
          <p:cNvSpPr>
            <a:spLocks xmlns:a="http://schemas.openxmlformats.org/drawingml/2006/main" noGrp="1"/>
          </p:cNvSpPr>
          <p:nvPr/>
        </p:nvSpPr>
        <p:spPr>
          <a:xfrm xmlns:a="http://schemas.openxmlformats.org/drawingml/2006/main">
            <a:off x="6423216" y="36292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6" name="L-Town node n455">
            <a:extLst xmlns:a="http://schemas.openxmlformats.org/drawingml/2006/main">
              <a:ext uri="{FF2B5EF4-FFF2-40B4-BE49-F238E27FC236}">
                <a16:creationId xmlns:a16="http://schemas.microsoft.com/office/drawing/2014/main" id="{97A81150-3752-460B-8A63-EA7AC555209F}"/>
              </a:ext>
            </a:extLst>
          </p:cNvPr>
          <p:cNvSpPr>
            <a:spLocks xmlns:a="http://schemas.openxmlformats.org/drawingml/2006/main" noGrp="1"/>
          </p:cNvSpPr>
          <p:nvPr/>
        </p:nvSpPr>
        <p:spPr>
          <a:xfrm xmlns:a="http://schemas.openxmlformats.org/drawingml/2006/main">
            <a:off x="6461787" y="36729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7" name="L-Town node n456">
            <a:extLst xmlns:a="http://schemas.openxmlformats.org/drawingml/2006/main">
              <a:ext uri="{FF2B5EF4-FFF2-40B4-BE49-F238E27FC236}">
                <a16:creationId xmlns:a16="http://schemas.microsoft.com/office/drawing/2014/main" id="{9681E23A-1DE6-458C-A8B1-E1A39A61B46F}"/>
              </a:ext>
            </a:extLst>
          </p:cNvPr>
          <p:cNvSpPr>
            <a:spLocks xmlns:a="http://schemas.openxmlformats.org/drawingml/2006/main" noGrp="1"/>
          </p:cNvSpPr>
          <p:nvPr/>
        </p:nvSpPr>
        <p:spPr>
          <a:xfrm xmlns:a="http://schemas.openxmlformats.org/drawingml/2006/main">
            <a:off x="6500346" y="37166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8" name="L-Town node n457">
            <a:extLst xmlns:a="http://schemas.openxmlformats.org/drawingml/2006/main">
              <a:ext uri="{FF2B5EF4-FFF2-40B4-BE49-F238E27FC236}">
                <a16:creationId xmlns:a16="http://schemas.microsoft.com/office/drawing/2014/main" id="{1315F0F5-8C19-4905-A92E-6D6D32178C91}"/>
              </a:ext>
            </a:extLst>
          </p:cNvPr>
          <p:cNvSpPr>
            <a:spLocks xmlns:a="http://schemas.openxmlformats.org/drawingml/2006/main" noGrp="1"/>
          </p:cNvSpPr>
          <p:nvPr/>
        </p:nvSpPr>
        <p:spPr>
          <a:xfrm xmlns:a="http://schemas.openxmlformats.org/drawingml/2006/main">
            <a:off x="6538917" y="37604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69" name="L-Town node n458">
            <a:extLst xmlns:a="http://schemas.openxmlformats.org/drawingml/2006/main">
              <a:ext uri="{FF2B5EF4-FFF2-40B4-BE49-F238E27FC236}">
                <a16:creationId xmlns:a16="http://schemas.microsoft.com/office/drawing/2014/main" id="{E4E10F24-4AD6-40F7-8CC6-CA07D3D084C4}"/>
              </a:ext>
            </a:extLst>
          </p:cNvPr>
          <p:cNvSpPr>
            <a:spLocks xmlns:a="http://schemas.openxmlformats.org/drawingml/2006/main" noGrp="1"/>
          </p:cNvSpPr>
          <p:nvPr/>
        </p:nvSpPr>
        <p:spPr>
          <a:xfrm xmlns:a="http://schemas.openxmlformats.org/drawingml/2006/main">
            <a:off x="6310602" y="37558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0" name="L-Town node n459">
            <a:extLst xmlns:a="http://schemas.openxmlformats.org/drawingml/2006/main">
              <a:ext uri="{FF2B5EF4-FFF2-40B4-BE49-F238E27FC236}">
                <a16:creationId xmlns:a16="http://schemas.microsoft.com/office/drawing/2014/main" id="{E2F19251-E7E6-4089-B3AC-C1DFB969F3AD}"/>
              </a:ext>
            </a:extLst>
          </p:cNvPr>
          <p:cNvSpPr>
            <a:spLocks xmlns:a="http://schemas.openxmlformats.org/drawingml/2006/main" noGrp="1"/>
          </p:cNvSpPr>
          <p:nvPr/>
        </p:nvSpPr>
        <p:spPr>
          <a:xfrm xmlns:a="http://schemas.openxmlformats.org/drawingml/2006/main">
            <a:off x="6263242" y="37864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1" name="L-Town node n460">
            <a:extLst xmlns:a="http://schemas.openxmlformats.org/drawingml/2006/main">
              <a:ext uri="{FF2B5EF4-FFF2-40B4-BE49-F238E27FC236}">
                <a16:creationId xmlns:a16="http://schemas.microsoft.com/office/drawing/2014/main" id="{0796ADFF-3A10-4030-A4BF-77256C543C6B}"/>
              </a:ext>
            </a:extLst>
          </p:cNvPr>
          <p:cNvSpPr>
            <a:spLocks xmlns:a="http://schemas.openxmlformats.org/drawingml/2006/main" noGrp="1"/>
          </p:cNvSpPr>
          <p:nvPr/>
        </p:nvSpPr>
        <p:spPr>
          <a:xfrm xmlns:a="http://schemas.openxmlformats.org/drawingml/2006/main">
            <a:off x="6238455" y="382474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2" name="L-Town node n461">
            <a:extLst xmlns:a="http://schemas.openxmlformats.org/drawingml/2006/main">
              <a:ext uri="{FF2B5EF4-FFF2-40B4-BE49-F238E27FC236}">
                <a16:creationId xmlns:a16="http://schemas.microsoft.com/office/drawing/2014/main" id="{91707D81-9AE0-44E9-B183-882BF81885E7}"/>
              </a:ext>
            </a:extLst>
          </p:cNvPr>
          <p:cNvSpPr>
            <a:spLocks xmlns:a="http://schemas.openxmlformats.org/drawingml/2006/main" noGrp="1"/>
          </p:cNvSpPr>
          <p:nvPr/>
        </p:nvSpPr>
        <p:spPr>
          <a:xfrm xmlns:a="http://schemas.openxmlformats.org/drawingml/2006/main">
            <a:off x="6505318" y="35750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3" name="L-Town node n462">
            <a:extLst xmlns:a="http://schemas.openxmlformats.org/drawingml/2006/main">
              <a:ext uri="{FF2B5EF4-FFF2-40B4-BE49-F238E27FC236}">
                <a16:creationId xmlns:a16="http://schemas.microsoft.com/office/drawing/2014/main" id="{B7D2E71E-3C2A-4EE6-AADE-C07CFD299D25}"/>
              </a:ext>
            </a:extLst>
          </p:cNvPr>
          <p:cNvSpPr>
            <a:spLocks xmlns:a="http://schemas.openxmlformats.org/drawingml/2006/main" noGrp="1"/>
          </p:cNvSpPr>
          <p:nvPr/>
        </p:nvSpPr>
        <p:spPr>
          <a:xfrm xmlns:a="http://schemas.openxmlformats.org/drawingml/2006/main">
            <a:off x="6554138" y="36067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4" name="L-Town node n463">
            <a:extLst xmlns:a="http://schemas.openxmlformats.org/drawingml/2006/main">
              <a:ext uri="{FF2B5EF4-FFF2-40B4-BE49-F238E27FC236}">
                <a16:creationId xmlns:a16="http://schemas.microsoft.com/office/drawing/2014/main" id="{61E4DDAC-2C87-4044-8161-3BC63BEAF9B5}"/>
              </a:ext>
            </a:extLst>
          </p:cNvPr>
          <p:cNvSpPr>
            <a:spLocks xmlns:a="http://schemas.openxmlformats.org/drawingml/2006/main" noGrp="1"/>
          </p:cNvSpPr>
          <p:nvPr/>
        </p:nvSpPr>
        <p:spPr>
          <a:xfrm xmlns:a="http://schemas.openxmlformats.org/drawingml/2006/main">
            <a:off x="6529822" y="383021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5" name="L-Town node n464">
            <a:extLst xmlns:a="http://schemas.openxmlformats.org/drawingml/2006/main">
              <a:ext uri="{FF2B5EF4-FFF2-40B4-BE49-F238E27FC236}">
                <a16:creationId xmlns:a16="http://schemas.microsoft.com/office/drawing/2014/main" id="{266975D2-4F09-43B2-AC6D-FB392256BF42}"/>
              </a:ext>
            </a:extLst>
          </p:cNvPr>
          <p:cNvSpPr>
            <a:spLocks xmlns:a="http://schemas.openxmlformats.org/drawingml/2006/main" noGrp="1"/>
          </p:cNvSpPr>
          <p:nvPr/>
        </p:nvSpPr>
        <p:spPr>
          <a:xfrm xmlns:a="http://schemas.openxmlformats.org/drawingml/2006/main">
            <a:off x="6482168" y="38562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6" name="L-Town node n465">
            <a:extLst xmlns:a="http://schemas.openxmlformats.org/drawingml/2006/main">
              <a:ext uri="{FF2B5EF4-FFF2-40B4-BE49-F238E27FC236}">
                <a16:creationId xmlns:a16="http://schemas.microsoft.com/office/drawing/2014/main" id="{0335BD41-D4EF-4EBF-ADD7-DC3AEB3B3DBF}"/>
              </a:ext>
            </a:extLst>
          </p:cNvPr>
          <p:cNvSpPr>
            <a:spLocks xmlns:a="http://schemas.openxmlformats.org/drawingml/2006/main" noGrp="1"/>
          </p:cNvSpPr>
          <p:nvPr/>
        </p:nvSpPr>
        <p:spPr>
          <a:xfrm xmlns:a="http://schemas.openxmlformats.org/drawingml/2006/main">
            <a:off x="6434514" y="388236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7" name="L-Town node n466">
            <a:extLst xmlns:a="http://schemas.openxmlformats.org/drawingml/2006/main">
              <a:ext uri="{FF2B5EF4-FFF2-40B4-BE49-F238E27FC236}">
                <a16:creationId xmlns:a16="http://schemas.microsoft.com/office/drawing/2014/main" id="{DCCB6F49-9CEB-4221-AFE8-AE3D3E3D4139}"/>
              </a:ext>
            </a:extLst>
          </p:cNvPr>
          <p:cNvSpPr>
            <a:spLocks xmlns:a="http://schemas.openxmlformats.org/drawingml/2006/main" noGrp="1"/>
          </p:cNvSpPr>
          <p:nvPr/>
        </p:nvSpPr>
        <p:spPr>
          <a:xfrm xmlns:a="http://schemas.openxmlformats.org/drawingml/2006/main">
            <a:off x="6626544" y="378642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8" name="L-Town node n467">
            <a:extLst xmlns:a="http://schemas.openxmlformats.org/drawingml/2006/main">
              <a:ext uri="{FF2B5EF4-FFF2-40B4-BE49-F238E27FC236}">
                <a16:creationId xmlns:a16="http://schemas.microsoft.com/office/drawing/2014/main" id="{90CD7D58-4A2F-45B6-BC7A-61D4EFED37A3}"/>
              </a:ext>
            </a:extLst>
          </p:cNvPr>
          <p:cNvSpPr>
            <a:spLocks xmlns:a="http://schemas.openxmlformats.org/drawingml/2006/main" noGrp="1"/>
          </p:cNvSpPr>
          <p:nvPr/>
        </p:nvSpPr>
        <p:spPr>
          <a:xfrm xmlns:a="http://schemas.openxmlformats.org/drawingml/2006/main">
            <a:off x="6675624" y="37687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79" name="L-Town node n468">
            <a:extLst xmlns:a="http://schemas.openxmlformats.org/drawingml/2006/main">
              <a:ext uri="{FF2B5EF4-FFF2-40B4-BE49-F238E27FC236}">
                <a16:creationId xmlns:a16="http://schemas.microsoft.com/office/drawing/2014/main" id="{89F5B7F8-779C-4463-B1C4-D0B1028E982A}"/>
              </a:ext>
            </a:extLst>
          </p:cNvPr>
          <p:cNvSpPr>
            <a:spLocks xmlns:a="http://schemas.openxmlformats.org/drawingml/2006/main" noGrp="1"/>
          </p:cNvSpPr>
          <p:nvPr/>
        </p:nvSpPr>
        <p:spPr>
          <a:xfrm xmlns:a="http://schemas.openxmlformats.org/drawingml/2006/main">
            <a:off x="5385747" y="392726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0" name="L-Town node n469">
            <a:extLst xmlns:a="http://schemas.openxmlformats.org/drawingml/2006/main">
              <a:ext uri="{FF2B5EF4-FFF2-40B4-BE49-F238E27FC236}">
                <a16:creationId xmlns:a16="http://schemas.microsoft.com/office/drawing/2014/main" id="{AFB71AD3-63C2-41A2-986D-B1721F4104FF}"/>
              </a:ext>
            </a:extLst>
          </p:cNvPr>
          <p:cNvSpPr>
            <a:spLocks xmlns:a="http://schemas.openxmlformats.org/drawingml/2006/main" noGrp="1"/>
          </p:cNvSpPr>
          <p:nvPr/>
        </p:nvSpPr>
        <p:spPr>
          <a:xfrm xmlns:a="http://schemas.openxmlformats.org/drawingml/2006/main">
            <a:off x="5317299" y="38390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1" name="L-Town node n470">
            <a:extLst xmlns:a="http://schemas.openxmlformats.org/drawingml/2006/main">
              <a:ext uri="{FF2B5EF4-FFF2-40B4-BE49-F238E27FC236}">
                <a16:creationId xmlns:a16="http://schemas.microsoft.com/office/drawing/2014/main" id="{1BBA2F36-425C-4F87-AEEE-657BE8268030}"/>
              </a:ext>
            </a:extLst>
          </p:cNvPr>
          <p:cNvSpPr>
            <a:spLocks xmlns:a="http://schemas.openxmlformats.org/drawingml/2006/main" noGrp="1"/>
          </p:cNvSpPr>
          <p:nvPr/>
        </p:nvSpPr>
        <p:spPr>
          <a:xfrm xmlns:a="http://schemas.openxmlformats.org/drawingml/2006/main">
            <a:off x="5319066" y="389669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2" name="L-Town node n471">
            <a:extLst xmlns:a="http://schemas.openxmlformats.org/drawingml/2006/main">
              <a:ext uri="{FF2B5EF4-FFF2-40B4-BE49-F238E27FC236}">
                <a16:creationId xmlns:a16="http://schemas.microsoft.com/office/drawing/2014/main" id="{B42C34E4-6FDA-4682-B288-3FFFD6FBD146}"/>
              </a:ext>
            </a:extLst>
          </p:cNvPr>
          <p:cNvSpPr>
            <a:spLocks xmlns:a="http://schemas.openxmlformats.org/drawingml/2006/main" noGrp="1"/>
          </p:cNvSpPr>
          <p:nvPr/>
        </p:nvSpPr>
        <p:spPr>
          <a:xfrm xmlns:a="http://schemas.openxmlformats.org/drawingml/2006/main">
            <a:off x="5312210" y="394126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3" name="L-Town node n472">
            <a:extLst xmlns:a="http://schemas.openxmlformats.org/drawingml/2006/main">
              <a:ext uri="{FF2B5EF4-FFF2-40B4-BE49-F238E27FC236}">
                <a16:creationId xmlns:a16="http://schemas.microsoft.com/office/drawing/2014/main" id="{E2D87EF1-D5DA-41B5-AA1B-D5E53619B8A0}"/>
              </a:ext>
            </a:extLst>
          </p:cNvPr>
          <p:cNvSpPr>
            <a:spLocks xmlns:a="http://schemas.openxmlformats.org/drawingml/2006/main" noGrp="1"/>
          </p:cNvSpPr>
          <p:nvPr/>
        </p:nvSpPr>
        <p:spPr>
          <a:xfrm xmlns:a="http://schemas.openxmlformats.org/drawingml/2006/main">
            <a:off x="5314472" y="40420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4" name="L-Town node n473">
            <a:extLst xmlns:a="http://schemas.openxmlformats.org/drawingml/2006/main">
              <a:ext uri="{FF2B5EF4-FFF2-40B4-BE49-F238E27FC236}">
                <a16:creationId xmlns:a16="http://schemas.microsoft.com/office/drawing/2014/main" id="{BC6605AB-ECCE-4D7B-913A-AAE6058C8BAA}"/>
              </a:ext>
            </a:extLst>
          </p:cNvPr>
          <p:cNvSpPr>
            <a:spLocks xmlns:a="http://schemas.openxmlformats.org/drawingml/2006/main" noGrp="1"/>
          </p:cNvSpPr>
          <p:nvPr/>
        </p:nvSpPr>
        <p:spPr>
          <a:xfrm xmlns:a="http://schemas.openxmlformats.org/drawingml/2006/main">
            <a:off x="5352371" y="409362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5" name="L-Town node n474">
            <a:extLst xmlns:a="http://schemas.openxmlformats.org/drawingml/2006/main">
              <a:ext uri="{FF2B5EF4-FFF2-40B4-BE49-F238E27FC236}">
                <a16:creationId xmlns:a16="http://schemas.microsoft.com/office/drawing/2014/main" id="{BC0020F1-535C-4F60-A459-7FBB21818039}"/>
              </a:ext>
            </a:extLst>
          </p:cNvPr>
          <p:cNvSpPr>
            <a:spLocks xmlns:a="http://schemas.openxmlformats.org/drawingml/2006/main" noGrp="1"/>
          </p:cNvSpPr>
          <p:nvPr/>
        </p:nvSpPr>
        <p:spPr>
          <a:xfrm xmlns:a="http://schemas.openxmlformats.org/drawingml/2006/main">
            <a:off x="5444016" y="392820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6" name="L-Town node n475">
            <a:extLst xmlns:a="http://schemas.openxmlformats.org/drawingml/2006/main">
              <a:ext uri="{FF2B5EF4-FFF2-40B4-BE49-F238E27FC236}">
                <a16:creationId xmlns:a16="http://schemas.microsoft.com/office/drawing/2014/main" id="{29CC1FBF-D097-473F-BE02-3AA74BDE621F}"/>
              </a:ext>
            </a:extLst>
          </p:cNvPr>
          <p:cNvSpPr>
            <a:spLocks xmlns:a="http://schemas.openxmlformats.org/drawingml/2006/main" noGrp="1"/>
          </p:cNvSpPr>
          <p:nvPr/>
        </p:nvSpPr>
        <p:spPr>
          <a:xfrm xmlns:a="http://schemas.openxmlformats.org/drawingml/2006/main">
            <a:off x="5522124" y="386962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7" name="L-Town node n476">
            <a:extLst xmlns:a="http://schemas.openxmlformats.org/drawingml/2006/main">
              <a:ext uri="{FF2B5EF4-FFF2-40B4-BE49-F238E27FC236}">
                <a16:creationId xmlns:a16="http://schemas.microsoft.com/office/drawing/2014/main" id="{5D7FB64B-722A-4354-B16F-8475AF5B08F3}"/>
              </a:ext>
            </a:extLst>
          </p:cNvPr>
          <p:cNvSpPr>
            <a:spLocks xmlns:a="http://schemas.openxmlformats.org/drawingml/2006/main" noGrp="1"/>
          </p:cNvSpPr>
          <p:nvPr/>
        </p:nvSpPr>
        <p:spPr>
          <a:xfrm xmlns:a="http://schemas.openxmlformats.org/drawingml/2006/main">
            <a:off x="5533045" y="39231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8" name="L-Town node n477">
            <a:extLst xmlns:a="http://schemas.openxmlformats.org/drawingml/2006/main">
              <a:ext uri="{FF2B5EF4-FFF2-40B4-BE49-F238E27FC236}">
                <a16:creationId xmlns:a16="http://schemas.microsoft.com/office/drawing/2014/main" id="{F8C99271-3E1D-477B-BB2E-4E8E860B6C09}"/>
              </a:ext>
            </a:extLst>
          </p:cNvPr>
          <p:cNvSpPr>
            <a:spLocks xmlns:a="http://schemas.openxmlformats.org/drawingml/2006/main" noGrp="1"/>
          </p:cNvSpPr>
          <p:nvPr/>
        </p:nvSpPr>
        <p:spPr>
          <a:xfrm xmlns:a="http://schemas.openxmlformats.org/drawingml/2006/main">
            <a:off x="5391590" y="404874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89" name="L-Town node n478">
            <a:extLst xmlns:a="http://schemas.openxmlformats.org/drawingml/2006/main">
              <a:ext uri="{FF2B5EF4-FFF2-40B4-BE49-F238E27FC236}">
                <a16:creationId xmlns:a16="http://schemas.microsoft.com/office/drawing/2014/main" id="{2E7C019A-5723-44E0-AD46-24EDCC45C4C7}"/>
              </a:ext>
            </a:extLst>
          </p:cNvPr>
          <p:cNvSpPr>
            <a:spLocks xmlns:a="http://schemas.openxmlformats.org/drawingml/2006/main" noGrp="1"/>
          </p:cNvSpPr>
          <p:nvPr/>
        </p:nvSpPr>
        <p:spPr>
          <a:xfrm xmlns:a="http://schemas.openxmlformats.org/drawingml/2006/main">
            <a:off x="5291405" y="421477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0" name="L-Town node n479">
            <a:extLst xmlns:a="http://schemas.openxmlformats.org/drawingml/2006/main">
              <a:ext uri="{FF2B5EF4-FFF2-40B4-BE49-F238E27FC236}">
                <a16:creationId xmlns:a16="http://schemas.microsoft.com/office/drawing/2014/main" id="{E58A0A68-448E-4C69-8487-010E7593260F}"/>
              </a:ext>
            </a:extLst>
          </p:cNvPr>
          <p:cNvSpPr>
            <a:spLocks xmlns:a="http://schemas.openxmlformats.org/drawingml/2006/main" noGrp="1"/>
          </p:cNvSpPr>
          <p:nvPr/>
        </p:nvSpPr>
        <p:spPr>
          <a:xfrm xmlns:a="http://schemas.openxmlformats.org/drawingml/2006/main">
            <a:off x="5282534" y="426746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1" name="L-Town node n480">
            <a:extLst xmlns:a="http://schemas.openxmlformats.org/drawingml/2006/main">
              <a:ext uri="{FF2B5EF4-FFF2-40B4-BE49-F238E27FC236}">
                <a16:creationId xmlns:a16="http://schemas.microsoft.com/office/drawing/2014/main" id="{D32897E1-CE80-4CFE-929F-D41D35748CBD}"/>
              </a:ext>
            </a:extLst>
          </p:cNvPr>
          <p:cNvSpPr>
            <a:spLocks xmlns:a="http://schemas.openxmlformats.org/drawingml/2006/main" noGrp="1"/>
          </p:cNvSpPr>
          <p:nvPr/>
        </p:nvSpPr>
        <p:spPr>
          <a:xfrm xmlns:a="http://schemas.openxmlformats.org/drawingml/2006/main">
            <a:off x="5273651" y="43201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2" name="L-Town node n481">
            <a:extLst xmlns:a="http://schemas.openxmlformats.org/drawingml/2006/main">
              <a:ext uri="{FF2B5EF4-FFF2-40B4-BE49-F238E27FC236}">
                <a16:creationId xmlns:a16="http://schemas.microsoft.com/office/drawing/2014/main" id="{D0B60B0F-51AA-4035-B43E-3F15C7DA23B0}"/>
              </a:ext>
            </a:extLst>
          </p:cNvPr>
          <p:cNvSpPr>
            <a:spLocks xmlns:a="http://schemas.openxmlformats.org/drawingml/2006/main" noGrp="1"/>
          </p:cNvSpPr>
          <p:nvPr/>
        </p:nvSpPr>
        <p:spPr>
          <a:xfrm xmlns:a="http://schemas.openxmlformats.org/drawingml/2006/main">
            <a:off x="5264780" y="437284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3" name="L-Town node n482">
            <a:extLst xmlns:a="http://schemas.openxmlformats.org/drawingml/2006/main">
              <a:ext uri="{FF2B5EF4-FFF2-40B4-BE49-F238E27FC236}">
                <a16:creationId xmlns:a16="http://schemas.microsoft.com/office/drawing/2014/main" id="{947D1EDE-07A2-4789-9C36-0633D13ECF91}"/>
              </a:ext>
            </a:extLst>
          </p:cNvPr>
          <p:cNvSpPr>
            <a:spLocks xmlns:a="http://schemas.openxmlformats.org/drawingml/2006/main" noGrp="1"/>
          </p:cNvSpPr>
          <p:nvPr/>
        </p:nvSpPr>
        <p:spPr>
          <a:xfrm xmlns:a="http://schemas.openxmlformats.org/drawingml/2006/main">
            <a:off x="5494662" y="399998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4" name="L-Town node n483">
            <a:extLst xmlns:a="http://schemas.openxmlformats.org/drawingml/2006/main">
              <a:ext uri="{FF2B5EF4-FFF2-40B4-BE49-F238E27FC236}">
                <a16:creationId xmlns:a16="http://schemas.microsoft.com/office/drawing/2014/main" id="{7BFF2C09-A0BA-443D-86B9-9081E0B36512}"/>
              </a:ext>
            </a:extLst>
          </p:cNvPr>
          <p:cNvSpPr>
            <a:spLocks xmlns:a="http://schemas.openxmlformats.org/drawingml/2006/main" noGrp="1"/>
          </p:cNvSpPr>
          <p:nvPr/>
        </p:nvSpPr>
        <p:spPr>
          <a:xfrm xmlns:a="http://schemas.openxmlformats.org/drawingml/2006/main">
            <a:off x="5444734" y="404908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5" name="L-Town node n484">
            <a:extLst xmlns:a="http://schemas.openxmlformats.org/drawingml/2006/main">
              <a:ext uri="{FF2B5EF4-FFF2-40B4-BE49-F238E27FC236}">
                <a16:creationId xmlns:a16="http://schemas.microsoft.com/office/drawing/2014/main" id="{8BE47C55-D84E-4022-B47F-164CD3DA3594}"/>
              </a:ext>
            </a:extLst>
          </p:cNvPr>
          <p:cNvSpPr>
            <a:spLocks xmlns:a="http://schemas.openxmlformats.org/drawingml/2006/main" noGrp="1"/>
          </p:cNvSpPr>
          <p:nvPr/>
        </p:nvSpPr>
        <p:spPr>
          <a:xfrm xmlns:a="http://schemas.openxmlformats.org/drawingml/2006/main">
            <a:off x="5362138" y="42775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6" name="L-Town node n485">
            <a:extLst xmlns:a="http://schemas.openxmlformats.org/drawingml/2006/main">
              <a:ext uri="{FF2B5EF4-FFF2-40B4-BE49-F238E27FC236}">
                <a16:creationId xmlns:a16="http://schemas.microsoft.com/office/drawing/2014/main" id="{E2300ED0-D299-44A5-B172-B5948E8A1461}"/>
              </a:ext>
            </a:extLst>
          </p:cNvPr>
          <p:cNvSpPr>
            <a:spLocks xmlns:a="http://schemas.openxmlformats.org/drawingml/2006/main" noGrp="1"/>
          </p:cNvSpPr>
          <p:nvPr/>
        </p:nvSpPr>
        <p:spPr>
          <a:xfrm xmlns:a="http://schemas.openxmlformats.org/drawingml/2006/main">
            <a:off x="5356082" y="43347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7" name="L-Town node n486">
            <a:extLst xmlns:a="http://schemas.openxmlformats.org/drawingml/2006/main">
              <a:ext uri="{FF2B5EF4-FFF2-40B4-BE49-F238E27FC236}">
                <a16:creationId xmlns:a16="http://schemas.microsoft.com/office/drawing/2014/main" id="{EA3B451A-68DF-402D-A378-600AA4C54CED}"/>
              </a:ext>
            </a:extLst>
          </p:cNvPr>
          <p:cNvSpPr>
            <a:spLocks xmlns:a="http://schemas.openxmlformats.org/drawingml/2006/main" noGrp="1"/>
          </p:cNvSpPr>
          <p:nvPr/>
        </p:nvSpPr>
        <p:spPr>
          <a:xfrm xmlns:a="http://schemas.openxmlformats.org/drawingml/2006/main">
            <a:off x="5258453" y="45264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8" name="L-Town node n487">
            <a:extLst xmlns:a="http://schemas.openxmlformats.org/drawingml/2006/main">
              <a:ext uri="{FF2B5EF4-FFF2-40B4-BE49-F238E27FC236}">
                <a16:creationId xmlns:a16="http://schemas.microsoft.com/office/drawing/2014/main" id="{E8C4A086-673D-4926-9038-233D917B057D}"/>
              </a:ext>
            </a:extLst>
          </p:cNvPr>
          <p:cNvSpPr>
            <a:spLocks xmlns:a="http://schemas.openxmlformats.org/drawingml/2006/main" noGrp="1"/>
          </p:cNvSpPr>
          <p:nvPr/>
        </p:nvSpPr>
        <p:spPr>
          <a:xfrm xmlns:a="http://schemas.openxmlformats.org/drawingml/2006/main">
            <a:off x="5296035" y="44626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1999" name="L-Town node n488">
            <a:extLst xmlns:a="http://schemas.openxmlformats.org/drawingml/2006/main">
              <a:ext uri="{FF2B5EF4-FFF2-40B4-BE49-F238E27FC236}">
                <a16:creationId xmlns:a16="http://schemas.microsoft.com/office/drawing/2014/main" id="{8CC5335D-36C9-4DE0-911A-5B8733EE21DF}"/>
              </a:ext>
            </a:extLst>
          </p:cNvPr>
          <p:cNvSpPr>
            <a:spLocks xmlns:a="http://schemas.openxmlformats.org/drawingml/2006/main" noGrp="1"/>
          </p:cNvSpPr>
          <p:nvPr/>
        </p:nvSpPr>
        <p:spPr>
          <a:xfrm xmlns:a="http://schemas.openxmlformats.org/drawingml/2006/main">
            <a:off x="5427711" y="422887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0" name="L-Town node n489">
            <a:extLst xmlns:a="http://schemas.openxmlformats.org/drawingml/2006/main">
              <a:ext uri="{FF2B5EF4-FFF2-40B4-BE49-F238E27FC236}">
                <a16:creationId xmlns:a16="http://schemas.microsoft.com/office/drawing/2014/main" id="{E469B449-D8AE-4365-9EDC-6E6EE9E1B149}"/>
              </a:ext>
            </a:extLst>
          </p:cNvPr>
          <p:cNvSpPr>
            <a:spLocks xmlns:a="http://schemas.openxmlformats.org/drawingml/2006/main" noGrp="1"/>
          </p:cNvSpPr>
          <p:nvPr/>
        </p:nvSpPr>
        <p:spPr>
          <a:xfrm xmlns:a="http://schemas.openxmlformats.org/drawingml/2006/main">
            <a:off x="5430444" y="42900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1" name="L-Town node n490">
            <a:extLst xmlns:a="http://schemas.openxmlformats.org/drawingml/2006/main">
              <a:ext uri="{FF2B5EF4-FFF2-40B4-BE49-F238E27FC236}">
                <a16:creationId xmlns:a16="http://schemas.microsoft.com/office/drawing/2014/main" id="{1D4E3F8D-1720-417A-B017-85C25AB3F243}"/>
              </a:ext>
            </a:extLst>
          </p:cNvPr>
          <p:cNvSpPr>
            <a:spLocks xmlns:a="http://schemas.openxmlformats.org/drawingml/2006/main" noGrp="1"/>
          </p:cNvSpPr>
          <p:nvPr/>
        </p:nvSpPr>
        <p:spPr>
          <a:xfrm xmlns:a="http://schemas.openxmlformats.org/drawingml/2006/main">
            <a:off x="5433177" y="435120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2" name="L-Town node n491">
            <a:extLst xmlns:a="http://schemas.openxmlformats.org/drawingml/2006/main">
              <a:ext uri="{FF2B5EF4-FFF2-40B4-BE49-F238E27FC236}">
                <a16:creationId xmlns:a16="http://schemas.microsoft.com/office/drawing/2014/main" id="{101D175B-42AC-4F8A-894A-EA2942EAEDA3}"/>
              </a:ext>
            </a:extLst>
          </p:cNvPr>
          <p:cNvSpPr>
            <a:spLocks xmlns:a="http://schemas.openxmlformats.org/drawingml/2006/main" noGrp="1"/>
          </p:cNvSpPr>
          <p:nvPr/>
        </p:nvSpPr>
        <p:spPr>
          <a:xfrm xmlns:a="http://schemas.openxmlformats.org/drawingml/2006/main">
            <a:off x="5550304" y="405135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3" name="L-Town node n492">
            <a:extLst xmlns:a="http://schemas.openxmlformats.org/drawingml/2006/main">
              <a:ext uri="{FF2B5EF4-FFF2-40B4-BE49-F238E27FC236}">
                <a16:creationId xmlns:a16="http://schemas.microsoft.com/office/drawing/2014/main" id="{845C58CB-6130-4B6C-8516-CFF8C925DE4C}"/>
              </a:ext>
            </a:extLst>
          </p:cNvPr>
          <p:cNvSpPr>
            <a:spLocks xmlns:a="http://schemas.openxmlformats.org/drawingml/2006/main" noGrp="1"/>
          </p:cNvSpPr>
          <p:nvPr/>
        </p:nvSpPr>
        <p:spPr>
          <a:xfrm xmlns:a="http://schemas.openxmlformats.org/drawingml/2006/main">
            <a:off x="5504205" y="415866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4" name="L-Town node n493">
            <a:extLst xmlns:a="http://schemas.openxmlformats.org/drawingml/2006/main">
              <a:ext uri="{FF2B5EF4-FFF2-40B4-BE49-F238E27FC236}">
                <a16:creationId xmlns:a16="http://schemas.microsoft.com/office/drawing/2014/main" id="{54D065A5-2130-4C1D-825A-72A61406ABC0}"/>
              </a:ext>
            </a:extLst>
          </p:cNvPr>
          <p:cNvSpPr>
            <a:spLocks xmlns:a="http://schemas.openxmlformats.org/drawingml/2006/main" noGrp="1"/>
          </p:cNvSpPr>
          <p:nvPr/>
        </p:nvSpPr>
        <p:spPr>
          <a:xfrm xmlns:a="http://schemas.openxmlformats.org/drawingml/2006/main">
            <a:off x="5500635" y="42167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5" name="L-Town node n494">
            <a:extLst xmlns:a="http://schemas.openxmlformats.org/drawingml/2006/main">
              <a:ext uri="{FF2B5EF4-FFF2-40B4-BE49-F238E27FC236}">
                <a16:creationId xmlns:a16="http://schemas.microsoft.com/office/drawing/2014/main" id="{7EE1D377-AB1E-4AC0-9927-3ED6F44CCF02}"/>
              </a:ext>
            </a:extLst>
          </p:cNvPr>
          <p:cNvSpPr>
            <a:spLocks xmlns:a="http://schemas.openxmlformats.org/drawingml/2006/main" noGrp="1"/>
          </p:cNvSpPr>
          <p:nvPr/>
        </p:nvSpPr>
        <p:spPr>
          <a:xfrm xmlns:a="http://schemas.openxmlformats.org/drawingml/2006/main">
            <a:off x="5607960" y="402755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6" name="L-Town node n495">
            <a:extLst xmlns:a="http://schemas.openxmlformats.org/drawingml/2006/main">
              <a:ext uri="{FF2B5EF4-FFF2-40B4-BE49-F238E27FC236}">
                <a16:creationId xmlns:a16="http://schemas.microsoft.com/office/drawing/2014/main" id="{5C231DF4-E58E-49B8-8B1C-E73E781139FC}"/>
              </a:ext>
            </a:extLst>
          </p:cNvPr>
          <p:cNvSpPr>
            <a:spLocks xmlns:a="http://schemas.openxmlformats.org/drawingml/2006/main" noGrp="1"/>
          </p:cNvSpPr>
          <p:nvPr/>
        </p:nvSpPr>
        <p:spPr>
          <a:xfrm xmlns:a="http://schemas.openxmlformats.org/drawingml/2006/main">
            <a:off x="5632488" y="40165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7" name="L-Town node n496">
            <a:extLst xmlns:a="http://schemas.openxmlformats.org/drawingml/2006/main">
              <a:ext uri="{FF2B5EF4-FFF2-40B4-BE49-F238E27FC236}">
                <a16:creationId xmlns:a16="http://schemas.microsoft.com/office/drawing/2014/main" id="{EFE8F0DD-B5CD-4ED8-AB25-DE4972AF4CC6}"/>
              </a:ext>
            </a:extLst>
          </p:cNvPr>
          <p:cNvSpPr>
            <a:spLocks xmlns:a="http://schemas.openxmlformats.org/drawingml/2006/main" noGrp="1"/>
          </p:cNvSpPr>
          <p:nvPr/>
        </p:nvSpPr>
        <p:spPr>
          <a:xfrm xmlns:a="http://schemas.openxmlformats.org/drawingml/2006/main">
            <a:off x="5696565" y="39050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8" name="L-Town node n497">
            <a:extLst xmlns:a="http://schemas.openxmlformats.org/drawingml/2006/main">
              <a:ext uri="{FF2B5EF4-FFF2-40B4-BE49-F238E27FC236}">
                <a16:creationId xmlns:a16="http://schemas.microsoft.com/office/drawing/2014/main" id="{7CE61C04-1D65-4971-AA9D-AC837772D75B}"/>
              </a:ext>
            </a:extLst>
          </p:cNvPr>
          <p:cNvSpPr>
            <a:spLocks xmlns:a="http://schemas.openxmlformats.org/drawingml/2006/main" noGrp="1"/>
          </p:cNvSpPr>
          <p:nvPr/>
        </p:nvSpPr>
        <p:spPr>
          <a:xfrm xmlns:a="http://schemas.openxmlformats.org/drawingml/2006/main">
            <a:off x="5703975" y="397060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09" name="L-Town node n498">
            <a:extLst xmlns:a="http://schemas.openxmlformats.org/drawingml/2006/main">
              <a:ext uri="{FF2B5EF4-FFF2-40B4-BE49-F238E27FC236}">
                <a16:creationId xmlns:a16="http://schemas.microsoft.com/office/drawing/2014/main" id="{E3869731-8E0D-4A47-831D-A9135BCF5753}"/>
              </a:ext>
            </a:extLst>
          </p:cNvPr>
          <p:cNvSpPr>
            <a:spLocks xmlns:a="http://schemas.openxmlformats.org/drawingml/2006/main" noGrp="1"/>
          </p:cNvSpPr>
          <p:nvPr/>
        </p:nvSpPr>
        <p:spPr>
          <a:xfrm xmlns:a="http://schemas.openxmlformats.org/drawingml/2006/main">
            <a:off x="5760453" y="38286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0" name="L-Town node n499">
            <a:extLst xmlns:a="http://schemas.openxmlformats.org/drawingml/2006/main">
              <a:ext uri="{FF2B5EF4-FFF2-40B4-BE49-F238E27FC236}">
                <a16:creationId xmlns:a16="http://schemas.microsoft.com/office/drawing/2014/main" id="{1D19A245-F62C-487F-BCE3-47119A4C9CBE}"/>
              </a:ext>
            </a:extLst>
          </p:cNvPr>
          <p:cNvSpPr>
            <a:spLocks xmlns:a="http://schemas.openxmlformats.org/drawingml/2006/main" noGrp="1"/>
          </p:cNvSpPr>
          <p:nvPr/>
        </p:nvSpPr>
        <p:spPr>
          <a:xfrm xmlns:a="http://schemas.openxmlformats.org/drawingml/2006/main">
            <a:off x="5358827" y="450572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1" name="L-Town node n500">
            <a:extLst xmlns:a="http://schemas.openxmlformats.org/drawingml/2006/main">
              <a:ext uri="{FF2B5EF4-FFF2-40B4-BE49-F238E27FC236}">
                <a16:creationId xmlns:a16="http://schemas.microsoft.com/office/drawing/2014/main" id="{67C0E199-A042-4CD1-954A-67CC1E404A30}"/>
              </a:ext>
            </a:extLst>
          </p:cNvPr>
          <p:cNvSpPr>
            <a:spLocks xmlns:a="http://schemas.openxmlformats.org/drawingml/2006/main" noGrp="1"/>
          </p:cNvSpPr>
          <p:nvPr/>
        </p:nvSpPr>
        <p:spPr>
          <a:xfrm xmlns:a="http://schemas.openxmlformats.org/drawingml/2006/main">
            <a:off x="5571828" y="41572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2" name="L-Town node n501">
            <a:extLst xmlns:a="http://schemas.openxmlformats.org/drawingml/2006/main">
              <a:ext uri="{FF2B5EF4-FFF2-40B4-BE49-F238E27FC236}">
                <a16:creationId xmlns:a16="http://schemas.microsoft.com/office/drawing/2014/main" id="{3D0E2059-6319-4F97-9AD5-940679E60966}"/>
              </a:ext>
            </a:extLst>
          </p:cNvPr>
          <p:cNvSpPr>
            <a:spLocks xmlns:a="http://schemas.openxmlformats.org/drawingml/2006/main" noGrp="1"/>
          </p:cNvSpPr>
          <p:nvPr/>
        </p:nvSpPr>
        <p:spPr>
          <a:xfrm xmlns:a="http://schemas.openxmlformats.org/drawingml/2006/main">
            <a:off x="5598853" y="420385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3" name="L-Town node n502">
            <a:extLst xmlns:a="http://schemas.openxmlformats.org/drawingml/2006/main">
              <a:ext uri="{FF2B5EF4-FFF2-40B4-BE49-F238E27FC236}">
                <a16:creationId xmlns:a16="http://schemas.microsoft.com/office/drawing/2014/main" id="{9E63C403-47E1-4F86-8C74-1D854BFB9F97}"/>
              </a:ext>
            </a:extLst>
          </p:cNvPr>
          <p:cNvSpPr>
            <a:spLocks xmlns:a="http://schemas.openxmlformats.org/drawingml/2006/main" noGrp="1"/>
          </p:cNvSpPr>
          <p:nvPr/>
        </p:nvSpPr>
        <p:spPr>
          <a:xfrm xmlns:a="http://schemas.openxmlformats.org/drawingml/2006/main">
            <a:off x="5629060" y="42496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4" name="L-Town node n503">
            <a:extLst xmlns:a="http://schemas.openxmlformats.org/drawingml/2006/main">
              <a:ext uri="{FF2B5EF4-FFF2-40B4-BE49-F238E27FC236}">
                <a16:creationId xmlns:a16="http://schemas.microsoft.com/office/drawing/2014/main" id="{B18EABF1-BDDD-46A7-9B89-9F8FD1C4ABF6}"/>
              </a:ext>
            </a:extLst>
          </p:cNvPr>
          <p:cNvSpPr>
            <a:spLocks xmlns:a="http://schemas.openxmlformats.org/drawingml/2006/main" noGrp="1"/>
          </p:cNvSpPr>
          <p:nvPr/>
        </p:nvSpPr>
        <p:spPr>
          <a:xfrm xmlns:a="http://schemas.openxmlformats.org/drawingml/2006/main">
            <a:off x="5328161" y="45759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5" name="L-Town node n504">
            <a:extLst xmlns:a="http://schemas.openxmlformats.org/drawingml/2006/main">
              <a:ext uri="{FF2B5EF4-FFF2-40B4-BE49-F238E27FC236}">
                <a16:creationId xmlns:a16="http://schemas.microsoft.com/office/drawing/2014/main" id="{68F88351-4886-4D06-A5B6-EF6DB7CBDE2A}"/>
              </a:ext>
            </a:extLst>
          </p:cNvPr>
          <p:cNvSpPr>
            <a:spLocks xmlns:a="http://schemas.openxmlformats.org/drawingml/2006/main" noGrp="1"/>
          </p:cNvSpPr>
          <p:nvPr/>
        </p:nvSpPr>
        <p:spPr>
          <a:xfrm xmlns:a="http://schemas.openxmlformats.org/drawingml/2006/main">
            <a:off x="5612036" y="41508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6" name="L-Town node n505">
            <a:extLst xmlns:a="http://schemas.openxmlformats.org/drawingml/2006/main">
              <a:ext uri="{FF2B5EF4-FFF2-40B4-BE49-F238E27FC236}">
                <a16:creationId xmlns:a16="http://schemas.microsoft.com/office/drawing/2014/main" id="{9B3A3806-C5C9-4DAC-96D0-52B4D0AC3117}"/>
              </a:ext>
            </a:extLst>
          </p:cNvPr>
          <p:cNvSpPr>
            <a:spLocks xmlns:a="http://schemas.openxmlformats.org/drawingml/2006/main" noGrp="1"/>
          </p:cNvSpPr>
          <p:nvPr/>
        </p:nvSpPr>
        <p:spPr>
          <a:xfrm xmlns:a="http://schemas.openxmlformats.org/drawingml/2006/main">
            <a:off x="5649323" y="420766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7" name="L-Town node n506">
            <a:extLst xmlns:a="http://schemas.openxmlformats.org/drawingml/2006/main">
              <a:ext uri="{FF2B5EF4-FFF2-40B4-BE49-F238E27FC236}">
                <a16:creationId xmlns:a16="http://schemas.microsoft.com/office/drawing/2014/main" id="{20048814-7805-49E6-94AD-1929C89D526A}"/>
              </a:ext>
            </a:extLst>
          </p:cNvPr>
          <p:cNvSpPr>
            <a:spLocks xmlns:a="http://schemas.openxmlformats.org/drawingml/2006/main" noGrp="1"/>
          </p:cNvSpPr>
          <p:nvPr/>
        </p:nvSpPr>
        <p:spPr>
          <a:xfrm xmlns:a="http://schemas.openxmlformats.org/drawingml/2006/main">
            <a:off x="5546463" y="429227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8" name="L-Town node n507">
            <a:extLst xmlns:a="http://schemas.openxmlformats.org/drawingml/2006/main">
              <a:ext uri="{FF2B5EF4-FFF2-40B4-BE49-F238E27FC236}">
                <a16:creationId xmlns:a16="http://schemas.microsoft.com/office/drawing/2014/main" id="{635AB7B7-6214-44C2-8DC8-5ECCBCB88918}"/>
              </a:ext>
            </a:extLst>
          </p:cNvPr>
          <p:cNvSpPr>
            <a:spLocks xmlns:a="http://schemas.openxmlformats.org/drawingml/2006/main" noGrp="1"/>
          </p:cNvSpPr>
          <p:nvPr/>
        </p:nvSpPr>
        <p:spPr>
          <a:xfrm xmlns:a="http://schemas.openxmlformats.org/drawingml/2006/main">
            <a:off x="5499174" y="43338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19" name="L-Town node n508">
            <a:extLst xmlns:a="http://schemas.openxmlformats.org/drawingml/2006/main">
              <a:ext uri="{FF2B5EF4-FFF2-40B4-BE49-F238E27FC236}">
                <a16:creationId xmlns:a16="http://schemas.microsoft.com/office/drawing/2014/main" id="{6BF66539-B8F8-4032-BC5B-F87C9F8F2B4B}"/>
              </a:ext>
            </a:extLst>
          </p:cNvPr>
          <p:cNvSpPr>
            <a:spLocks xmlns:a="http://schemas.openxmlformats.org/drawingml/2006/main" noGrp="1"/>
          </p:cNvSpPr>
          <p:nvPr/>
        </p:nvSpPr>
        <p:spPr>
          <a:xfrm xmlns:a="http://schemas.openxmlformats.org/drawingml/2006/main">
            <a:off x="5501259" y="43928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0" name="L-Town node n509">
            <a:extLst xmlns:a="http://schemas.openxmlformats.org/drawingml/2006/main">
              <a:ext uri="{FF2B5EF4-FFF2-40B4-BE49-F238E27FC236}">
                <a16:creationId xmlns:a16="http://schemas.microsoft.com/office/drawing/2014/main" id="{631724EC-09CB-4F06-B8D1-BAE7D6E785DD}"/>
              </a:ext>
            </a:extLst>
          </p:cNvPr>
          <p:cNvSpPr>
            <a:spLocks xmlns:a="http://schemas.openxmlformats.org/drawingml/2006/main" noGrp="1"/>
          </p:cNvSpPr>
          <p:nvPr/>
        </p:nvSpPr>
        <p:spPr>
          <a:xfrm xmlns:a="http://schemas.openxmlformats.org/drawingml/2006/main">
            <a:off x="5503345" y="445186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1" name="L-Town node n510">
            <a:extLst xmlns:a="http://schemas.openxmlformats.org/drawingml/2006/main">
              <a:ext uri="{FF2B5EF4-FFF2-40B4-BE49-F238E27FC236}">
                <a16:creationId xmlns:a16="http://schemas.microsoft.com/office/drawing/2014/main" id="{923ED9ED-2DED-40AF-B5E4-CDC0306E1403}"/>
              </a:ext>
            </a:extLst>
          </p:cNvPr>
          <p:cNvSpPr>
            <a:spLocks xmlns:a="http://schemas.openxmlformats.org/drawingml/2006/main" noGrp="1"/>
          </p:cNvSpPr>
          <p:nvPr/>
        </p:nvSpPr>
        <p:spPr>
          <a:xfrm xmlns:a="http://schemas.openxmlformats.org/drawingml/2006/main">
            <a:off x="5650548" y="41337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2" name="L-Town node n511">
            <a:extLst xmlns:a="http://schemas.openxmlformats.org/drawingml/2006/main">
              <a:ext uri="{FF2B5EF4-FFF2-40B4-BE49-F238E27FC236}">
                <a16:creationId xmlns:a16="http://schemas.microsoft.com/office/drawing/2014/main" id="{9F12A57F-A710-4BD7-815C-7B7D04520CE2}"/>
              </a:ext>
            </a:extLst>
          </p:cNvPr>
          <p:cNvSpPr>
            <a:spLocks xmlns:a="http://schemas.openxmlformats.org/drawingml/2006/main" noGrp="1"/>
          </p:cNvSpPr>
          <p:nvPr/>
        </p:nvSpPr>
        <p:spPr>
          <a:xfrm xmlns:a="http://schemas.openxmlformats.org/drawingml/2006/main">
            <a:off x="5688177" y="41850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3" name="L-Town node n512">
            <a:extLst xmlns:a="http://schemas.openxmlformats.org/drawingml/2006/main">
              <a:ext uri="{FF2B5EF4-FFF2-40B4-BE49-F238E27FC236}">
                <a16:creationId xmlns:a16="http://schemas.microsoft.com/office/drawing/2014/main" id="{551730ED-79CF-4778-A491-04C0774AACFA}"/>
              </a:ext>
            </a:extLst>
          </p:cNvPr>
          <p:cNvSpPr>
            <a:spLocks xmlns:a="http://schemas.openxmlformats.org/drawingml/2006/main" noGrp="1"/>
          </p:cNvSpPr>
          <p:nvPr/>
        </p:nvSpPr>
        <p:spPr>
          <a:xfrm xmlns:a="http://schemas.openxmlformats.org/drawingml/2006/main">
            <a:off x="5438632" y="446733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4" name="L-Town node n513">
            <a:extLst xmlns:a="http://schemas.openxmlformats.org/drawingml/2006/main">
              <a:ext uri="{FF2B5EF4-FFF2-40B4-BE49-F238E27FC236}">
                <a16:creationId xmlns:a16="http://schemas.microsoft.com/office/drawing/2014/main" id="{C22CF0EE-727E-4892-81EB-6F1047686010}"/>
              </a:ext>
            </a:extLst>
          </p:cNvPr>
          <p:cNvSpPr>
            <a:spLocks xmlns:a="http://schemas.openxmlformats.org/drawingml/2006/main" noGrp="1"/>
          </p:cNvSpPr>
          <p:nvPr/>
        </p:nvSpPr>
        <p:spPr>
          <a:xfrm xmlns:a="http://schemas.openxmlformats.org/drawingml/2006/main">
            <a:off x="5447491" y="45290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5" name="L-Town node n514">
            <a:extLst xmlns:a="http://schemas.openxmlformats.org/drawingml/2006/main">
              <a:ext uri="{FF2B5EF4-FFF2-40B4-BE49-F238E27FC236}">
                <a16:creationId xmlns:a16="http://schemas.microsoft.com/office/drawing/2014/main" id="{E2332A3C-98C7-46C1-85CB-237CDB5DD8D1}"/>
              </a:ext>
            </a:extLst>
          </p:cNvPr>
          <p:cNvSpPr>
            <a:spLocks xmlns:a="http://schemas.openxmlformats.org/drawingml/2006/main" noGrp="1"/>
          </p:cNvSpPr>
          <p:nvPr/>
        </p:nvSpPr>
        <p:spPr>
          <a:xfrm xmlns:a="http://schemas.openxmlformats.org/drawingml/2006/main">
            <a:off x="5343960" y="464778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6" name="L-Town node n515">
            <a:extLst xmlns:a="http://schemas.openxmlformats.org/drawingml/2006/main">
              <a:ext uri="{FF2B5EF4-FFF2-40B4-BE49-F238E27FC236}">
                <a16:creationId xmlns:a16="http://schemas.microsoft.com/office/drawing/2014/main" id="{E3E358A2-3046-484F-8DFA-34B02EB37248}"/>
              </a:ext>
            </a:extLst>
          </p:cNvPr>
          <p:cNvSpPr>
            <a:spLocks xmlns:a="http://schemas.openxmlformats.org/drawingml/2006/main" noGrp="1"/>
          </p:cNvSpPr>
          <p:nvPr/>
        </p:nvSpPr>
        <p:spPr>
          <a:xfrm xmlns:a="http://schemas.openxmlformats.org/drawingml/2006/main">
            <a:off x="5394135" y="46318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7" name="L-Town node n516">
            <a:extLst xmlns:a="http://schemas.openxmlformats.org/drawingml/2006/main">
              <a:ext uri="{FF2B5EF4-FFF2-40B4-BE49-F238E27FC236}">
                <a16:creationId xmlns:a16="http://schemas.microsoft.com/office/drawing/2014/main" id="{2600139D-27D6-441A-BD6C-9E887A0B8628}"/>
              </a:ext>
            </a:extLst>
          </p:cNvPr>
          <p:cNvSpPr>
            <a:spLocks xmlns:a="http://schemas.openxmlformats.org/drawingml/2006/main" noGrp="1"/>
          </p:cNvSpPr>
          <p:nvPr/>
        </p:nvSpPr>
        <p:spPr>
          <a:xfrm xmlns:a="http://schemas.openxmlformats.org/drawingml/2006/main">
            <a:off x="5444298" y="461597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8" name="L-Town node n517">
            <a:extLst xmlns:a="http://schemas.openxmlformats.org/drawingml/2006/main">
              <a:ext uri="{FF2B5EF4-FFF2-40B4-BE49-F238E27FC236}">
                <a16:creationId xmlns:a16="http://schemas.microsoft.com/office/drawing/2014/main" id="{7B945B95-1C3E-4E8A-A838-3555CA3193C3}"/>
              </a:ext>
            </a:extLst>
          </p:cNvPr>
          <p:cNvSpPr>
            <a:spLocks xmlns:a="http://schemas.openxmlformats.org/drawingml/2006/main" noGrp="1"/>
          </p:cNvSpPr>
          <p:nvPr/>
        </p:nvSpPr>
        <p:spPr>
          <a:xfrm xmlns:a="http://schemas.openxmlformats.org/drawingml/2006/main">
            <a:off x="5696612" y="411004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29" name="L-Town node n518">
            <a:extLst xmlns:a="http://schemas.openxmlformats.org/drawingml/2006/main">
              <a:ext uri="{FF2B5EF4-FFF2-40B4-BE49-F238E27FC236}">
                <a16:creationId xmlns:a16="http://schemas.microsoft.com/office/drawing/2014/main" id="{4C45E202-18A3-476B-98D0-BA6AA91C683E}"/>
              </a:ext>
            </a:extLst>
          </p:cNvPr>
          <p:cNvSpPr>
            <a:spLocks xmlns:a="http://schemas.openxmlformats.org/drawingml/2006/main" noGrp="1"/>
          </p:cNvSpPr>
          <p:nvPr/>
        </p:nvSpPr>
        <p:spPr>
          <a:xfrm xmlns:a="http://schemas.openxmlformats.org/drawingml/2006/main">
            <a:off x="5731283" y="41596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0" name="L-Town node n519">
            <a:extLst xmlns:a="http://schemas.openxmlformats.org/drawingml/2006/main">
              <a:ext uri="{FF2B5EF4-FFF2-40B4-BE49-F238E27FC236}">
                <a16:creationId xmlns:a16="http://schemas.microsoft.com/office/drawing/2014/main" id="{4CD1636A-96BE-406A-885E-BB48FC4796C1}"/>
              </a:ext>
            </a:extLst>
          </p:cNvPr>
          <p:cNvSpPr>
            <a:spLocks xmlns:a="http://schemas.openxmlformats.org/drawingml/2006/main" noGrp="1"/>
          </p:cNvSpPr>
          <p:nvPr/>
        </p:nvSpPr>
        <p:spPr>
          <a:xfrm xmlns:a="http://schemas.openxmlformats.org/drawingml/2006/main">
            <a:off x="5895498" y="381219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1" name="L-Town node n520">
            <a:extLst xmlns:a="http://schemas.openxmlformats.org/drawingml/2006/main">
              <a:ext uri="{FF2B5EF4-FFF2-40B4-BE49-F238E27FC236}">
                <a16:creationId xmlns:a16="http://schemas.microsoft.com/office/drawing/2014/main" id="{C17FD27F-4513-4736-AAD5-CCE15AB19FBD}"/>
              </a:ext>
            </a:extLst>
          </p:cNvPr>
          <p:cNvSpPr>
            <a:spLocks xmlns:a="http://schemas.openxmlformats.org/drawingml/2006/main" noGrp="1"/>
          </p:cNvSpPr>
          <p:nvPr/>
        </p:nvSpPr>
        <p:spPr>
          <a:xfrm xmlns:a="http://schemas.openxmlformats.org/drawingml/2006/main">
            <a:off x="5842237" y="387484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2" name="L-Town node n521">
            <a:extLst xmlns:a="http://schemas.openxmlformats.org/drawingml/2006/main">
              <a:ext uri="{FF2B5EF4-FFF2-40B4-BE49-F238E27FC236}">
                <a16:creationId xmlns:a16="http://schemas.microsoft.com/office/drawing/2014/main" id="{02A41E3B-1408-4067-9D6B-70A6EBD69EBD}"/>
              </a:ext>
            </a:extLst>
          </p:cNvPr>
          <p:cNvSpPr>
            <a:spLocks xmlns:a="http://schemas.openxmlformats.org/drawingml/2006/main" noGrp="1"/>
          </p:cNvSpPr>
          <p:nvPr/>
        </p:nvSpPr>
        <p:spPr>
          <a:xfrm xmlns:a="http://schemas.openxmlformats.org/drawingml/2006/main">
            <a:off x="5852745" y="39319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3" name="L-Town node n522">
            <a:extLst xmlns:a="http://schemas.openxmlformats.org/drawingml/2006/main">
              <a:ext uri="{FF2B5EF4-FFF2-40B4-BE49-F238E27FC236}">
                <a16:creationId xmlns:a16="http://schemas.microsoft.com/office/drawing/2014/main" id="{7F65B914-7EDD-4A56-BBAC-550A6247C967}"/>
              </a:ext>
            </a:extLst>
          </p:cNvPr>
          <p:cNvSpPr>
            <a:spLocks xmlns:a="http://schemas.openxmlformats.org/drawingml/2006/main" noGrp="1"/>
          </p:cNvSpPr>
          <p:nvPr/>
        </p:nvSpPr>
        <p:spPr>
          <a:xfrm xmlns:a="http://schemas.openxmlformats.org/drawingml/2006/main">
            <a:off x="5737009" y="408169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4" name="L-Town node n523">
            <a:extLst xmlns:a="http://schemas.openxmlformats.org/drawingml/2006/main">
              <a:ext uri="{FF2B5EF4-FFF2-40B4-BE49-F238E27FC236}">
                <a16:creationId xmlns:a16="http://schemas.microsoft.com/office/drawing/2014/main" id="{E66DA779-33ED-46E5-B60C-889AC496C8CD}"/>
              </a:ext>
            </a:extLst>
          </p:cNvPr>
          <p:cNvSpPr>
            <a:spLocks xmlns:a="http://schemas.openxmlformats.org/drawingml/2006/main" noGrp="1"/>
          </p:cNvSpPr>
          <p:nvPr/>
        </p:nvSpPr>
        <p:spPr>
          <a:xfrm xmlns:a="http://schemas.openxmlformats.org/drawingml/2006/main">
            <a:off x="5558220" y="44184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5" name="L-Town node n524">
            <a:extLst xmlns:a="http://schemas.openxmlformats.org/drawingml/2006/main">
              <a:ext uri="{FF2B5EF4-FFF2-40B4-BE49-F238E27FC236}">
                <a16:creationId xmlns:a16="http://schemas.microsoft.com/office/drawing/2014/main" id="{AB487E86-C01D-45E4-B1CA-2188FFDEC053}"/>
              </a:ext>
            </a:extLst>
          </p:cNvPr>
          <p:cNvSpPr>
            <a:spLocks xmlns:a="http://schemas.openxmlformats.org/drawingml/2006/main" noGrp="1"/>
          </p:cNvSpPr>
          <p:nvPr/>
        </p:nvSpPr>
        <p:spPr>
          <a:xfrm xmlns:a="http://schemas.openxmlformats.org/drawingml/2006/main">
            <a:off x="5607064" y="43317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6" name="L-Town node n525">
            <a:extLst xmlns:a="http://schemas.openxmlformats.org/drawingml/2006/main">
              <a:ext uri="{FF2B5EF4-FFF2-40B4-BE49-F238E27FC236}">
                <a16:creationId xmlns:a16="http://schemas.microsoft.com/office/drawing/2014/main" id="{5233E077-7D69-4842-A36F-7E847031CA37}"/>
              </a:ext>
            </a:extLst>
          </p:cNvPr>
          <p:cNvSpPr>
            <a:spLocks xmlns:a="http://schemas.openxmlformats.org/drawingml/2006/main" noGrp="1"/>
          </p:cNvSpPr>
          <p:nvPr/>
        </p:nvSpPr>
        <p:spPr>
          <a:xfrm xmlns:a="http://schemas.openxmlformats.org/drawingml/2006/main">
            <a:off x="5820206" y="40958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7" name="L-Town node n526">
            <a:extLst xmlns:a="http://schemas.openxmlformats.org/drawingml/2006/main">
              <a:ext uri="{FF2B5EF4-FFF2-40B4-BE49-F238E27FC236}">
                <a16:creationId xmlns:a16="http://schemas.microsoft.com/office/drawing/2014/main" id="{D0EA1D80-EF80-49DF-868B-9CDF62B54A6A}"/>
              </a:ext>
            </a:extLst>
          </p:cNvPr>
          <p:cNvSpPr>
            <a:spLocks xmlns:a="http://schemas.openxmlformats.org/drawingml/2006/main" noGrp="1"/>
          </p:cNvSpPr>
          <p:nvPr/>
        </p:nvSpPr>
        <p:spPr>
          <a:xfrm xmlns:a="http://schemas.openxmlformats.org/drawingml/2006/main">
            <a:off x="5552212" y="457963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8" name="L-Town node n527">
            <a:extLst xmlns:a="http://schemas.openxmlformats.org/drawingml/2006/main">
              <a:ext uri="{FF2B5EF4-FFF2-40B4-BE49-F238E27FC236}">
                <a16:creationId xmlns:a16="http://schemas.microsoft.com/office/drawing/2014/main" id="{4372D736-88BF-4D46-A281-58CA813C13F1}"/>
              </a:ext>
            </a:extLst>
          </p:cNvPr>
          <p:cNvSpPr>
            <a:spLocks xmlns:a="http://schemas.openxmlformats.org/drawingml/2006/main" noGrp="1"/>
          </p:cNvSpPr>
          <p:nvPr/>
        </p:nvSpPr>
        <p:spPr>
          <a:xfrm xmlns:a="http://schemas.openxmlformats.org/drawingml/2006/main">
            <a:off x="5609963" y="455917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39" name="L-Town node n528">
            <a:extLst xmlns:a="http://schemas.openxmlformats.org/drawingml/2006/main">
              <a:ext uri="{FF2B5EF4-FFF2-40B4-BE49-F238E27FC236}">
                <a16:creationId xmlns:a16="http://schemas.microsoft.com/office/drawing/2014/main" id="{C35DACDE-ABE3-443A-919B-106CF6EBE061}"/>
              </a:ext>
            </a:extLst>
          </p:cNvPr>
          <p:cNvSpPr>
            <a:spLocks xmlns:a="http://schemas.openxmlformats.org/drawingml/2006/main" noGrp="1"/>
          </p:cNvSpPr>
          <p:nvPr/>
        </p:nvSpPr>
        <p:spPr>
          <a:xfrm xmlns:a="http://schemas.openxmlformats.org/drawingml/2006/main">
            <a:off x="5963899" y="386228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0" name="L-Town node n529">
            <a:extLst xmlns:a="http://schemas.openxmlformats.org/drawingml/2006/main">
              <a:ext uri="{FF2B5EF4-FFF2-40B4-BE49-F238E27FC236}">
                <a16:creationId xmlns:a16="http://schemas.microsoft.com/office/drawing/2014/main" id="{D776BC75-A672-42BA-A9C1-29E6D0ABF5A8}"/>
              </a:ext>
            </a:extLst>
          </p:cNvPr>
          <p:cNvSpPr>
            <a:spLocks xmlns:a="http://schemas.openxmlformats.org/drawingml/2006/main" noGrp="1"/>
          </p:cNvSpPr>
          <p:nvPr/>
        </p:nvSpPr>
        <p:spPr>
          <a:xfrm xmlns:a="http://schemas.openxmlformats.org/drawingml/2006/main">
            <a:off x="5968564" y="391799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1" name="L-Town node n530">
            <a:extLst xmlns:a="http://schemas.openxmlformats.org/drawingml/2006/main">
              <a:ext uri="{FF2B5EF4-FFF2-40B4-BE49-F238E27FC236}">
                <a16:creationId xmlns:a16="http://schemas.microsoft.com/office/drawing/2014/main" id="{3DFA05ED-BD68-48E9-8661-D53938A943FB}"/>
              </a:ext>
            </a:extLst>
          </p:cNvPr>
          <p:cNvSpPr>
            <a:spLocks xmlns:a="http://schemas.openxmlformats.org/drawingml/2006/main" noGrp="1"/>
          </p:cNvSpPr>
          <p:nvPr/>
        </p:nvSpPr>
        <p:spPr>
          <a:xfrm xmlns:a="http://schemas.openxmlformats.org/drawingml/2006/main">
            <a:off x="5650701" y="44796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2" name="L-Town node n531">
            <a:extLst xmlns:a="http://schemas.openxmlformats.org/drawingml/2006/main">
              <a:ext uri="{FF2B5EF4-FFF2-40B4-BE49-F238E27FC236}">
                <a16:creationId xmlns:a16="http://schemas.microsoft.com/office/drawing/2014/main" id="{65A063DE-DCC0-4208-BFB5-202DE50B3700}"/>
              </a:ext>
            </a:extLst>
          </p:cNvPr>
          <p:cNvSpPr>
            <a:spLocks xmlns:a="http://schemas.openxmlformats.org/drawingml/2006/main" noGrp="1"/>
          </p:cNvSpPr>
          <p:nvPr/>
        </p:nvSpPr>
        <p:spPr>
          <a:xfrm xmlns:a="http://schemas.openxmlformats.org/drawingml/2006/main">
            <a:off x="5671836" y="439403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3" name="L-Town node n532">
            <a:extLst xmlns:a="http://schemas.openxmlformats.org/drawingml/2006/main">
              <a:ext uri="{FF2B5EF4-FFF2-40B4-BE49-F238E27FC236}">
                <a16:creationId xmlns:a16="http://schemas.microsoft.com/office/drawing/2014/main" id="{1E825DF4-B159-4C85-90DC-CC68E4EE4FD9}"/>
              </a:ext>
            </a:extLst>
          </p:cNvPr>
          <p:cNvSpPr>
            <a:spLocks xmlns:a="http://schemas.openxmlformats.org/drawingml/2006/main" noGrp="1"/>
          </p:cNvSpPr>
          <p:nvPr/>
        </p:nvSpPr>
        <p:spPr>
          <a:xfrm xmlns:a="http://schemas.openxmlformats.org/drawingml/2006/main">
            <a:off x="5843485" y="41551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4" name="L-Town node n533">
            <a:extLst xmlns:a="http://schemas.openxmlformats.org/drawingml/2006/main">
              <a:ext uri="{FF2B5EF4-FFF2-40B4-BE49-F238E27FC236}">
                <a16:creationId xmlns:a16="http://schemas.microsoft.com/office/drawing/2014/main" id="{8F4D005B-D0C5-4C92-9824-E744A73A42DC}"/>
              </a:ext>
            </a:extLst>
          </p:cNvPr>
          <p:cNvSpPr>
            <a:spLocks xmlns:a="http://schemas.openxmlformats.org/drawingml/2006/main" noGrp="1"/>
          </p:cNvSpPr>
          <p:nvPr/>
        </p:nvSpPr>
        <p:spPr>
          <a:xfrm xmlns:a="http://schemas.openxmlformats.org/drawingml/2006/main">
            <a:off x="5830538" y="42210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5" name="L-Town node n534">
            <a:extLst xmlns:a="http://schemas.openxmlformats.org/drawingml/2006/main">
              <a:ext uri="{FF2B5EF4-FFF2-40B4-BE49-F238E27FC236}">
                <a16:creationId xmlns:a16="http://schemas.microsoft.com/office/drawing/2014/main" id="{6F21CFA3-6D89-460D-A7AE-F080C542D2EB}"/>
              </a:ext>
            </a:extLst>
          </p:cNvPr>
          <p:cNvSpPr>
            <a:spLocks xmlns:a="http://schemas.openxmlformats.org/drawingml/2006/main" noGrp="1"/>
          </p:cNvSpPr>
          <p:nvPr/>
        </p:nvSpPr>
        <p:spPr>
          <a:xfrm xmlns:a="http://schemas.openxmlformats.org/drawingml/2006/main">
            <a:off x="6033701" y="38614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6" name="L-Town node n535">
            <a:extLst xmlns:a="http://schemas.openxmlformats.org/drawingml/2006/main">
              <a:ext uri="{FF2B5EF4-FFF2-40B4-BE49-F238E27FC236}">
                <a16:creationId xmlns:a16="http://schemas.microsoft.com/office/drawing/2014/main" id="{EA34213F-78EC-49E7-B7F4-7A216FFADED1}"/>
              </a:ext>
            </a:extLst>
          </p:cNvPr>
          <p:cNvSpPr>
            <a:spLocks xmlns:a="http://schemas.openxmlformats.org/drawingml/2006/main" noGrp="1"/>
          </p:cNvSpPr>
          <p:nvPr/>
        </p:nvSpPr>
        <p:spPr>
          <a:xfrm xmlns:a="http://schemas.openxmlformats.org/drawingml/2006/main">
            <a:off x="6034208" y="392391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7" name="L-Town node n536">
            <a:extLst xmlns:a="http://schemas.openxmlformats.org/drawingml/2006/main">
              <a:ext uri="{FF2B5EF4-FFF2-40B4-BE49-F238E27FC236}">
                <a16:creationId xmlns:a16="http://schemas.microsoft.com/office/drawing/2014/main" id="{4031FB89-49AF-494A-8FFA-7CF4C69AC847}"/>
              </a:ext>
            </a:extLst>
          </p:cNvPr>
          <p:cNvSpPr>
            <a:spLocks xmlns:a="http://schemas.openxmlformats.org/drawingml/2006/main" noGrp="1"/>
          </p:cNvSpPr>
          <p:nvPr/>
        </p:nvSpPr>
        <p:spPr>
          <a:xfrm xmlns:a="http://schemas.openxmlformats.org/drawingml/2006/main">
            <a:off x="6032205" y="398344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8" name="L-Town node n537">
            <a:extLst xmlns:a="http://schemas.openxmlformats.org/drawingml/2006/main">
              <a:ext uri="{FF2B5EF4-FFF2-40B4-BE49-F238E27FC236}">
                <a16:creationId xmlns:a16="http://schemas.microsoft.com/office/drawing/2014/main" id="{D94904AE-690B-45C8-84BD-652705881B04}"/>
              </a:ext>
            </a:extLst>
          </p:cNvPr>
          <p:cNvSpPr>
            <a:spLocks xmlns:a="http://schemas.openxmlformats.org/drawingml/2006/main" noGrp="1"/>
          </p:cNvSpPr>
          <p:nvPr/>
        </p:nvSpPr>
        <p:spPr>
          <a:xfrm xmlns:a="http://schemas.openxmlformats.org/drawingml/2006/main">
            <a:off x="5925823" y="402222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49" name="L-Town node n538">
            <a:extLst xmlns:a="http://schemas.openxmlformats.org/drawingml/2006/main">
              <a:ext uri="{FF2B5EF4-FFF2-40B4-BE49-F238E27FC236}">
                <a16:creationId xmlns:a16="http://schemas.microsoft.com/office/drawing/2014/main" id="{087C24CB-1B49-44CB-B017-6A8DFC85157D}"/>
              </a:ext>
            </a:extLst>
          </p:cNvPr>
          <p:cNvSpPr>
            <a:spLocks xmlns:a="http://schemas.openxmlformats.org/drawingml/2006/main" noGrp="1"/>
          </p:cNvSpPr>
          <p:nvPr/>
        </p:nvSpPr>
        <p:spPr>
          <a:xfrm xmlns:a="http://schemas.openxmlformats.org/drawingml/2006/main">
            <a:off x="5716875" y="430232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0" name="L-Town node n539">
            <a:extLst xmlns:a="http://schemas.openxmlformats.org/drawingml/2006/main">
              <a:ext uri="{FF2B5EF4-FFF2-40B4-BE49-F238E27FC236}">
                <a16:creationId xmlns:a16="http://schemas.microsoft.com/office/drawing/2014/main" id="{C3F0FBC3-8D97-493D-9604-C86C7C33FF1C}"/>
              </a:ext>
            </a:extLst>
          </p:cNvPr>
          <p:cNvSpPr>
            <a:spLocks xmlns:a="http://schemas.openxmlformats.org/drawingml/2006/main" noGrp="1"/>
          </p:cNvSpPr>
          <p:nvPr/>
        </p:nvSpPr>
        <p:spPr>
          <a:xfrm xmlns:a="http://schemas.openxmlformats.org/drawingml/2006/main">
            <a:off x="5889349" y="41777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1" name="L-Town node n540">
            <a:extLst xmlns:a="http://schemas.openxmlformats.org/drawingml/2006/main">
              <a:ext uri="{FF2B5EF4-FFF2-40B4-BE49-F238E27FC236}">
                <a16:creationId xmlns:a16="http://schemas.microsoft.com/office/drawing/2014/main" id="{567F8756-0EE2-4B08-8030-6854699E92B5}"/>
              </a:ext>
            </a:extLst>
          </p:cNvPr>
          <p:cNvSpPr>
            <a:spLocks xmlns:a="http://schemas.openxmlformats.org/drawingml/2006/main" noGrp="1"/>
          </p:cNvSpPr>
          <p:nvPr/>
        </p:nvSpPr>
        <p:spPr>
          <a:xfrm xmlns:a="http://schemas.openxmlformats.org/drawingml/2006/main">
            <a:off x="5754068" y="42753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2" name="L-Town node n541">
            <a:extLst xmlns:a="http://schemas.openxmlformats.org/drawingml/2006/main">
              <a:ext uri="{FF2B5EF4-FFF2-40B4-BE49-F238E27FC236}">
                <a16:creationId xmlns:a16="http://schemas.microsoft.com/office/drawing/2014/main" id="{E76A0CCC-A457-4B99-9490-EC8BECD3EB67}"/>
              </a:ext>
            </a:extLst>
          </p:cNvPr>
          <p:cNvSpPr>
            <a:spLocks xmlns:a="http://schemas.openxmlformats.org/drawingml/2006/main" noGrp="1"/>
          </p:cNvSpPr>
          <p:nvPr/>
        </p:nvSpPr>
        <p:spPr>
          <a:xfrm xmlns:a="http://schemas.openxmlformats.org/drawingml/2006/main">
            <a:off x="5794311" y="42467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3" name="L-Town node n542">
            <a:extLst xmlns:a="http://schemas.openxmlformats.org/drawingml/2006/main">
              <a:ext uri="{FF2B5EF4-FFF2-40B4-BE49-F238E27FC236}">
                <a16:creationId xmlns:a16="http://schemas.microsoft.com/office/drawing/2014/main" id="{FB7B9F5E-E694-48B9-8AEA-71C7C2E7AE4C}"/>
              </a:ext>
            </a:extLst>
          </p:cNvPr>
          <p:cNvSpPr>
            <a:spLocks xmlns:a="http://schemas.openxmlformats.org/drawingml/2006/main" noGrp="1"/>
          </p:cNvSpPr>
          <p:nvPr/>
        </p:nvSpPr>
        <p:spPr>
          <a:xfrm xmlns:a="http://schemas.openxmlformats.org/drawingml/2006/main">
            <a:off x="6085255" y="389547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4" name="L-Town node n543">
            <a:extLst xmlns:a="http://schemas.openxmlformats.org/drawingml/2006/main">
              <a:ext uri="{FF2B5EF4-FFF2-40B4-BE49-F238E27FC236}">
                <a16:creationId xmlns:a16="http://schemas.microsoft.com/office/drawing/2014/main" id="{BD14FA47-D3EF-4802-8835-261DC1E26D5A}"/>
              </a:ext>
            </a:extLst>
          </p:cNvPr>
          <p:cNvSpPr>
            <a:spLocks xmlns:a="http://schemas.openxmlformats.org/drawingml/2006/main" noGrp="1"/>
          </p:cNvSpPr>
          <p:nvPr/>
        </p:nvSpPr>
        <p:spPr>
          <a:xfrm xmlns:a="http://schemas.openxmlformats.org/drawingml/2006/main">
            <a:off x="6081874" y="39580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5" name="L-Town node n544">
            <a:extLst xmlns:a="http://schemas.openxmlformats.org/drawingml/2006/main">
              <a:ext uri="{FF2B5EF4-FFF2-40B4-BE49-F238E27FC236}">
                <a16:creationId xmlns:a16="http://schemas.microsoft.com/office/drawing/2014/main" id="{5CC0685A-326B-4C06-A659-5CDEAA0EEA5B}"/>
              </a:ext>
            </a:extLst>
          </p:cNvPr>
          <p:cNvSpPr>
            <a:spLocks xmlns:a="http://schemas.openxmlformats.org/drawingml/2006/main" noGrp="1"/>
          </p:cNvSpPr>
          <p:nvPr/>
        </p:nvSpPr>
        <p:spPr>
          <a:xfrm xmlns:a="http://schemas.openxmlformats.org/drawingml/2006/main">
            <a:off x="5898361" y="42913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6" name="L-Town node n545">
            <a:extLst xmlns:a="http://schemas.openxmlformats.org/drawingml/2006/main">
              <a:ext uri="{FF2B5EF4-FFF2-40B4-BE49-F238E27FC236}">
                <a16:creationId xmlns:a16="http://schemas.microsoft.com/office/drawing/2014/main" id="{33DBE383-E775-4F0F-A0DE-8B2A2EC11F72}"/>
              </a:ext>
            </a:extLst>
          </p:cNvPr>
          <p:cNvSpPr>
            <a:spLocks xmlns:a="http://schemas.openxmlformats.org/drawingml/2006/main" noGrp="1"/>
          </p:cNvSpPr>
          <p:nvPr/>
        </p:nvSpPr>
        <p:spPr>
          <a:xfrm xmlns:a="http://schemas.openxmlformats.org/drawingml/2006/main">
            <a:off x="5725240" y="447774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7" name="L-Town node n546">
            <a:extLst xmlns:a="http://schemas.openxmlformats.org/drawingml/2006/main">
              <a:ext uri="{FF2B5EF4-FFF2-40B4-BE49-F238E27FC236}">
                <a16:creationId xmlns:a16="http://schemas.microsoft.com/office/drawing/2014/main" id="{834BC84D-9084-4592-A7E4-AF0482947BEF}"/>
              </a:ext>
            </a:extLst>
          </p:cNvPr>
          <p:cNvSpPr>
            <a:spLocks xmlns:a="http://schemas.openxmlformats.org/drawingml/2006/main" noGrp="1"/>
          </p:cNvSpPr>
          <p:nvPr/>
        </p:nvSpPr>
        <p:spPr>
          <a:xfrm xmlns:a="http://schemas.openxmlformats.org/drawingml/2006/main">
            <a:off x="5749885" y="44420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8" name="L-Town node n547">
            <a:extLst xmlns:a="http://schemas.openxmlformats.org/drawingml/2006/main">
              <a:ext uri="{FF2B5EF4-FFF2-40B4-BE49-F238E27FC236}">
                <a16:creationId xmlns:a16="http://schemas.microsoft.com/office/drawing/2014/main" id="{AE720777-CB53-4F33-923D-5D7C88157177}"/>
              </a:ext>
            </a:extLst>
          </p:cNvPr>
          <p:cNvSpPr>
            <a:spLocks xmlns:a="http://schemas.openxmlformats.org/drawingml/2006/main" noGrp="1"/>
          </p:cNvSpPr>
          <p:nvPr/>
        </p:nvSpPr>
        <p:spPr>
          <a:xfrm xmlns:a="http://schemas.openxmlformats.org/drawingml/2006/main">
            <a:off x="5746363" y="438745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59" name="L-Town node n548">
            <a:extLst xmlns:a="http://schemas.openxmlformats.org/drawingml/2006/main">
              <a:ext uri="{FF2B5EF4-FFF2-40B4-BE49-F238E27FC236}">
                <a16:creationId xmlns:a16="http://schemas.microsoft.com/office/drawing/2014/main" id="{12B9BEC6-8D5B-4E2E-92FF-F8D8B25A0225}"/>
              </a:ext>
            </a:extLst>
          </p:cNvPr>
          <p:cNvSpPr>
            <a:spLocks xmlns:a="http://schemas.openxmlformats.org/drawingml/2006/main" noGrp="1"/>
          </p:cNvSpPr>
          <p:nvPr/>
        </p:nvSpPr>
        <p:spPr>
          <a:xfrm xmlns:a="http://schemas.openxmlformats.org/drawingml/2006/main">
            <a:off x="5809745" y="43687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0" name="L-Town node n549">
            <a:extLst xmlns:a="http://schemas.openxmlformats.org/drawingml/2006/main">
              <a:ext uri="{FF2B5EF4-FFF2-40B4-BE49-F238E27FC236}">
                <a16:creationId xmlns:a16="http://schemas.microsoft.com/office/drawing/2014/main" id="{8CEA9C28-E1E5-4082-89E9-86242ED841B3}"/>
              </a:ext>
            </a:extLst>
          </p:cNvPr>
          <p:cNvSpPr>
            <a:spLocks xmlns:a="http://schemas.openxmlformats.org/drawingml/2006/main" noGrp="1"/>
          </p:cNvSpPr>
          <p:nvPr/>
        </p:nvSpPr>
        <p:spPr>
          <a:xfrm xmlns:a="http://schemas.openxmlformats.org/drawingml/2006/main">
            <a:off x="5791060" y="45087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1" name="L-Town node n550">
            <a:extLst xmlns:a="http://schemas.openxmlformats.org/drawingml/2006/main">
              <a:ext uri="{FF2B5EF4-FFF2-40B4-BE49-F238E27FC236}">
                <a16:creationId xmlns:a16="http://schemas.microsoft.com/office/drawing/2014/main" id="{2D4AC35A-789A-49EB-B784-94916AF3900C}"/>
              </a:ext>
            </a:extLst>
          </p:cNvPr>
          <p:cNvSpPr>
            <a:spLocks xmlns:a="http://schemas.openxmlformats.org/drawingml/2006/main" noGrp="1"/>
          </p:cNvSpPr>
          <p:nvPr/>
        </p:nvSpPr>
        <p:spPr>
          <a:xfrm xmlns:a="http://schemas.openxmlformats.org/drawingml/2006/main">
            <a:off x="5854948" y="44946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2" name="L-Town node n551">
            <a:extLst xmlns:a="http://schemas.openxmlformats.org/drawingml/2006/main">
              <a:ext uri="{FF2B5EF4-FFF2-40B4-BE49-F238E27FC236}">
                <a16:creationId xmlns:a16="http://schemas.microsoft.com/office/drawing/2014/main" id="{3AADC7B2-6FDD-4F7C-810A-2288BA6CCB7A}"/>
              </a:ext>
            </a:extLst>
          </p:cNvPr>
          <p:cNvSpPr>
            <a:spLocks xmlns:a="http://schemas.openxmlformats.org/drawingml/2006/main" noGrp="1"/>
          </p:cNvSpPr>
          <p:nvPr/>
        </p:nvSpPr>
        <p:spPr>
          <a:xfrm xmlns:a="http://schemas.openxmlformats.org/drawingml/2006/main">
            <a:off x="6132826" y="39122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3" name="L-Town node n552">
            <a:extLst xmlns:a="http://schemas.openxmlformats.org/drawingml/2006/main">
              <a:ext uri="{FF2B5EF4-FFF2-40B4-BE49-F238E27FC236}">
                <a16:creationId xmlns:a16="http://schemas.microsoft.com/office/drawing/2014/main" id="{B1DF45A9-1568-45CD-8B36-E9B0BDE575DE}"/>
              </a:ext>
            </a:extLst>
          </p:cNvPr>
          <p:cNvSpPr>
            <a:spLocks xmlns:a="http://schemas.openxmlformats.org/drawingml/2006/main" noGrp="1"/>
          </p:cNvSpPr>
          <p:nvPr/>
        </p:nvSpPr>
        <p:spPr>
          <a:xfrm xmlns:a="http://schemas.openxmlformats.org/drawingml/2006/main">
            <a:off x="6135984" y="39635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4" name="L-Town node n553">
            <a:extLst xmlns:a="http://schemas.openxmlformats.org/drawingml/2006/main">
              <a:ext uri="{FF2B5EF4-FFF2-40B4-BE49-F238E27FC236}">
                <a16:creationId xmlns:a16="http://schemas.microsoft.com/office/drawing/2014/main" id="{CD89CF0C-1563-4466-82B4-7B185C5839F6}"/>
              </a:ext>
            </a:extLst>
          </p:cNvPr>
          <p:cNvSpPr>
            <a:spLocks xmlns:a="http://schemas.openxmlformats.org/drawingml/2006/main" noGrp="1"/>
          </p:cNvSpPr>
          <p:nvPr/>
        </p:nvSpPr>
        <p:spPr>
          <a:xfrm xmlns:a="http://schemas.openxmlformats.org/drawingml/2006/main">
            <a:off x="5957714" y="42639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5" name="L-Town node n554">
            <a:extLst xmlns:a="http://schemas.openxmlformats.org/drawingml/2006/main">
              <a:ext uri="{FF2B5EF4-FFF2-40B4-BE49-F238E27FC236}">
                <a16:creationId xmlns:a16="http://schemas.microsoft.com/office/drawing/2014/main" id="{F1499517-6511-4FA2-AFDE-431045236E97}"/>
              </a:ext>
            </a:extLst>
          </p:cNvPr>
          <p:cNvSpPr>
            <a:spLocks xmlns:a="http://schemas.openxmlformats.org/drawingml/2006/main" noGrp="1"/>
          </p:cNvSpPr>
          <p:nvPr/>
        </p:nvSpPr>
        <p:spPr>
          <a:xfrm xmlns:a="http://schemas.openxmlformats.org/drawingml/2006/main">
            <a:off x="5969389" y="432769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6" name="L-Town node n555">
            <a:extLst xmlns:a="http://schemas.openxmlformats.org/drawingml/2006/main">
              <a:ext uri="{FF2B5EF4-FFF2-40B4-BE49-F238E27FC236}">
                <a16:creationId xmlns:a16="http://schemas.microsoft.com/office/drawing/2014/main" id="{A2B538E6-A74D-4F76-8889-AE42811815F8}"/>
              </a:ext>
            </a:extLst>
          </p:cNvPr>
          <p:cNvSpPr>
            <a:spLocks xmlns:a="http://schemas.openxmlformats.org/drawingml/2006/main" noGrp="1"/>
          </p:cNvSpPr>
          <p:nvPr/>
        </p:nvSpPr>
        <p:spPr>
          <a:xfrm xmlns:a="http://schemas.openxmlformats.org/drawingml/2006/main">
            <a:off x="5981064" y="43914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7" name="L-Town node n556">
            <a:extLst xmlns:a="http://schemas.openxmlformats.org/drawingml/2006/main">
              <a:ext uri="{FF2B5EF4-FFF2-40B4-BE49-F238E27FC236}">
                <a16:creationId xmlns:a16="http://schemas.microsoft.com/office/drawing/2014/main" id="{77991ADF-9FCA-465E-9BD7-21B04FC151E3}"/>
              </a:ext>
            </a:extLst>
          </p:cNvPr>
          <p:cNvSpPr>
            <a:spLocks xmlns:a="http://schemas.openxmlformats.org/drawingml/2006/main" noGrp="1"/>
          </p:cNvSpPr>
          <p:nvPr/>
        </p:nvSpPr>
        <p:spPr>
          <a:xfrm xmlns:a="http://schemas.openxmlformats.org/drawingml/2006/main">
            <a:off x="6065156" y="40897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8" name="L-Town node n557">
            <a:extLst xmlns:a="http://schemas.openxmlformats.org/drawingml/2006/main">
              <a:ext uri="{FF2B5EF4-FFF2-40B4-BE49-F238E27FC236}">
                <a16:creationId xmlns:a16="http://schemas.microsoft.com/office/drawing/2014/main" id="{3A370A80-DEF4-4353-9A21-A0E5533C7D76}"/>
              </a:ext>
            </a:extLst>
          </p:cNvPr>
          <p:cNvSpPr>
            <a:spLocks xmlns:a="http://schemas.openxmlformats.org/drawingml/2006/main" noGrp="1"/>
          </p:cNvSpPr>
          <p:nvPr/>
        </p:nvSpPr>
        <p:spPr>
          <a:xfrm xmlns:a="http://schemas.openxmlformats.org/drawingml/2006/main">
            <a:off x="6159876" y="394110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69" name="L-Town node n558">
            <a:extLst xmlns:a="http://schemas.openxmlformats.org/drawingml/2006/main">
              <a:ext uri="{FF2B5EF4-FFF2-40B4-BE49-F238E27FC236}">
                <a16:creationId xmlns:a16="http://schemas.microsoft.com/office/drawing/2014/main" id="{B4405D8B-34E0-4D7D-BFBF-50053FA92A75}"/>
              </a:ext>
            </a:extLst>
          </p:cNvPr>
          <p:cNvSpPr>
            <a:spLocks xmlns:a="http://schemas.openxmlformats.org/drawingml/2006/main" noGrp="1"/>
          </p:cNvSpPr>
          <p:nvPr/>
        </p:nvSpPr>
        <p:spPr>
          <a:xfrm xmlns:a="http://schemas.openxmlformats.org/drawingml/2006/main">
            <a:off x="6006063" y="422773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0" name="L-Town node n559">
            <a:extLst xmlns:a="http://schemas.openxmlformats.org/drawingml/2006/main">
              <a:ext uri="{FF2B5EF4-FFF2-40B4-BE49-F238E27FC236}">
                <a16:creationId xmlns:a16="http://schemas.microsoft.com/office/drawing/2014/main" id="{98E0440B-FA25-44C2-9D50-08A1C3C026A5}"/>
              </a:ext>
            </a:extLst>
          </p:cNvPr>
          <p:cNvSpPr>
            <a:spLocks xmlns:a="http://schemas.openxmlformats.org/drawingml/2006/main" noGrp="1"/>
          </p:cNvSpPr>
          <p:nvPr/>
        </p:nvSpPr>
        <p:spPr>
          <a:xfrm xmlns:a="http://schemas.openxmlformats.org/drawingml/2006/main">
            <a:off x="6014227" y="42813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1" name="L-Town node n560">
            <a:extLst xmlns:a="http://schemas.openxmlformats.org/drawingml/2006/main">
              <a:ext uri="{FF2B5EF4-FFF2-40B4-BE49-F238E27FC236}">
                <a16:creationId xmlns:a16="http://schemas.microsoft.com/office/drawing/2014/main" id="{567AFD2A-0A2D-433E-A610-B10B5FC5B595}"/>
              </a:ext>
            </a:extLst>
          </p:cNvPr>
          <p:cNvSpPr>
            <a:spLocks xmlns:a="http://schemas.openxmlformats.org/drawingml/2006/main" noGrp="1"/>
          </p:cNvSpPr>
          <p:nvPr/>
        </p:nvSpPr>
        <p:spPr>
          <a:xfrm xmlns:a="http://schemas.openxmlformats.org/drawingml/2006/main">
            <a:off x="6022380" y="43350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2" name="L-Town node n561">
            <a:extLst xmlns:a="http://schemas.openxmlformats.org/drawingml/2006/main">
              <a:ext uri="{FF2B5EF4-FFF2-40B4-BE49-F238E27FC236}">
                <a16:creationId xmlns:a16="http://schemas.microsoft.com/office/drawing/2014/main" id="{CBD40A10-29D1-483C-AFFA-B06B5B9A0D01}"/>
              </a:ext>
            </a:extLst>
          </p:cNvPr>
          <p:cNvSpPr>
            <a:spLocks xmlns:a="http://schemas.openxmlformats.org/drawingml/2006/main" noGrp="1"/>
          </p:cNvSpPr>
          <p:nvPr/>
        </p:nvSpPr>
        <p:spPr>
          <a:xfrm xmlns:a="http://schemas.openxmlformats.org/drawingml/2006/main">
            <a:off x="6030532" y="438867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3" name="L-Town node n562">
            <a:extLst xmlns:a="http://schemas.openxmlformats.org/drawingml/2006/main">
              <a:ext uri="{FF2B5EF4-FFF2-40B4-BE49-F238E27FC236}">
                <a16:creationId xmlns:a16="http://schemas.microsoft.com/office/drawing/2014/main" id="{95EC48C9-7235-4B68-AE17-CCA44441C1F0}"/>
              </a:ext>
            </a:extLst>
          </p:cNvPr>
          <p:cNvSpPr>
            <a:spLocks xmlns:a="http://schemas.openxmlformats.org/drawingml/2006/main" noGrp="1"/>
          </p:cNvSpPr>
          <p:nvPr/>
        </p:nvSpPr>
        <p:spPr>
          <a:xfrm xmlns:a="http://schemas.openxmlformats.org/drawingml/2006/main">
            <a:off x="5910448" y="44166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4" name="L-Town node n563">
            <a:extLst xmlns:a="http://schemas.openxmlformats.org/drawingml/2006/main">
              <a:ext uri="{FF2B5EF4-FFF2-40B4-BE49-F238E27FC236}">
                <a16:creationId xmlns:a16="http://schemas.microsoft.com/office/drawing/2014/main" id="{848CE945-E133-40BD-AB15-783C7E84CF34}"/>
              </a:ext>
            </a:extLst>
          </p:cNvPr>
          <p:cNvSpPr>
            <a:spLocks xmlns:a="http://schemas.openxmlformats.org/drawingml/2006/main" noGrp="1"/>
          </p:cNvSpPr>
          <p:nvPr/>
        </p:nvSpPr>
        <p:spPr>
          <a:xfrm xmlns:a="http://schemas.openxmlformats.org/drawingml/2006/main">
            <a:off x="6075323" y="419756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5" name="L-Town node n564">
            <a:extLst xmlns:a="http://schemas.openxmlformats.org/drawingml/2006/main">
              <a:ext uri="{FF2B5EF4-FFF2-40B4-BE49-F238E27FC236}">
                <a16:creationId xmlns:a16="http://schemas.microsoft.com/office/drawing/2014/main" id="{E1C36FAD-3712-4661-B455-B88C04096ACD}"/>
              </a:ext>
            </a:extLst>
          </p:cNvPr>
          <p:cNvSpPr>
            <a:spLocks xmlns:a="http://schemas.openxmlformats.org/drawingml/2006/main" noGrp="1"/>
          </p:cNvSpPr>
          <p:nvPr/>
        </p:nvSpPr>
        <p:spPr>
          <a:xfrm xmlns:a="http://schemas.openxmlformats.org/drawingml/2006/main">
            <a:off x="6084760" y="42551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6" name="L-Town node n565">
            <a:extLst xmlns:a="http://schemas.openxmlformats.org/drawingml/2006/main">
              <a:ext uri="{FF2B5EF4-FFF2-40B4-BE49-F238E27FC236}">
                <a16:creationId xmlns:a16="http://schemas.microsoft.com/office/drawing/2014/main" id="{FEE193E4-D77A-4407-B57C-E00BED16CC55}"/>
              </a:ext>
            </a:extLst>
          </p:cNvPr>
          <p:cNvSpPr>
            <a:spLocks xmlns:a="http://schemas.openxmlformats.org/drawingml/2006/main" noGrp="1"/>
          </p:cNvSpPr>
          <p:nvPr/>
        </p:nvSpPr>
        <p:spPr>
          <a:xfrm xmlns:a="http://schemas.openxmlformats.org/drawingml/2006/main">
            <a:off x="6094185" y="43127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7" name="L-Town node n566">
            <a:extLst xmlns:a="http://schemas.openxmlformats.org/drawingml/2006/main">
              <a:ext uri="{FF2B5EF4-FFF2-40B4-BE49-F238E27FC236}">
                <a16:creationId xmlns:a16="http://schemas.microsoft.com/office/drawing/2014/main" id="{B7A7F671-A3C7-4C68-8560-396B004D4421}"/>
              </a:ext>
            </a:extLst>
          </p:cNvPr>
          <p:cNvSpPr>
            <a:spLocks xmlns:a="http://schemas.openxmlformats.org/drawingml/2006/main" noGrp="1"/>
          </p:cNvSpPr>
          <p:nvPr/>
        </p:nvSpPr>
        <p:spPr>
          <a:xfrm xmlns:a="http://schemas.openxmlformats.org/drawingml/2006/main">
            <a:off x="6103621" y="43703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8" name="L-Town node n567">
            <a:extLst xmlns:a="http://schemas.openxmlformats.org/drawingml/2006/main">
              <a:ext uri="{FF2B5EF4-FFF2-40B4-BE49-F238E27FC236}">
                <a16:creationId xmlns:a16="http://schemas.microsoft.com/office/drawing/2014/main" id="{A83860F2-CA93-4BA3-9301-C26018A257C9}"/>
              </a:ext>
            </a:extLst>
          </p:cNvPr>
          <p:cNvSpPr>
            <a:spLocks xmlns:a="http://schemas.openxmlformats.org/drawingml/2006/main" noGrp="1"/>
          </p:cNvSpPr>
          <p:nvPr/>
        </p:nvSpPr>
        <p:spPr>
          <a:xfrm xmlns:a="http://schemas.openxmlformats.org/drawingml/2006/main">
            <a:off x="6228677" y="394584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79" name="L-Town node n568">
            <a:extLst xmlns:a="http://schemas.openxmlformats.org/drawingml/2006/main">
              <a:ext uri="{FF2B5EF4-FFF2-40B4-BE49-F238E27FC236}">
                <a16:creationId xmlns:a16="http://schemas.microsoft.com/office/drawing/2014/main" id="{6170F4FC-EC7F-424B-9DBD-AF0C0321A7EA}"/>
              </a:ext>
            </a:extLst>
          </p:cNvPr>
          <p:cNvSpPr>
            <a:spLocks xmlns:a="http://schemas.openxmlformats.org/drawingml/2006/main" noGrp="1"/>
          </p:cNvSpPr>
          <p:nvPr/>
        </p:nvSpPr>
        <p:spPr>
          <a:xfrm xmlns:a="http://schemas.openxmlformats.org/drawingml/2006/main">
            <a:off x="6232458" y="400287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0" name="L-Town node n569">
            <a:extLst xmlns:a="http://schemas.openxmlformats.org/drawingml/2006/main">
              <a:ext uri="{FF2B5EF4-FFF2-40B4-BE49-F238E27FC236}">
                <a16:creationId xmlns:a16="http://schemas.microsoft.com/office/drawing/2014/main" id="{FF48ED3D-76EE-4847-9471-607DC6C2C196}"/>
              </a:ext>
            </a:extLst>
          </p:cNvPr>
          <p:cNvSpPr>
            <a:spLocks xmlns:a="http://schemas.openxmlformats.org/drawingml/2006/main" noGrp="1"/>
          </p:cNvSpPr>
          <p:nvPr/>
        </p:nvSpPr>
        <p:spPr>
          <a:xfrm xmlns:a="http://schemas.openxmlformats.org/drawingml/2006/main">
            <a:off x="6117228" y="417999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1" name="L-Town node n570">
            <a:extLst xmlns:a="http://schemas.openxmlformats.org/drawingml/2006/main">
              <a:ext uri="{FF2B5EF4-FFF2-40B4-BE49-F238E27FC236}">
                <a16:creationId xmlns:a16="http://schemas.microsoft.com/office/drawing/2014/main" id="{844FB0C7-2FF4-4455-ADCB-5DE5F0CBB793}"/>
              </a:ext>
            </a:extLst>
          </p:cNvPr>
          <p:cNvSpPr>
            <a:spLocks xmlns:a="http://schemas.openxmlformats.org/drawingml/2006/main" noGrp="1"/>
          </p:cNvSpPr>
          <p:nvPr/>
        </p:nvSpPr>
        <p:spPr>
          <a:xfrm xmlns:a="http://schemas.openxmlformats.org/drawingml/2006/main">
            <a:off x="6127395" y="423946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2" name="L-Town node n571">
            <a:extLst xmlns:a="http://schemas.openxmlformats.org/drawingml/2006/main">
              <a:ext uri="{FF2B5EF4-FFF2-40B4-BE49-F238E27FC236}">
                <a16:creationId xmlns:a16="http://schemas.microsoft.com/office/drawing/2014/main" id="{4C25646F-CC0C-44C5-961E-B95CE34700D5}"/>
              </a:ext>
            </a:extLst>
          </p:cNvPr>
          <p:cNvSpPr>
            <a:spLocks xmlns:a="http://schemas.openxmlformats.org/drawingml/2006/main" noGrp="1"/>
          </p:cNvSpPr>
          <p:nvPr/>
        </p:nvSpPr>
        <p:spPr>
          <a:xfrm xmlns:a="http://schemas.openxmlformats.org/drawingml/2006/main">
            <a:off x="6137574" y="429895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3" name="L-Town node n572">
            <a:extLst xmlns:a="http://schemas.openxmlformats.org/drawingml/2006/main">
              <a:ext uri="{FF2B5EF4-FFF2-40B4-BE49-F238E27FC236}">
                <a16:creationId xmlns:a16="http://schemas.microsoft.com/office/drawing/2014/main" id="{47E93064-BB3D-4CE7-9C39-2394C4DF0533}"/>
              </a:ext>
            </a:extLst>
          </p:cNvPr>
          <p:cNvSpPr>
            <a:spLocks xmlns:a="http://schemas.openxmlformats.org/drawingml/2006/main" noGrp="1"/>
          </p:cNvSpPr>
          <p:nvPr/>
        </p:nvSpPr>
        <p:spPr>
          <a:xfrm xmlns:a="http://schemas.openxmlformats.org/drawingml/2006/main">
            <a:off x="6147753" y="43584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4" name="L-Town node n573">
            <a:extLst xmlns:a="http://schemas.openxmlformats.org/drawingml/2006/main">
              <a:ext uri="{FF2B5EF4-FFF2-40B4-BE49-F238E27FC236}">
                <a16:creationId xmlns:a16="http://schemas.microsoft.com/office/drawing/2014/main" id="{5B7B29D1-8C74-45D4-85E9-594AAE03C5EB}"/>
              </a:ext>
            </a:extLst>
          </p:cNvPr>
          <p:cNvSpPr>
            <a:spLocks xmlns:a="http://schemas.openxmlformats.org/drawingml/2006/main" noGrp="1"/>
          </p:cNvSpPr>
          <p:nvPr/>
        </p:nvSpPr>
        <p:spPr>
          <a:xfrm xmlns:a="http://schemas.openxmlformats.org/drawingml/2006/main">
            <a:off x="6155187" y="41634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5" name="L-Town node n574">
            <a:extLst xmlns:a="http://schemas.openxmlformats.org/drawingml/2006/main">
              <a:ext uri="{FF2B5EF4-FFF2-40B4-BE49-F238E27FC236}">
                <a16:creationId xmlns:a16="http://schemas.microsoft.com/office/drawing/2014/main" id="{35CFCAAE-94BE-4878-B372-A79BE0130735}"/>
              </a:ext>
            </a:extLst>
          </p:cNvPr>
          <p:cNvSpPr>
            <a:spLocks xmlns:a="http://schemas.openxmlformats.org/drawingml/2006/main" noGrp="1"/>
          </p:cNvSpPr>
          <p:nvPr/>
        </p:nvSpPr>
        <p:spPr>
          <a:xfrm xmlns:a="http://schemas.openxmlformats.org/drawingml/2006/main">
            <a:off x="6161584" y="422596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6" name="L-Town node n575">
            <a:extLst xmlns:a="http://schemas.openxmlformats.org/drawingml/2006/main">
              <a:ext uri="{FF2B5EF4-FFF2-40B4-BE49-F238E27FC236}">
                <a16:creationId xmlns:a16="http://schemas.microsoft.com/office/drawing/2014/main" id="{4B0D1125-E214-4035-8A37-B734BFAC9467}"/>
              </a:ext>
            </a:extLst>
          </p:cNvPr>
          <p:cNvSpPr>
            <a:spLocks xmlns:a="http://schemas.openxmlformats.org/drawingml/2006/main" noGrp="1"/>
          </p:cNvSpPr>
          <p:nvPr/>
        </p:nvSpPr>
        <p:spPr>
          <a:xfrm xmlns:a="http://schemas.openxmlformats.org/drawingml/2006/main">
            <a:off x="6167993" y="42885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7" name="L-Town node n576">
            <a:extLst xmlns:a="http://schemas.openxmlformats.org/drawingml/2006/main">
              <a:ext uri="{FF2B5EF4-FFF2-40B4-BE49-F238E27FC236}">
                <a16:creationId xmlns:a16="http://schemas.microsoft.com/office/drawing/2014/main" id="{419DD016-9BF7-4383-A0EF-9E0EB04BCD9B}"/>
              </a:ext>
            </a:extLst>
          </p:cNvPr>
          <p:cNvSpPr>
            <a:spLocks xmlns:a="http://schemas.openxmlformats.org/drawingml/2006/main" noGrp="1"/>
          </p:cNvSpPr>
          <p:nvPr/>
        </p:nvSpPr>
        <p:spPr>
          <a:xfrm xmlns:a="http://schemas.openxmlformats.org/drawingml/2006/main">
            <a:off x="6174390" y="43510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8" name="L-Town node n577">
            <a:extLst xmlns:a="http://schemas.openxmlformats.org/drawingml/2006/main">
              <a:ext uri="{FF2B5EF4-FFF2-40B4-BE49-F238E27FC236}">
                <a16:creationId xmlns:a16="http://schemas.microsoft.com/office/drawing/2014/main" id="{81E94829-E5B3-423F-B913-3E89078F8203}"/>
              </a:ext>
            </a:extLst>
          </p:cNvPr>
          <p:cNvSpPr>
            <a:spLocks xmlns:a="http://schemas.openxmlformats.org/drawingml/2006/main" noGrp="1"/>
          </p:cNvSpPr>
          <p:nvPr/>
        </p:nvSpPr>
        <p:spPr>
          <a:xfrm xmlns:a="http://schemas.openxmlformats.org/drawingml/2006/main">
            <a:off x="6297112" y="39543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89" name="L-Town node n578">
            <a:extLst xmlns:a="http://schemas.openxmlformats.org/drawingml/2006/main">
              <a:ext uri="{FF2B5EF4-FFF2-40B4-BE49-F238E27FC236}">
                <a16:creationId xmlns:a16="http://schemas.microsoft.com/office/drawing/2014/main" id="{CADCB423-95F0-4E20-B1C7-2D8B68A1F046}"/>
              </a:ext>
            </a:extLst>
          </p:cNvPr>
          <p:cNvSpPr>
            <a:spLocks xmlns:a="http://schemas.openxmlformats.org/drawingml/2006/main" noGrp="1"/>
          </p:cNvSpPr>
          <p:nvPr/>
        </p:nvSpPr>
        <p:spPr>
          <a:xfrm xmlns:a="http://schemas.openxmlformats.org/drawingml/2006/main">
            <a:off x="6349667" y="390004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0" name="L-Town node n579">
            <a:extLst xmlns:a="http://schemas.openxmlformats.org/drawingml/2006/main">
              <a:ext uri="{FF2B5EF4-FFF2-40B4-BE49-F238E27FC236}">
                <a16:creationId xmlns:a16="http://schemas.microsoft.com/office/drawing/2014/main" id="{71BDF29A-187B-42FF-8371-8152F91A73C9}"/>
              </a:ext>
            </a:extLst>
          </p:cNvPr>
          <p:cNvSpPr>
            <a:spLocks xmlns:a="http://schemas.openxmlformats.org/drawingml/2006/main" noGrp="1"/>
          </p:cNvSpPr>
          <p:nvPr/>
        </p:nvSpPr>
        <p:spPr>
          <a:xfrm xmlns:a="http://schemas.openxmlformats.org/drawingml/2006/main">
            <a:off x="6355240" y="394369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1" name="L-Town node n580">
            <a:extLst xmlns:a="http://schemas.openxmlformats.org/drawingml/2006/main">
              <a:ext uri="{FF2B5EF4-FFF2-40B4-BE49-F238E27FC236}">
                <a16:creationId xmlns:a16="http://schemas.microsoft.com/office/drawing/2014/main" id="{2B91ACC2-882A-4FD2-86E9-50466672F526}"/>
              </a:ext>
            </a:extLst>
          </p:cNvPr>
          <p:cNvSpPr>
            <a:spLocks xmlns:a="http://schemas.openxmlformats.org/drawingml/2006/main" noGrp="1"/>
          </p:cNvSpPr>
          <p:nvPr/>
        </p:nvSpPr>
        <p:spPr>
          <a:xfrm xmlns:a="http://schemas.openxmlformats.org/drawingml/2006/main">
            <a:off x="6337863" y="41211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2" name="L-Town node n581">
            <a:extLst xmlns:a="http://schemas.openxmlformats.org/drawingml/2006/main">
              <a:ext uri="{FF2B5EF4-FFF2-40B4-BE49-F238E27FC236}">
                <a16:creationId xmlns:a16="http://schemas.microsoft.com/office/drawing/2014/main" id="{32DC85A7-B0D9-44F7-A800-3B6CE01014F0}"/>
              </a:ext>
            </a:extLst>
          </p:cNvPr>
          <p:cNvSpPr>
            <a:spLocks xmlns:a="http://schemas.openxmlformats.org/drawingml/2006/main" noGrp="1"/>
          </p:cNvSpPr>
          <p:nvPr/>
        </p:nvSpPr>
        <p:spPr>
          <a:xfrm xmlns:a="http://schemas.openxmlformats.org/drawingml/2006/main">
            <a:off x="6251437" y="42818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3" name="L-Town node n582">
            <a:extLst xmlns:a="http://schemas.openxmlformats.org/drawingml/2006/main">
              <a:ext uri="{FF2B5EF4-FFF2-40B4-BE49-F238E27FC236}">
                <a16:creationId xmlns:a16="http://schemas.microsoft.com/office/drawing/2014/main" id="{24C698A0-6223-4B2D-B014-687B12BA4149}"/>
              </a:ext>
            </a:extLst>
          </p:cNvPr>
          <p:cNvSpPr>
            <a:spLocks xmlns:a="http://schemas.openxmlformats.org/drawingml/2006/main" noGrp="1"/>
          </p:cNvSpPr>
          <p:nvPr/>
        </p:nvSpPr>
        <p:spPr>
          <a:xfrm xmlns:a="http://schemas.openxmlformats.org/drawingml/2006/main">
            <a:off x="6256845" y="434048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4" name="L-Town node n583">
            <a:extLst xmlns:a="http://schemas.openxmlformats.org/drawingml/2006/main">
              <a:ext uri="{FF2B5EF4-FFF2-40B4-BE49-F238E27FC236}">
                <a16:creationId xmlns:a16="http://schemas.microsoft.com/office/drawing/2014/main" id="{153DAAB1-8F7C-48BA-A09E-667D3C41DF68}"/>
              </a:ext>
            </a:extLst>
          </p:cNvPr>
          <p:cNvSpPr>
            <a:spLocks xmlns:a="http://schemas.openxmlformats.org/drawingml/2006/main" noGrp="1"/>
          </p:cNvSpPr>
          <p:nvPr/>
        </p:nvSpPr>
        <p:spPr>
          <a:xfrm xmlns:a="http://schemas.openxmlformats.org/drawingml/2006/main">
            <a:off x="6527984" y="39258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5" name="L-Town node n584">
            <a:extLst xmlns:a="http://schemas.openxmlformats.org/drawingml/2006/main">
              <a:ext uri="{FF2B5EF4-FFF2-40B4-BE49-F238E27FC236}">
                <a16:creationId xmlns:a16="http://schemas.microsoft.com/office/drawing/2014/main" id="{97389ECA-BD73-445D-B156-7C5E61EA7CBD}"/>
              </a:ext>
            </a:extLst>
          </p:cNvPr>
          <p:cNvSpPr>
            <a:spLocks xmlns:a="http://schemas.openxmlformats.org/drawingml/2006/main" noGrp="1"/>
          </p:cNvSpPr>
          <p:nvPr/>
        </p:nvSpPr>
        <p:spPr>
          <a:xfrm xmlns:a="http://schemas.openxmlformats.org/drawingml/2006/main">
            <a:off x="6589375" y="393160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6" name="L-Town node n585">
            <a:extLst xmlns:a="http://schemas.openxmlformats.org/drawingml/2006/main">
              <a:ext uri="{FF2B5EF4-FFF2-40B4-BE49-F238E27FC236}">
                <a16:creationId xmlns:a16="http://schemas.microsoft.com/office/drawing/2014/main" id="{B880B583-1A55-4CE2-8B56-26640F1551F3}"/>
              </a:ext>
            </a:extLst>
          </p:cNvPr>
          <p:cNvSpPr>
            <a:spLocks xmlns:a="http://schemas.openxmlformats.org/drawingml/2006/main" noGrp="1"/>
          </p:cNvSpPr>
          <p:nvPr/>
        </p:nvSpPr>
        <p:spPr>
          <a:xfrm xmlns:a="http://schemas.openxmlformats.org/drawingml/2006/main">
            <a:off x="6643414" y="392909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7" name="L-Town node n586">
            <a:extLst xmlns:a="http://schemas.openxmlformats.org/drawingml/2006/main">
              <a:ext uri="{FF2B5EF4-FFF2-40B4-BE49-F238E27FC236}">
                <a16:creationId xmlns:a16="http://schemas.microsoft.com/office/drawing/2014/main" id="{794EA08C-4880-4C70-B944-EBDB4F92F2FB}"/>
              </a:ext>
            </a:extLst>
          </p:cNvPr>
          <p:cNvSpPr>
            <a:spLocks xmlns:a="http://schemas.openxmlformats.org/drawingml/2006/main" noGrp="1"/>
          </p:cNvSpPr>
          <p:nvPr/>
        </p:nvSpPr>
        <p:spPr>
          <a:xfrm xmlns:a="http://schemas.openxmlformats.org/drawingml/2006/main">
            <a:off x="6468867" y="39702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8" name="L-Town node n587">
            <a:extLst xmlns:a="http://schemas.openxmlformats.org/drawingml/2006/main">
              <a:ext uri="{FF2B5EF4-FFF2-40B4-BE49-F238E27FC236}">
                <a16:creationId xmlns:a16="http://schemas.microsoft.com/office/drawing/2014/main" id="{83473388-813A-49A7-89BE-B0989B1E5381}"/>
              </a:ext>
            </a:extLst>
          </p:cNvPr>
          <p:cNvSpPr>
            <a:spLocks xmlns:a="http://schemas.openxmlformats.org/drawingml/2006/main" noGrp="1"/>
          </p:cNvSpPr>
          <p:nvPr/>
        </p:nvSpPr>
        <p:spPr>
          <a:xfrm xmlns:a="http://schemas.openxmlformats.org/drawingml/2006/main">
            <a:off x="6464167" y="402009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099" name="L-Town node n588">
            <a:extLst xmlns:a="http://schemas.openxmlformats.org/drawingml/2006/main">
              <a:ext uri="{FF2B5EF4-FFF2-40B4-BE49-F238E27FC236}">
                <a16:creationId xmlns:a16="http://schemas.microsoft.com/office/drawing/2014/main" id="{BA5AA8F5-877F-4FB2-A72F-C9ADD4F421BA}"/>
              </a:ext>
            </a:extLst>
          </p:cNvPr>
          <p:cNvSpPr>
            <a:spLocks xmlns:a="http://schemas.openxmlformats.org/drawingml/2006/main" noGrp="1"/>
          </p:cNvSpPr>
          <p:nvPr/>
        </p:nvSpPr>
        <p:spPr>
          <a:xfrm xmlns:a="http://schemas.openxmlformats.org/drawingml/2006/main">
            <a:off x="6393964" y="412758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0" name="L-Town node n589">
            <a:extLst xmlns:a="http://schemas.openxmlformats.org/drawingml/2006/main">
              <a:ext uri="{FF2B5EF4-FFF2-40B4-BE49-F238E27FC236}">
                <a16:creationId xmlns:a16="http://schemas.microsoft.com/office/drawing/2014/main" id="{1942746D-A40D-4F0F-91BC-9D70A5271710}"/>
              </a:ext>
            </a:extLst>
          </p:cNvPr>
          <p:cNvSpPr>
            <a:spLocks xmlns:a="http://schemas.openxmlformats.org/drawingml/2006/main" noGrp="1"/>
          </p:cNvSpPr>
          <p:nvPr/>
        </p:nvSpPr>
        <p:spPr>
          <a:xfrm xmlns:a="http://schemas.openxmlformats.org/drawingml/2006/main">
            <a:off x="6361955" y="424666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1" name="L-Town node n590">
            <a:extLst xmlns:a="http://schemas.openxmlformats.org/drawingml/2006/main">
              <a:ext uri="{FF2B5EF4-FFF2-40B4-BE49-F238E27FC236}">
                <a16:creationId xmlns:a16="http://schemas.microsoft.com/office/drawing/2014/main" id="{D9F51DC3-5B4E-450A-8CA8-4E315743401A}"/>
              </a:ext>
            </a:extLst>
          </p:cNvPr>
          <p:cNvSpPr>
            <a:spLocks xmlns:a="http://schemas.openxmlformats.org/drawingml/2006/main" noGrp="1"/>
          </p:cNvSpPr>
          <p:nvPr/>
        </p:nvSpPr>
        <p:spPr>
          <a:xfrm xmlns:a="http://schemas.openxmlformats.org/drawingml/2006/main">
            <a:off x="6364323" y="431356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2" name="L-Town node n591">
            <a:extLst xmlns:a="http://schemas.openxmlformats.org/drawingml/2006/main">
              <a:ext uri="{FF2B5EF4-FFF2-40B4-BE49-F238E27FC236}">
                <a16:creationId xmlns:a16="http://schemas.microsoft.com/office/drawing/2014/main" id="{D9F6C9F2-DBF7-41E0-B868-C7AB7C8DD5FB}"/>
              </a:ext>
            </a:extLst>
          </p:cNvPr>
          <p:cNvSpPr>
            <a:spLocks xmlns:a="http://schemas.openxmlformats.org/drawingml/2006/main" noGrp="1"/>
          </p:cNvSpPr>
          <p:nvPr/>
        </p:nvSpPr>
        <p:spPr>
          <a:xfrm xmlns:a="http://schemas.openxmlformats.org/drawingml/2006/main">
            <a:off x="6314489" y="43897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3" name="L-Town node n592">
            <a:extLst xmlns:a="http://schemas.openxmlformats.org/drawingml/2006/main">
              <a:ext uri="{FF2B5EF4-FFF2-40B4-BE49-F238E27FC236}">
                <a16:creationId xmlns:a16="http://schemas.microsoft.com/office/drawing/2014/main" id="{248EED3C-62A1-43B5-B10D-7784922E1C88}"/>
              </a:ext>
            </a:extLst>
          </p:cNvPr>
          <p:cNvSpPr>
            <a:spLocks xmlns:a="http://schemas.openxmlformats.org/drawingml/2006/main" noGrp="1"/>
          </p:cNvSpPr>
          <p:nvPr/>
        </p:nvSpPr>
        <p:spPr>
          <a:xfrm xmlns:a="http://schemas.openxmlformats.org/drawingml/2006/main">
            <a:off x="6457734" y="41290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4" name="L-Town node n593">
            <a:extLst xmlns:a="http://schemas.openxmlformats.org/drawingml/2006/main">
              <a:ext uri="{FF2B5EF4-FFF2-40B4-BE49-F238E27FC236}">
                <a16:creationId xmlns:a16="http://schemas.microsoft.com/office/drawing/2014/main" id="{38B5B209-FBED-46AA-B0D1-B882CA525CA8}"/>
              </a:ext>
            </a:extLst>
          </p:cNvPr>
          <p:cNvSpPr>
            <a:spLocks xmlns:a="http://schemas.openxmlformats.org/drawingml/2006/main" noGrp="1"/>
          </p:cNvSpPr>
          <p:nvPr/>
        </p:nvSpPr>
        <p:spPr>
          <a:xfrm xmlns:a="http://schemas.openxmlformats.org/drawingml/2006/main">
            <a:off x="6455991" y="418814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5" name="L-Town node n594">
            <a:extLst xmlns:a="http://schemas.openxmlformats.org/drawingml/2006/main">
              <a:ext uri="{FF2B5EF4-FFF2-40B4-BE49-F238E27FC236}">
                <a16:creationId xmlns:a16="http://schemas.microsoft.com/office/drawing/2014/main" id="{1C92656D-F7D1-47E1-8BB6-406FD0A40405}"/>
              </a:ext>
            </a:extLst>
          </p:cNvPr>
          <p:cNvSpPr>
            <a:spLocks xmlns:a="http://schemas.openxmlformats.org/drawingml/2006/main" noGrp="1"/>
          </p:cNvSpPr>
          <p:nvPr/>
        </p:nvSpPr>
        <p:spPr>
          <a:xfrm xmlns:a="http://schemas.openxmlformats.org/drawingml/2006/main">
            <a:off x="6454259" y="42472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6" name="L-Town node n595">
            <a:extLst xmlns:a="http://schemas.openxmlformats.org/drawingml/2006/main">
              <a:ext uri="{FF2B5EF4-FFF2-40B4-BE49-F238E27FC236}">
                <a16:creationId xmlns:a16="http://schemas.microsoft.com/office/drawing/2014/main" id="{81D71783-FAAA-4467-8A72-5452FA7FA357}"/>
              </a:ext>
            </a:extLst>
          </p:cNvPr>
          <p:cNvSpPr>
            <a:spLocks xmlns:a="http://schemas.openxmlformats.org/drawingml/2006/main" noGrp="1"/>
          </p:cNvSpPr>
          <p:nvPr/>
        </p:nvSpPr>
        <p:spPr>
          <a:xfrm xmlns:a="http://schemas.openxmlformats.org/drawingml/2006/main">
            <a:off x="6452515" y="430635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7" name="L-Town node n596">
            <a:extLst xmlns:a="http://schemas.openxmlformats.org/drawingml/2006/main">
              <a:ext uri="{FF2B5EF4-FFF2-40B4-BE49-F238E27FC236}">
                <a16:creationId xmlns:a16="http://schemas.microsoft.com/office/drawing/2014/main" id="{1E3E5AFA-D12F-45A3-A41F-BFEC5E8A7CB6}"/>
              </a:ext>
            </a:extLst>
          </p:cNvPr>
          <p:cNvSpPr>
            <a:spLocks xmlns:a="http://schemas.openxmlformats.org/drawingml/2006/main" noGrp="1"/>
          </p:cNvSpPr>
          <p:nvPr/>
        </p:nvSpPr>
        <p:spPr>
          <a:xfrm xmlns:a="http://schemas.openxmlformats.org/drawingml/2006/main">
            <a:off x="6520492" y="40726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8" name="L-Town node n597">
            <a:extLst xmlns:a="http://schemas.openxmlformats.org/drawingml/2006/main">
              <a:ext uri="{FF2B5EF4-FFF2-40B4-BE49-F238E27FC236}">
                <a16:creationId xmlns:a16="http://schemas.microsoft.com/office/drawing/2014/main" id="{B3CD9C3C-5482-4006-A478-B192A760C123}"/>
              </a:ext>
            </a:extLst>
          </p:cNvPr>
          <p:cNvSpPr>
            <a:spLocks xmlns:a="http://schemas.openxmlformats.org/drawingml/2006/main" noGrp="1"/>
          </p:cNvSpPr>
          <p:nvPr/>
        </p:nvSpPr>
        <p:spPr>
          <a:xfrm xmlns:a="http://schemas.openxmlformats.org/drawingml/2006/main">
            <a:off x="6581517" y="407538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09" name="L-Town node n598">
            <a:extLst xmlns:a="http://schemas.openxmlformats.org/drawingml/2006/main">
              <a:ext uri="{FF2B5EF4-FFF2-40B4-BE49-F238E27FC236}">
                <a16:creationId xmlns:a16="http://schemas.microsoft.com/office/drawing/2014/main" id="{67A32B21-5C66-4FCC-A6DA-CF556E26B05A}"/>
              </a:ext>
            </a:extLst>
          </p:cNvPr>
          <p:cNvSpPr>
            <a:spLocks xmlns:a="http://schemas.openxmlformats.org/drawingml/2006/main" noGrp="1"/>
          </p:cNvSpPr>
          <p:nvPr/>
        </p:nvSpPr>
        <p:spPr>
          <a:xfrm xmlns:a="http://schemas.openxmlformats.org/drawingml/2006/main">
            <a:off x="6642531" y="407811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0" name="L-Town node n599">
            <a:extLst xmlns:a="http://schemas.openxmlformats.org/drawingml/2006/main">
              <a:ext uri="{FF2B5EF4-FFF2-40B4-BE49-F238E27FC236}">
                <a16:creationId xmlns:a16="http://schemas.microsoft.com/office/drawing/2014/main" id="{8EA99729-068E-4305-BF5F-35AFFD642602}"/>
              </a:ext>
            </a:extLst>
          </p:cNvPr>
          <p:cNvSpPr>
            <a:spLocks xmlns:a="http://schemas.openxmlformats.org/drawingml/2006/main" noGrp="1"/>
          </p:cNvSpPr>
          <p:nvPr/>
        </p:nvSpPr>
        <p:spPr>
          <a:xfrm xmlns:a="http://schemas.openxmlformats.org/drawingml/2006/main">
            <a:off x="6758880" y="39229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1" name="L-Town node n600">
            <a:extLst xmlns:a="http://schemas.openxmlformats.org/drawingml/2006/main">
              <a:ext uri="{FF2B5EF4-FFF2-40B4-BE49-F238E27FC236}">
                <a16:creationId xmlns:a16="http://schemas.microsoft.com/office/drawing/2014/main" id="{D2B44D85-056C-4B9E-B8AD-93C103BDA6F2}"/>
              </a:ext>
            </a:extLst>
          </p:cNvPr>
          <p:cNvSpPr>
            <a:spLocks xmlns:a="http://schemas.openxmlformats.org/drawingml/2006/main" noGrp="1"/>
          </p:cNvSpPr>
          <p:nvPr/>
        </p:nvSpPr>
        <p:spPr>
          <a:xfrm xmlns:a="http://schemas.openxmlformats.org/drawingml/2006/main">
            <a:off x="6811294" y="39302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2" name="L-Town node n601">
            <a:extLst xmlns:a="http://schemas.openxmlformats.org/drawingml/2006/main">
              <a:ext uri="{FF2B5EF4-FFF2-40B4-BE49-F238E27FC236}">
                <a16:creationId xmlns:a16="http://schemas.microsoft.com/office/drawing/2014/main" id="{85407392-A750-4F93-B922-1687617599EB}"/>
              </a:ext>
            </a:extLst>
          </p:cNvPr>
          <p:cNvSpPr>
            <a:spLocks xmlns:a="http://schemas.openxmlformats.org/drawingml/2006/main" noGrp="1"/>
          </p:cNvSpPr>
          <p:nvPr/>
        </p:nvSpPr>
        <p:spPr>
          <a:xfrm xmlns:a="http://schemas.openxmlformats.org/drawingml/2006/main">
            <a:off x="6862011" y="39568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3" name="L-Town node n602">
            <a:extLst xmlns:a="http://schemas.openxmlformats.org/drawingml/2006/main">
              <a:ext uri="{FF2B5EF4-FFF2-40B4-BE49-F238E27FC236}">
                <a16:creationId xmlns:a16="http://schemas.microsoft.com/office/drawing/2014/main" id="{864D4471-8D0F-4203-88D0-4DC6179753EA}"/>
              </a:ext>
            </a:extLst>
          </p:cNvPr>
          <p:cNvSpPr>
            <a:spLocks xmlns:a="http://schemas.openxmlformats.org/drawingml/2006/main" noGrp="1"/>
          </p:cNvSpPr>
          <p:nvPr/>
        </p:nvSpPr>
        <p:spPr>
          <a:xfrm xmlns:a="http://schemas.openxmlformats.org/drawingml/2006/main">
            <a:off x="6700529" y="397934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4" name="L-Town node n603">
            <a:extLst xmlns:a="http://schemas.openxmlformats.org/drawingml/2006/main">
              <a:ext uri="{FF2B5EF4-FFF2-40B4-BE49-F238E27FC236}">
                <a16:creationId xmlns:a16="http://schemas.microsoft.com/office/drawing/2014/main" id="{2349DE01-F50D-4E92-8B8A-90F85327D59E}"/>
              </a:ext>
            </a:extLst>
          </p:cNvPr>
          <p:cNvSpPr>
            <a:spLocks xmlns:a="http://schemas.openxmlformats.org/drawingml/2006/main" noGrp="1"/>
          </p:cNvSpPr>
          <p:nvPr/>
        </p:nvSpPr>
        <p:spPr>
          <a:xfrm xmlns:a="http://schemas.openxmlformats.org/drawingml/2006/main">
            <a:off x="6702037" y="403008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5" name="L-Town node n604">
            <a:extLst xmlns:a="http://schemas.openxmlformats.org/drawingml/2006/main">
              <a:ext uri="{FF2B5EF4-FFF2-40B4-BE49-F238E27FC236}">
                <a16:creationId xmlns:a16="http://schemas.microsoft.com/office/drawing/2014/main" id="{16B6DE64-CF36-4126-A1D5-B2CD0D039EF2}"/>
              </a:ext>
            </a:extLst>
          </p:cNvPr>
          <p:cNvSpPr>
            <a:spLocks xmlns:a="http://schemas.openxmlformats.org/drawingml/2006/main" noGrp="1"/>
          </p:cNvSpPr>
          <p:nvPr/>
        </p:nvSpPr>
        <p:spPr>
          <a:xfrm xmlns:a="http://schemas.openxmlformats.org/drawingml/2006/main">
            <a:off x="6503244" y="43599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6" name="L-Town node n605">
            <a:extLst xmlns:a="http://schemas.openxmlformats.org/drawingml/2006/main">
              <a:ext uri="{FF2B5EF4-FFF2-40B4-BE49-F238E27FC236}">
                <a16:creationId xmlns:a16="http://schemas.microsoft.com/office/drawing/2014/main" id="{1A20D393-46BC-4659-ACFC-E9CD21CA6960}"/>
              </a:ext>
            </a:extLst>
          </p:cNvPr>
          <p:cNvSpPr>
            <a:spLocks xmlns:a="http://schemas.openxmlformats.org/drawingml/2006/main" noGrp="1"/>
          </p:cNvSpPr>
          <p:nvPr/>
        </p:nvSpPr>
        <p:spPr>
          <a:xfrm xmlns:a="http://schemas.openxmlformats.org/drawingml/2006/main">
            <a:off x="6555729" y="435438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7" name="L-Town node n606">
            <a:extLst xmlns:a="http://schemas.openxmlformats.org/drawingml/2006/main">
              <a:ext uri="{FF2B5EF4-FFF2-40B4-BE49-F238E27FC236}">
                <a16:creationId xmlns:a16="http://schemas.microsoft.com/office/drawing/2014/main" id="{FFBD4F1D-09BB-4BD9-8C40-0EF0FB5A5F87}"/>
              </a:ext>
            </a:extLst>
          </p:cNvPr>
          <p:cNvSpPr>
            <a:spLocks xmlns:a="http://schemas.openxmlformats.org/drawingml/2006/main" noGrp="1"/>
          </p:cNvSpPr>
          <p:nvPr/>
        </p:nvSpPr>
        <p:spPr>
          <a:xfrm xmlns:a="http://schemas.openxmlformats.org/drawingml/2006/main">
            <a:off x="6608201" y="43488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8" name="L-Town node n607">
            <a:extLst xmlns:a="http://schemas.openxmlformats.org/drawingml/2006/main">
              <a:ext uri="{FF2B5EF4-FFF2-40B4-BE49-F238E27FC236}">
                <a16:creationId xmlns:a16="http://schemas.microsoft.com/office/drawing/2014/main" id="{73153A5E-4683-4874-82F4-C0601CBD2B05}"/>
              </a:ext>
            </a:extLst>
          </p:cNvPr>
          <p:cNvSpPr>
            <a:spLocks xmlns:a="http://schemas.openxmlformats.org/drawingml/2006/main" noGrp="1"/>
          </p:cNvSpPr>
          <p:nvPr/>
        </p:nvSpPr>
        <p:spPr>
          <a:xfrm xmlns:a="http://schemas.openxmlformats.org/drawingml/2006/main">
            <a:off x="6660674" y="43433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19" name="L-Town node n608">
            <a:extLst xmlns:a="http://schemas.openxmlformats.org/drawingml/2006/main">
              <a:ext uri="{FF2B5EF4-FFF2-40B4-BE49-F238E27FC236}">
                <a16:creationId xmlns:a16="http://schemas.microsoft.com/office/drawing/2014/main" id="{CFB8AD7F-B622-4274-A468-930BBF537449}"/>
              </a:ext>
            </a:extLst>
          </p:cNvPr>
          <p:cNvSpPr>
            <a:spLocks xmlns:a="http://schemas.openxmlformats.org/drawingml/2006/main" noGrp="1"/>
          </p:cNvSpPr>
          <p:nvPr/>
        </p:nvSpPr>
        <p:spPr>
          <a:xfrm xmlns:a="http://schemas.openxmlformats.org/drawingml/2006/main">
            <a:off x="6493690" y="434023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0" name="L-Town node n609">
            <a:extLst xmlns:a="http://schemas.openxmlformats.org/drawingml/2006/main">
              <a:ext uri="{FF2B5EF4-FFF2-40B4-BE49-F238E27FC236}">
                <a16:creationId xmlns:a16="http://schemas.microsoft.com/office/drawing/2014/main" id="{A3B8A604-387F-4D3B-AE26-915874BEADD1}"/>
              </a:ext>
            </a:extLst>
          </p:cNvPr>
          <p:cNvSpPr>
            <a:spLocks xmlns:a="http://schemas.openxmlformats.org/drawingml/2006/main" noGrp="1"/>
          </p:cNvSpPr>
          <p:nvPr/>
        </p:nvSpPr>
        <p:spPr>
          <a:xfrm xmlns:a="http://schemas.openxmlformats.org/drawingml/2006/main">
            <a:off x="6516286" y="42777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1" name="L-Town node n610">
            <a:extLst xmlns:a="http://schemas.openxmlformats.org/drawingml/2006/main">
              <a:ext uri="{FF2B5EF4-FFF2-40B4-BE49-F238E27FC236}">
                <a16:creationId xmlns:a16="http://schemas.microsoft.com/office/drawing/2014/main" id="{591586DA-C81E-4F33-B9E2-E07503FE77D7}"/>
              </a:ext>
            </a:extLst>
          </p:cNvPr>
          <p:cNvSpPr>
            <a:spLocks xmlns:a="http://schemas.openxmlformats.org/drawingml/2006/main" noGrp="1"/>
          </p:cNvSpPr>
          <p:nvPr/>
        </p:nvSpPr>
        <p:spPr>
          <a:xfrm xmlns:a="http://schemas.openxmlformats.org/drawingml/2006/main">
            <a:off x="6537268" y="421570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2" name="L-Town node n611">
            <a:extLst xmlns:a="http://schemas.openxmlformats.org/drawingml/2006/main">
              <a:ext uri="{FF2B5EF4-FFF2-40B4-BE49-F238E27FC236}">
                <a16:creationId xmlns:a16="http://schemas.microsoft.com/office/drawing/2014/main" id="{6B0572FD-C862-4EA6-A215-98D629F227FB}"/>
              </a:ext>
            </a:extLst>
          </p:cNvPr>
          <p:cNvSpPr>
            <a:spLocks xmlns:a="http://schemas.openxmlformats.org/drawingml/2006/main" noGrp="1"/>
          </p:cNvSpPr>
          <p:nvPr/>
        </p:nvSpPr>
        <p:spPr>
          <a:xfrm xmlns:a="http://schemas.openxmlformats.org/drawingml/2006/main">
            <a:off x="6565872" y="416615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3" name="L-Town node n612">
            <a:extLst xmlns:a="http://schemas.openxmlformats.org/drawingml/2006/main">
              <a:ext uri="{FF2B5EF4-FFF2-40B4-BE49-F238E27FC236}">
                <a16:creationId xmlns:a16="http://schemas.microsoft.com/office/drawing/2014/main" id="{6D0AD030-4507-42EE-ABC6-F3848B7855BD}"/>
              </a:ext>
            </a:extLst>
          </p:cNvPr>
          <p:cNvSpPr>
            <a:spLocks xmlns:a="http://schemas.openxmlformats.org/drawingml/2006/main" noGrp="1"/>
          </p:cNvSpPr>
          <p:nvPr/>
        </p:nvSpPr>
        <p:spPr>
          <a:xfrm xmlns:a="http://schemas.openxmlformats.org/drawingml/2006/main">
            <a:off x="6621290" y="41495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4" name="L-Town node n613">
            <a:extLst xmlns:a="http://schemas.openxmlformats.org/drawingml/2006/main">
              <a:ext uri="{FF2B5EF4-FFF2-40B4-BE49-F238E27FC236}">
                <a16:creationId xmlns:a16="http://schemas.microsoft.com/office/drawing/2014/main" id="{5FE4D121-24A6-497D-AD44-011827F500BB}"/>
              </a:ext>
            </a:extLst>
          </p:cNvPr>
          <p:cNvSpPr>
            <a:spLocks xmlns:a="http://schemas.openxmlformats.org/drawingml/2006/main" noGrp="1"/>
          </p:cNvSpPr>
          <p:nvPr/>
        </p:nvSpPr>
        <p:spPr>
          <a:xfrm xmlns:a="http://schemas.openxmlformats.org/drawingml/2006/main">
            <a:off x="6667436" y="41214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5" name="L-Town node n614">
            <a:extLst xmlns:a="http://schemas.openxmlformats.org/drawingml/2006/main">
              <a:ext uri="{FF2B5EF4-FFF2-40B4-BE49-F238E27FC236}">
                <a16:creationId xmlns:a16="http://schemas.microsoft.com/office/drawing/2014/main" id="{F079B883-F0C4-49B2-AB4E-3F25DFFE11CF}"/>
              </a:ext>
            </a:extLst>
          </p:cNvPr>
          <p:cNvSpPr>
            <a:spLocks xmlns:a="http://schemas.openxmlformats.org/drawingml/2006/main" noGrp="1"/>
          </p:cNvSpPr>
          <p:nvPr/>
        </p:nvSpPr>
        <p:spPr>
          <a:xfrm xmlns:a="http://schemas.openxmlformats.org/drawingml/2006/main">
            <a:off x="6766432" y="407478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6" name="L-Town node n615">
            <a:extLst xmlns:a="http://schemas.openxmlformats.org/drawingml/2006/main">
              <a:ext uri="{FF2B5EF4-FFF2-40B4-BE49-F238E27FC236}">
                <a16:creationId xmlns:a16="http://schemas.microsoft.com/office/drawing/2014/main" id="{64FEAF0B-15E4-4628-A865-485E0EFEFD33}"/>
              </a:ext>
            </a:extLst>
          </p:cNvPr>
          <p:cNvSpPr>
            <a:spLocks xmlns:a="http://schemas.openxmlformats.org/drawingml/2006/main" noGrp="1"/>
          </p:cNvSpPr>
          <p:nvPr/>
        </p:nvSpPr>
        <p:spPr>
          <a:xfrm xmlns:a="http://schemas.openxmlformats.org/drawingml/2006/main">
            <a:off x="6703886" y="41419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7" name="L-Town node n616">
            <a:extLst xmlns:a="http://schemas.openxmlformats.org/drawingml/2006/main">
              <a:ext uri="{FF2B5EF4-FFF2-40B4-BE49-F238E27FC236}">
                <a16:creationId xmlns:a16="http://schemas.microsoft.com/office/drawing/2014/main" id="{FEBF81CF-1302-4004-8C64-18238934496B}"/>
              </a:ext>
            </a:extLst>
          </p:cNvPr>
          <p:cNvSpPr>
            <a:spLocks xmlns:a="http://schemas.openxmlformats.org/drawingml/2006/main" noGrp="1"/>
          </p:cNvSpPr>
          <p:nvPr/>
        </p:nvSpPr>
        <p:spPr>
          <a:xfrm xmlns:a="http://schemas.openxmlformats.org/drawingml/2006/main">
            <a:off x="6702272" y="42125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8" name="L-Town node n617">
            <a:extLst xmlns:a="http://schemas.openxmlformats.org/drawingml/2006/main">
              <a:ext uri="{FF2B5EF4-FFF2-40B4-BE49-F238E27FC236}">
                <a16:creationId xmlns:a16="http://schemas.microsoft.com/office/drawing/2014/main" id="{43888618-6A04-4E60-8FAE-DDCFB439DC56}"/>
              </a:ext>
            </a:extLst>
          </p:cNvPr>
          <p:cNvSpPr>
            <a:spLocks xmlns:a="http://schemas.openxmlformats.org/drawingml/2006/main" noGrp="1"/>
          </p:cNvSpPr>
          <p:nvPr/>
        </p:nvSpPr>
        <p:spPr>
          <a:xfrm xmlns:a="http://schemas.openxmlformats.org/drawingml/2006/main">
            <a:off x="6702025" y="426902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29" name="L-Town node n618">
            <a:extLst xmlns:a="http://schemas.openxmlformats.org/drawingml/2006/main">
              <a:ext uri="{FF2B5EF4-FFF2-40B4-BE49-F238E27FC236}">
                <a16:creationId xmlns:a16="http://schemas.microsoft.com/office/drawing/2014/main" id="{A02D6BC1-1237-47DE-B818-71FC484000BF}"/>
              </a:ext>
            </a:extLst>
          </p:cNvPr>
          <p:cNvSpPr>
            <a:spLocks xmlns:a="http://schemas.openxmlformats.org/drawingml/2006/main" noGrp="1"/>
          </p:cNvSpPr>
          <p:nvPr/>
        </p:nvSpPr>
        <p:spPr>
          <a:xfrm xmlns:a="http://schemas.openxmlformats.org/drawingml/2006/main">
            <a:off x="6863047" y="403495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0" name="L-Town node n619">
            <a:extLst xmlns:a="http://schemas.openxmlformats.org/drawingml/2006/main">
              <a:ext uri="{FF2B5EF4-FFF2-40B4-BE49-F238E27FC236}">
                <a16:creationId xmlns:a16="http://schemas.microsoft.com/office/drawing/2014/main" id="{0270E0A1-F599-4575-986B-5AA4798CBAA9}"/>
              </a:ext>
            </a:extLst>
          </p:cNvPr>
          <p:cNvSpPr>
            <a:spLocks xmlns:a="http://schemas.openxmlformats.org/drawingml/2006/main" noGrp="1"/>
          </p:cNvSpPr>
          <p:nvPr/>
        </p:nvSpPr>
        <p:spPr>
          <a:xfrm xmlns:a="http://schemas.openxmlformats.org/drawingml/2006/main">
            <a:off x="6832323" y="41562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1" name="L-Town node n620">
            <a:extLst xmlns:a="http://schemas.openxmlformats.org/drawingml/2006/main">
              <a:ext uri="{FF2B5EF4-FFF2-40B4-BE49-F238E27FC236}">
                <a16:creationId xmlns:a16="http://schemas.microsoft.com/office/drawing/2014/main" id="{67F3AFF1-9AC4-44D9-A96F-7E5705AEA584}"/>
              </a:ext>
            </a:extLst>
          </p:cNvPr>
          <p:cNvSpPr>
            <a:spLocks xmlns:a="http://schemas.openxmlformats.org/drawingml/2006/main" noGrp="1"/>
          </p:cNvSpPr>
          <p:nvPr/>
        </p:nvSpPr>
        <p:spPr>
          <a:xfrm xmlns:a="http://schemas.openxmlformats.org/drawingml/2006/main">
            <a:off x="6832523" y="42107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2" name="L-Town node n621">
            <a:extLst xmlns:a="http://schemas.openxmlformats.org/drawingml/2006/main">
              <a:ext uri="{FF2B5EF4-FFF2-40B4-BE49-F238E27FC236}">
                <a16:creationId xmlns:a16="http://schemas.microsoft.com/office/drawing/2014/main" id="{27CC6832-8DDA-4250-B8FF-6F2C2CE6CC51}"/>
              </a:ext>
            </a:extLst>
          </p:cNvPr>
          <p:cNvSpPr>
            <a:spLocks xmlns:a="http://schemas.openxmlformats.org/drawingml/2006/main" noGrp="1"/>
          </p:cNvSpPr>
          <p:nvPr/>
        </p:nvSpPr>
        <p:spPr>
          <a:xfrm xmlns:a="http://schemas.openxmlformats.org/drawingml/2006/main">
            <a:off x="6832723" y="426532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3" name="L-Town node n622">
            <a:extLst xmlns:a="http://schemas.openxmlformats.org/drawingml/2006/main">
              <a:ext uri="{FF2B5EF4-FFF2-40B4-BE49-F238E27FC236}">
                <a16:creationId xmlns:a16="http://schemas.microsoft.com/office/drawing/2014/main" id="{36BFE482-572E-48C0-8330-12AC794EBFEC}"/>
              </a:ext>
            </a:extLst>
          </p:cNvPr>
          <p:cNvSpPr>
            <a:spLocks xmlns:a="http://schemas.openxmlformats.org/drawingml/2006/main" noGrp="1"/>
          </p:cNvSpPr>
          <p:nvPr/>
        </p:nvSpPr>
        <p:spPr>
          <a:xfrm xmlns:a="http://schemas.openxmlformats.org/drawingml/2006/main">
            <a:off x="6773041" y="432882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4" name="L-Town node n623">
            <a:extLst xmlns:a="http://schemas.openxmlformats.org/drawingml/2006/main">
              <a:ext uri="{FF2B5EF4-FFF2-40B4-BE49-F238E27FC236}">
                <a16:creationId xmlns:a16="http://schemas.microsoft.com/office/drawing/2014/main" id="{1AA66CD9-F5A7-4E51-A069-917439597132}"/>
              </a:ext>
            </a:extLst>
          </p:cNvPr>
          <p:cNvSpPr>
            <a:spLocks xmlns:a="http://schemas.openxmlformats.org/drawingml/2006/main" noGrp="1"/>
          </p:cNvSpPr>
          <p:nvPr/>
        </p:nvSpPr>
        <p:spPr>
          <a:xfrm xmlns:a="http://schemas.openxmlformats.org/drawingml/2006/main">
            <a:off x="7027510" y="39932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5" name="L-Town node n624">
            <a:extLst xmlns:a="http://schemas.openxmlformats.org/drawingml/2006/main">
              <a:ext uri="{FF2B5EF4-FFF2-40B4-BE49-F238E27FC236}">
                <a16:creationId xmlns:a16="http://schemas.microsoft.com/office/drawing/2014/main" id="{B63F7A31-ED46-4E2A-8464-8A90F9DE3B50}"/>
              </a:ext>
            </a:extLst>
          </p:cNvPr>
          <p:cNvSpPr>
            <a:spLocks xmlns:a="http://schemas.openxmlformats.org/drawingml/2006/main" noGrp="1"/>
          </p:cNvSpPr>
          <p:nvPr/>
        </p:nvSpPr>
        <p:spPr>
          <a:xfrm xmlns:a="http://schemas.openxmlformats.org/drawingml/2006/main">
            <a:off x="6936478" y="41483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6" name="L-Town node n625">
            <a:extLst xmlns:a="http://schemas.openxmlformats.org/drawingml/2006/main">
              <a:ext uri="{FF2B5EF4-FFF2-40B4-BE49-F238E27FC236}">
                <a16:creationId xmlns:a16="http://schemas.microsoft.com/office/drawing/2014/main" id="{3A64C635-E79E-409D-8575-37170B5DA128}"/>
              </a:ext>
            </a:extLst>
          </p:cNvPr>
          <p:cNvSpPr>
            <a:spLocks xmlns:a="http://schemas.openxmlformats.org/drawingml/2006/main" noGrp="1"/>
          </p:cNvSpPr>
          <p:nvPr/>
        </p:nvSpPr>
        <p:spPr>
          <a:xfrm xmlns:a="http://schemas.openxmlformats.org/drawingml/2006/main">
            <a:off x="6923083" y="406002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7" name="L-Town node n626">
            <a:extLst xmlns:a="http://schemas.openxmlformats.org/drawingml/2006/main">
              <a:ext uri="{FF2B5EF4-FFF2-40B4-BE49-F238E27FC236}">
                <a16:creationId xmlns:a16="http://schemas.microsoft.com/office/drawing/2014/main" id="{18C005BD-5F8A-4E19-86C0-39D77318F7B6}"/>
              </a:ext>
            </a:extLst>
          </p:cNvPr>
          <p:cNvSpPr>
            <a:spLocks xmlns:a="http://schemas.openxmlformats.org/drawingml/2006/main" noGrp="1"/>
          </p:cNvSpPr>
          <p:nvPr/>
        </p:nvSpPr>
        <p:spPr>
          <a:xfrm xmlns:a="http://schemas.openxmlformats.org/drawingml/2006/main">
            <a:off x="7065410" y="40810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8" name="L-Town node n627">
            <a:extLst xmlns:a="http://schemas.openxmlformats.org/drawingml/2006/main">
              <a:ext uri="{FF2B5EF4-FFF2-40B4-BE49-F238E27FC236}">
                <a16:creationId xmlns:a16="http://schemas.microsoft.com/office/drawing/2014/main" id="{35DBDDBA-290C-4090-80DD-465857D386D4}"/>
              </a:ext>
            </a:extLst>
          </p:cNvPr>
          <p:cNvSpPr>
            <a:spLocks xmlns:a="http://schemas.openxmlformats.org/drawingml/2006/main" noGrp="1"/>
          </p:cNvSpPr>
          <p:nvPr/>
        </p:nvSpPr>
        <p:spPr>
          <a:xfrm xmlns:a="http://schemas.openxmlformats.org/drawingml/2006/main">
            <a:off x="6944831" y="368741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39" name="L-Town node n628">
            <a:extLst xmlns:a="http://schemas.openxmlformats.org/drawingml/2006/main">
              <a:ext uri="{FF2B5EF4-FFF2-40B4-BE49-F238E27FC236}">
                <a16:creationId xmlns:a16="http://schemas.microsoft.com/office/drawing/2014/main" id="{7F1EBB0E-7799-4456-A518-21DC9812EDCF}"/>
              </a:ext>
            </a:extLst>
          </p:cNvPr>
          <p:cNvSpPr>
            <a:spLocks xmlns:a="http://schemas.openxmlformats.org/drawingml/2006/main" noGrp="1"/>
          </p:cNvSpPr>
          <p:nvPr/>
        </p:nvSpPr>
        <p:spPr>
          <a:xfrm xmlns:a="http://schemas.openxmlformats.org/drawingml/2006/main">
            <a:off x="6830697" y="369343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0" name="L-Town node n629">
            <a:extLst xmlns:a="http://schemas.openxmlformats.org/drawingml/2006/main">
              <a:ext uri="{FF2B5EF4-FFF2-40B4-BE49-F238E27FC236}">
                <a16:creationId xmlns:a16="http://schemas.microsoft.com/office/drawing/2014/main" id="{05BB080D-031B-4517-AA29-85D9E769E92D}"/>
              </a:ext>
            </a:extLst>
          </p:cNvPr>
          <p:cNvSpPr>
            <a:spLocks xmlns:a="http://schemas.openxmlformats.org/drawingml/2006/main" noGrp="1"/>
          </p:cNvSpPr>
          <p:nvPr/>
        </p:nvSpPr>
        <p:spPr>
          <a:xfrm xmlns:a="http://schemas.openxmlformats.org/drawingml/2006/main">
            <a:off x="6766031" y="36892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1" name="L-Town node n630">
            <a:extLst xmlns:a="http://schemas.openxmlformats.org/drawingml/2006/main">
              <a:ext uri="{FF2B5EF4-FFF2-40B4-BE49-F238E27FC236}">
                <a16:creationId xmlns:a16="http://schemas.microsoft.com/office/drawing/2014/main" id="{3FD1DB32-7233-4A1D-843C-35029AF8DED5}"/>
              </a:ext>
            </a:extLst>
          </p:cNvPr>
          <p:cNvSpPr>
            <a:spLocks xmlns:a="http://schemas.openxmlformats.org/drawingml/2006/main" noGrp="1"/>
          </p:cNvSpPr>
          <p:nvPr/>
        </p:nvSpPr>
        <p:spPr>
          <a:xfrm xmlns:a="http://schemas.openxmlformats.org/drawingml/2006/main">
            <a:off x="6939600" y="376107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2" name="L-Town node n631">
            <a:extLst xmlns:a="http://schemas.openxmlformats.org/drawingml/2006/main">
              <a:ext uri="{FF2B5EF4-FFF2-40B4-BE49-F238E27FC236}">
                <a16:creationId xmlns:a16="http://schemas.microsoft.com/office/drawing/2014/main" id="{79E24037-5B46-4EC0-83E7-904852BE92DD}"/>
              </a:ext>
            </a:extLst>
          </p:cNvPr>
          <p:cNvSpPr>
            <a:spLocks xmlns:a="http://schemas.openxmlformats.org/drawingml/2006/main" noGrp="1"/>
          </p:cNvSpPr>
          <p:nvPr/>
        </p:nvSpPr>
        <p:spPr>
          <a:xfrm xmlns:a="http://schemas.openxmlformats.org/drawingml/2006/main">
            <a:off x="6869150" y="379893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3" name="L-Town node n632">
            <a:extLst xmlns:a="http://schemas.openxmlformats.org/drawingml/2006/main">
              <a:ext uri="{FF2B5EF4-FFF2-40B4-BE49-F238E27FC236}">
                <a16:creationId xmlns:a16="http://schemas.microsoft.com/office/drawing/2014/main" id="{67F95E92-F343-40AA-8B01-E0EACBCE07FB}"/>
              </a:ext>
            </a:extLst>
          </p:cNvPr>
          <p:cNvSpPr>
            <a:spLocks xmlns:a="http://schemas.openxmlformats.org/drawingml/2006/main" noGrp="1"/>
          </p:cNvSpPr>
          <p:nvPr/>
        </p:nvSpPr>
        <p:spPr>
          <a:xfrm xmlns:a="http://schemas.openxmlformats.org/drawingml/2006/main">
            <a:off x="7052651" y="367030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4" name="L-Town node n633">
            <a:extLst xmlns:a="http://schemas.openxmlformats.org/drawingml/2006/main">
              <a:ext uri="{FF2B5EF4-FFF2-40B4-BE49-F238E27FC236}">
                <a16:creationId xmlns:a16="http://schemas.microsoft.com/office/drawing/2014/main" id="{62C1CB23-A3D6-44E0-8903-BD4D8B6A2139}"/>
              </a:ext>
            </a:extLst>
          </p:cNvPr>
          <p:cNvSpPr>
            <a:spLocks xmlns:a="http://schemas.openxmlformats.org/drawingml/2006/main" noGrp="1"/>
          </p:cNvSpPr>
          <p:nvPr/>
        </p:nvSpPr>
        <p:spPr>
          <a:xfrm xmlns:a="http://schemas.openxmlformats.org/drawingml/2006/main">
            <a:off x="7111002" y="36633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5" name="L-Town node n634">
            <a:extLst xmlns:a="http://schemas.openxmlformats.org/drawingml/2006/main">
              <a:ext uri="{FF2B5EF4-FFF2-40B4-BE49-F238E27FC236}">
                <a16:creationId xmlns:a16="http://schemas.microsoft.com/office/drawing/2014/main" id="{BFEAA6C4-DE8E-4BAE-B071-604EBB935029}"/>
              </a:ext>
            </a:extLst>
          </p:cNvPr>
          <p:cNvSpPr>
            <a:spLocks xmlns:a="http://schemas.openxmlformats.org/drawingml/2006/main" noGrp="1"/>
          </p:cNvSpPr>
          <p:nvPr/>
        </p:nvSpPr>
        <p:spPr>
          <a:xfrm xmlns:a="http://schemas.openxmlformats.org/drawingml/2006/main">
            <a:off x="7169353" y="365647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6" name="L-Town node n635">
            <a:extLst xmlns:a="http://schemas.openxmlformats.org/drawingml/2006/main">
              <a:ext uri="{FF2B5EF4-FFF2-40B4-BE49-F238E27FC236}">
                <a16:creationId xmlns:a16="http://schemas.microsoft.com/office/drawing/2014/main" id="{6B7EC3EC-E1EB-4023-9757-26704698C02B}"/>
              </a:ext>
            </a:extLst>
          </p:cNvPr>
          <p:cNvSpPr>
            <a:spLocks xmlns:a="http://schemas.openxmlformats.org/drawingml/2006/main" noGrp="1"/>
          </p:cNvSpPr>
          <p:nvPr/>
        </p:nvSpPr>
        <p:spPr>
          <a:xfrm xmlns:a="http://schemas.openxmlformats.org/drawingml/2006/main">
            <a:off x="7227693" y="364954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7" name="L-Town node n636">
            <a:extLst xmlns:a="http://schemas.openxmlformats.org/drawingml/2006/main">
              <a:ext uri="{FF2B5EF4-FFF2-40B4-BE49-F238E27FC236}">
                <a16:creationId xmlns:a16="http://schemas.microsoft.com/office/drawing/2014/main" id="{F629CEE1-C57F-480A-9915-2BC2F57EC3EE}"/>
              </a:ext>
            </a:extLst>
          </p:cNvPr>
          <p:cNvSpPr>
            <a:spLocks xmlns:a="http://schemas.openxmlformats.org/drawingml/2006/main" noGrp="1"/>
          </p:cNvSpPr>
          <p:nvPr/>
        </p:nvSpPr>
        <p:spPr>
          <a:xfrm xmlns:a="http://schemas.openxmlformats.org/drawingml/2006/main">
            <a:off x="7286044" y="36426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8" name="L-Town node n637">
            <a:extLst xmlns:a="http://schemas.openxmlformats.org/drawingml/2006/main">
              <a:ext uri="{FF2B5EF4-FFF2-40B4-BE49-F238E27FC236}">
                <a16:creationId xmlns:a16="http://schemas.microsoft.com/office/drawing/2014/main" id="{A9A0BD45-6FFC-4011-9E6B-982D560E139D}"/>
              </a:ext>
            </a:extLst>
          </p:cNvPr>
          <p:cNvSpPr>
            <a:spLocks xmlns:a="http://schemas.openxmlformats.org/drawingml/2006/main" noGrp="1"/>
          </p:cNvSpPr>
          <p:nvPr/>
        </p:nvSpPr>
        <p:spPr>
          <a:xfrm xmlns:a="http://schemas.openxmlformats.org/drawingml/2006/main">
            <a:off x="6985935" y="38099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49" name="L-Town node n638">
            <a:extLst xmlns:a="http://schemas.openxmlformats.org/drawingml/2006/main">
              <a:ext uri="{FF2B5EF4-FFF2-40B4-BE49-F238E27FC236}">
                <a16:creationId xmlns:a16="http://schemas.microsoft.com/office/drawing/2014/main" id="{65E74F7B-C3E6-460B-BBEF-82D75339FAA5}"/>
              </a:ext>
            </a:extLst>
          </p:cNvPr>
          <p:cNvSpPr>
            <a:spLocks xmlns:a="http://schemas.openxmlformats.org/drawingml/2006/main" noGrp="1"/>
          </p:cNvSpPr>
          <p:nvPr/>
        </p:nvSpPr>
        <p:spPr>
          <a:xfrm xmlns:a="http://schemas.openxmlformats.org/drawingml/2006/main">
            <a:off x="6979031" y="38639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0" name="L-Town node n639">
            <a:extLst xmlns:a="http://schemas.openxmlformats.org/drawingml/2006/main">
              <a:ext uri="{FF2B5EF4-FFF2-40B4-BE49-F238E27FC236}">
                <a16:creationId xmlns:a16="http://schemas.microsoft.com/office/drawing/2014/main" id="{AD4C8E6F-BF74-4223-807C-23AEED2F8AF4}"/>
              </a:ext>
            </a:extLst>
          </p:cNvPr>
          <p:cNvSpPr>
            <a:spLocks xmlns:a="http://schemas.openxmlformats.org/drawingml/2006/main" noGrp="1"/>
          </p:cNvSpPr>
          <p:nvPr/>
        </p:nvSpPr>
        <p:spPr>
          <a:xfrm xmlns:a="http://schemas.openxmlformats.org/drawingml/2006/main">
            <a:off x="7002864" y="391142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1" name="L-Town node n640">
            <a:extLst xmlns:a="http://schemas.openxmlformats.org/drawingml/2006/main">
              <a:ext uri="{FF2B5EF4-FFF2-40B4-BE49-F238E27FC236}">
                <a16:creationId xmlns:a16="http://schemas.microsoft.com/office/drawing/2014/main" id="{11CDB1E5-4384-45B1-A30F-D9C722CAA4CB}"/>
              </a:ext>
            </a:extLst>
          </p:cNvPr>
          <p:cNvSpPr>
            <a:spLocks xmlns:a="http://schemas.openxmlformats.org/drawingml/2006/main" noGrp="1"/>
          </p:cNvSpPr>
          <p:nvPr/>
        </p:nvSpPr>
        <p:spPr>
          <a:xfrm xmlns:a="http://schemas.openxmlformats.org/drawingml/2006/main">
            <a:off x="7058906" y="394513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2" name="L-Town node n641">
            <a:extLst xmlns:a="http://schemas.openxmlformats.org/drawingml/2006/main">
              <a:ext uri="{FF2B5EF4-FFF2-40B4-BE49-F238E27FC236}">
                <a16:creationId xmlns:a16="http://schemas.microsoft.com/office/drawing/2014/main" id="{A679C6D8-5B9C-4B6E-9559-6B0AF0185F00}"/>
              </a:ext>
            </a:extLst>
          </p:cNvPr>
          <p:cNvSpPr>
            <a:spLocks xmlns:a="http://schemas.openxmlformats.org/drawingml/2006/main" noGrp="1"/>
          </p:cNvSpPr>
          <p:nvPr/>
        </p:nvSpPr>
        <p:spPr>
          <a:xfrm xmlns:a="http://schemas.openxmlformats.org/drawingml/2006/main">
            <a:off x="7119249" y="395974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3" name="L-Town node n642">
            <a:extLst xmlns:a="http://schemas.openxmlformats.org/drawingml/2006/main">
              <a:ext uri="{FF2B5EF4-FFF2-40B4-BE49-F238E27FC236}">
                <a16:creationId xmlns:a16="http://schemas.microsoft.com/office/drawing/2014/main" id="{3569143D-2114-458C-83BA-11C9D216D5B8}"/>
              </a:ext>
            </a:extLst>
          </p:cNvPr>
          <p:cNvSpPr>
            <a:spLocks xmlns:a="http://schemas.openxmlformats.org/drawingml/2006/main" noGrp="1"/>
          </p:cNvSpPr>
          <p:nvPr/>
        </p:nvSpPr>
        <p:spPr>
          <a:xfrm xmlns:a="http://schemas.openxmlformats.org/drawingml/2006/main">
            <a:off x="7107856" y="37641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4" name="L-Town node n643">
            <a:extLst xmlns:a="http://schemas.openxmlformats.org/drawingml/2006/main">
              <a:ext uri="{FF2B5EF4-FFF2-40B4-BE49-F238E27FC236}">
                <a16:creationId xmlns:a16="http://schemas.microsoft.com/office/drawing/2014/main" id="{AD5B802A-8E5D-49D9-A494-E9ABED23C8EB}"/>
              </a:ext>
            </a:extLst>
          </p:cNvPr>
          <p:cNvSpPr>
            <a:spLocks xmlns:a="http://schemas.openxmlformats.org/drawingml/2006/main" noGrp="1"/>
          </p:cNvSpPr>
          <p:nvPr/>
        </p:nvSpPr>
        <p:spPr>
          <a:xfrm xmlns:a="http://schemas.openxmlformats.org/drawingml/2006/main">
            <a:off x="7169989" y="376669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5" name="L-Town node n644">
            <a:extLst xmlns:a="http://schemas.openxmlformats.org/drawingml/2006/main">
              <a:ext uri="{FF2B5EF4-FFF2-40B4-BE49-F238E27FC236}">
                <a16:creationId xmlns:a16="http://schemas.microsoft.com/office/drawing/2014/main" id="{AADD8D40-071F-4B1C-AFFF-78259A1B90FF}"/>
              </a:ext>
            </a:extLst>
          </p:cNvPr>
          <p:cNvSpPr>
            <a:spLocks xmlns:a="http://schemas.openxmlformats.org/drawingml/2006/main" noGrp="1"/>
          </p:cNvSpPr>
          <p:nvPr/>
        </p:nvSpPr>
        <p:spPr>
          <a:xfrm xmlns:a="http://schemas.openxmlformats.org/drawingml/2006/main">
            <a:off x="7232099" y="37692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6" name="L-Town node n645">
            <a:extLst xmlns:a="http://schemas.openxmlformats.org/drawingml/2006/main">
              <a:ext uri="{FF2B5EF4-FFF2-40B4-BE49-F238E27FC236}">
                <a16:creationId xmlns:a16="http://schemas.microsoft.com/office/drawing/2014/main" id="{B52A0120-FBF3-45D2-B11A-69CD42D16402}"/>
              </a:ext>
            </a:extLst>
          </p:cNvPr>
          <p:cNvSpPr>
            <a:spLocks xmlns:a="http://schemas.openxmlformats.org/drawingml/2006/main" noGrp="1"/>
          </p:cNvSpPr>
          <p:nvPr/>
        </p:nvSpPr>
        <p:spPr>
          <a:xfrm xmlns:a="http://schemas.openxmlformats.org/drawingml/2006/main">
            <a:off x="7049105" y="37075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7" name="L-Town node n646">
            <a:extLst xmlns:a="http://schemas.openxmlformats.org/drawingml/2006/main">
              <a:ext uri="{FF2B5EF4-FFF2-40B4-BE49-F238E27FC236}">
                <a16:creationId xmlns:a16="http://schemas.microsoft.com/office/drawing/2014/main" id="{0CC3370C-E1AB-48F7-99E5-A5F12478DDA0}"/>
              </a:ext>
            </a:extLst>
          </p:cNvPr>
          <p:cNvSpPr>
            <a:spLocks xmlns:a="http://schemas.openxmlformats.org/drawingml/2006/main" noGrp="1"/>
          </p:cNvSpPr>
          <p:nvPr/>
        </p:nvSpPr>
        <p:spPr>
          <a:xfrm xmlns:a="http://schemas.openxmlformats.org/drawingml/2006/main">
            <a:off x="7106926" y="370316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8" name="L-Town node n647">
            <a:extLst xmlns:a="http://schemas.openxmlformats.org/drawingml/2006/main">
              <a:ext uri="{FF2B5EF4-FFF2-40B4-BE49-F238E27FC236}">
                <a16:creationId xmlns:a16="http://schemas.microsoft.com/office/drawing/2014/main" id="{7DCB1476-DB30-43B9-ADB9-8AF295056F06}"/>
              </a:ext>
            </a:extLst>
          </p:cNvPr>
          <p:cNvSpPr>
            <a:spLocks xmlns:a="http://schemas.openxmlformats.org/drawingml/2006/main" noGrp="1"/>
          </p:cNvSpPr>
          <p:nvPr/>
        </p:nvSpPr>
        <p:spPr>
          <a:xfrm xmlns:a="http://schemas.openxmlformats.org/drawingml/2006/main">
            <a:off x="7170967" y="36996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59" name="L-Town node n648">
            <a:extLst xmlns:a="http://schemas.openxmlformats.org/drawingml/2006/main">
              <a:ext uri="{FF2B5EF4-FFF2-40B4-BE49-F238E27FC236}">
                <a16:creationId xmlns:a16="http://schemas.microsoft.com/office/drawing/2014/main" id="{BBC2ABD5-0C1E-450E-A37B-62B9D2EDB8C6}"/>
              </a:ext>
            </a:extLst>
          </p:cNvPr>
          <p:cNvSpPr>
            <a:spLocks xmlns:a="http://schemas.openxmlformats.org/drawingml/2006/main" noGrp="1"/>
          </p:cNvSpPr>
          <p:nvPr/>
        </p:nvSpPr>
        <p:spPr>
          <a:xfrm xmlns:a="http://schemas.openxmlformats.org/drawingml/2006/main">
            <a:off x="7231651" y="369966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0" name="L-Town node n649">
            <a:extLst xmlns:a="http://schemas.openxmlformats.org/drawingml/2006/main">
              <a:ext uri="{FF2B5EF4-FFF2-40B4-BE49-F238E27FC236}">
                <a16:creationId xmlns:a16="http://schemas.microsoft.com/office/drawing/2014/main" id="{1228BF17-4A34-442B-A1F7-0491B191A7FF}"/>
              </a:ext>
            </a:extLst>
          </p:cNvPr>
          <p:cNvSpPr>
            <a:spLocks xmlns:a="http://schemas.openxmlformats.org/drawingml/2006/main" noGrp="1"/>
          </p:cNvSpPr>
          <p:nvPr/>
        </p:nvSpPr>
        <p:spPr>
          <a:xfrm xmlns:a="http://schemas.openxmlformats.org/drawingml/2006/main">
            <a:off x="7108504" y="38355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1" name="L-Town node n650">
            <a:extLst xmlns:a="http://schemas.openxmlformats.org/drawingml/2006/main">
              <a:ext uri="{FF2B5EF4-FFF2-40B4-BE49-F238E27FC236}">
                <a16:creationId xmlns:a16="http://schemas.microsoft.com/office/drawing/2014/main" id="{3FE77DC6-3419-4874-95B0-A806C5A9CED7}"/>
              </a:ext>
            </a:extLst>
          </p:cNvPr>
          <p:cNvSpPr>
            <a:spLocks xmlns:a="http://schemas.openxmlformats.org/drawingml/2006/main" noGrp="1"/>
          </p:cNvSpPr>
          <p:nvPr/>
        </p:nvSpPr>
        <p:spPr>
          <a:xfrm xmlns:a="http://schemas.openxmlformats.org/drawingml/2006/main">
            <a:off x="7169247" y="38383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2" name="L-Town node n651">
            <a:extLst xmlns:a="http://schemas.openxmlformats.org/drawingml/2006/main">
              <a:ext uri="{FF2B5EF4-FFF2-40B4-BE49-F238E27FC236}">
                <a16:creationId xmlns:a16="http://schemas.microsoft.com/office/drawing/2014/main" id="{E1145F11-BCA2-47CE-9B2E-39E6488D94F0}"/>
              </a:ext>
            </a:extLst>
          </p:cNvPr>
          <p:cNvSpPr>
            <a:spLocks xmlns:a="http://schemas.openxmlformats.org/drawingml/2006/main" noGrp="1"/>
          </p:cNvSpPr>
          <p:nvPr/>
        </p:nvSpPr>
        <p:spPr>
          <a:xfrm xmlns:a="http://schemas.openxmlformats.org/drawingml/2006/main">
            <a:off x="7229966" y="384104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3" name="L-Town node n652">
            <a:extLst xmlns:a="http://schemas.openxmlformats.org/drawingml/2006/main">
              <a:ext uri="{FF2B5EF4-FFF2-40B4-BE49-F238E27FC236}">
                <a16:creationId xmlns:a16="http://schemas.microsoft.com/office/drawing/2014/main" id="{22BD34F8-8386-41FE-A304-7F9C7B18A416}"/>
              </a:ext>
            </a:extLst>
          </p:cNvPr>
          <p:cNvSpPr>
            <a:spLocks xmlns:a="http://schemas.openxmlformats.org/drawingml/2006/main" noGrp="1"/>
          </p:cNvSpPr>
          <p:nvPr/>
        </p:nvSpPr>
        <p:spPr>
          <a:xfrm xmlns:a="http://schemas.openxmlformats.org/drawingml/2006/main">
            <a:off x="7050648" y="38823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4" name="L-Town node n653">
            <a:extLst xmlns:a="http://schemas.openxmlformats.org/drawingml/2006/main">
              <a:ext uri="{FF2B5EF4-FFF2-40B4-BE49-F238E27FC236}">
                <a16:creationId xmlns:a16="http://schemas.microsoft.com/office/drawing/2014/main" id="{59F6EF28-8DDB-4DC8-930A-48A7A886AE85}"/>
              </a:ext>
            </a:extLst>
          </p:cNvPr>
          <p:cNvSpPr>
            <a:spLocks xmlns:a="http://schemas.openxmlformats.org/drawingml/2006/main" noGrp="1"/>
          </p:cNvSpPr>
          <p:nvPr/>
        </p:nvSpPr>
        <p:spPr>
          <a:xfrm xmlns:a="http://schemas.openxmlformats.org/drawingml/2006/main">
            <a:off x="7178731" y="389633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5" name="L-Town node n654">
            <a:extLst xmlns:a="http://schemas.openxmlformats.org/drawingml/2006/main">
              <a:ext uri="{FF2B5EF4-FFF2-40B4-BE49-F238E27FC236}">
                <a16:creationId xmlns:a16="http://schemas.microsoft.com/office/drawing/2014/main" id="{2B25E13C-1DE4-4373-AC63-7B39718E472F}"/>
              </a:ext>
            </a:extLst>
          </p:cNvPr>
          <p:cNvSpPr>
            <a:spLocks xmlns:a="http://schemas.openxmlformats.org/drawingml/2006/main" noGrp="1"/>
          </p:cNvSpPr>
          <p:nvPr/>
        </p:nvSpPr>
        <p:spPr>
          <a:xfrm xmlns:a="http://schemas.openxmlformats.org/drawingml/2006/main">
            <a:off x="7232982" y="390260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6" name="L-Town node n655">
            <a:extLst xmlns:a="http://schemas.openxmlformats.org/drawingml/2006/main">
              <a:ext uri="{FF2B5EF4-FFF2-40B4-BE49-F238E27FC236}">
                <a16:creationId xmlns:a16="http://schemas.microsoft.com/office/drawing/2014/main" id="{084EBB70-EF08-428F-A846-03D05CA55347}"/>
              </a:ext>
            </a:extLst>
          </p:cNvPr>
          <p:cNvSpPr>
            <a:spLocks xmlns:a="http://schemas.openxmlformats.org/drawingml/2006/main" noGrp="1"/>
          </p:cNvSpPr>
          <p:nvPr/>
        </p:nvSpPr>
        <p:spPr>
          <a:xfrm xmlns:a="http://schemas.openxmlformats.org/drawingml/2006/main">
            <a:off x="7123113" y="393905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7" name="L-Town node n656">
            <a:extLst xmlns:a="http://schemas.openxmlformats.org/drawingml/2006/main">
              <a:ext uri="{FF2B5EF4-FFF2-40B4-BE49-F238E27FC236}">
                <a16:creationId xmlns:a16="http://schemas.microsoft.com/office/drawing/2014/main" id="{EBDDA1F2-D264-48F2-9FD4-C4CC7A5B0C6D}"/>
              </a:ext>
            </a:extLst>
          </p:cNvPr>
          <p:cNvSpPr>
            <a:spLocks xmlns:a="http://schemas.openxmlformats.org/drawingml/2006/main" noGrp="1"/>
          </p:cNvSpPr>
          <p:nvPr/>
        </p:nvSpPr>
        <p:spPr>
          <a:xfrm xmlns:a="http://schemas.openxmlformats.org/drawingml/2006/main">
            <a:off x="7172793" y="39394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8" name="L-Town node n657">
            <a:extLst xmlns:a="http://schemas.openxmlformats.org/drawingml/2006/main">
              <a:ext uri="{FF2B5EF4-FFF2-40B4-BE49-F238E27FC236}">
                <a16:creationId xmlns:a16="http://schemas.microsoft.com/office/drawing/2014/main" id="{C2677E70-CD18-4193-A23E-E2E7DB1415CF}"/>
              </a:ext>
            </a:extLst>
          </p:cNvPr>
          <p:cNvSpPr>
            <a:spLocks xmlns:a="http://schemas.openxmlformats.org/drawingml/2006/main" noGrp="1"/>
          </p:cNvSpPr>
          <p:nvPr/>
        </p:nvSpPr>
        <p:spPr>
          <a:xfrm xmlns:a="http://schemas.openxmlformats.org/drawingml/2006/main">
            <a:off x="7232900" y="394040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69" name="L-Town node n658">
            <a:extLst xmlns:a="http://schemas.openxmlformats.org/drawingml/2006/main">
              <a:ext uri="{FF2B5EF4-FFF2-40B4-BE49-F238E27FC236}">
                <a16:creationId xmlns:a16="http://schemas.microsoft.com/office/drawing/2014/main" id="{36966F60-562B-4DA8-B81D-01749499D013}"/>
              </a:ext>
            </a:extLst>
          </p:cNvPr>
          <p:cNvSpPr>
            <a:spLocks xmlns:a="http://schemas.openxmlformats.org/drawingml/2006/main" noGrp="1"/>
          </p:cNvSpPr>
          <p:nvPr/>
        </p:nvSpPr>
        <p:spPr>
          <a:xfrm xmlns:a="http://schemas.openxmlformats.org/drawingml/2006/main">
            <a:off x="7356777" y="370046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0" name="L-Town node n659">
            <a:extLst xmlns:a="http://schemas.openxmlformats.org/drawingml/2006/main">
              <a:ext uri="{FF2B5EF4-FFF2-40B4-BE49-F238E27FC236}">
                <a16:creationId xmlns:a16="http://schemas.microsoft.com/office/drawing/2014/main" id="{FECB7EF0-03C0-4386-95AA-0E53E79EB199}"/>
              </a:ext>
            </a:extLst>
          </p:cNvPr>
          <p:cNvSpPr>
            <a:spLocks xmlns:a="http://schemas.openxmlformats.org/drawingml/2006/main" noGrp="1"/>
          </p:cNvSpPr>
          <p:nvPr/>
        </p:nvSpPr>
        <p:spPr>
          <a:xfrm xmlns:a="http://schemas.openxmlformats.org/drawingml/2006/main">
            <a:off x="7406222" y="363716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1" name="L-Town node n660">
            <a:extLst xmlns:a="http://schemas.openxmlformats.org/drawingml/2006/main">
              <a:ext uri="{FF2B5EF4-FFF2-40B4-BE49-F238E27FC236}">
                <a16:creationId xmlns:a16="http://schemas.microsoft.com/office/drawing/2014/main" id="{E0CCF25F-C64E-4591-B3CA-EB466B1BA859}"/>
              </a:ext>
            </a:extLst>
          </p:cNvPr>
          <p:cNvSpPr>
            <a:spLocks xmlns:a="http://schemas.openxmlformats.org/drawingml/2006/main" noGrp="1"/>
          </p:cNvSpPr>
          <p:nvPr/>
        </p:nvSpPr>
        <p:spPr>
          <a:xfrm xmlns:a="http://schemas.openxmlformats.org/drawingml/2006/main">
            <a:off x="7468048" y="36386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2" name="L-Town node n661">
            <a:extLst xmlns:a="http://schemas.openxmlformats.org/drawingml/2006/main">
              <a:ext uri="{FF2B5EF4-FFF2-40B4-BE49-F238E27FC236}">
                <a16:creationId xmlns:a16="http://schemas.microsoft.com/office/drawing/2014/main" id="{D62E6614-8528-41AF-ACB3-E8B9DAA9FD96}"/>
              </a:ext>
            </a:extLst>
          </p:cNvPr>
          <p:cNvSpPr>
            <a:spLocks xmlns:a="http://schemas.openxmlformats.org/drawingml/2006/main" noGrp="1"/>
          </p:cNvSpPr>
          <p:nvPr/>
        </p:nvSpPr>
        <p:spPr>
          <a:xfrm xmlns:a="http://schemas.openxmlformats.org/drawingml/2006/main">
            <a:off x="7420665" y="37669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3" name="L-Town node n662">
            <a:extLst xmlns:a="http://schemas.openxmlformats.org/drawingml/2006/main">
              <a:ext uri="{FF2B5EF4-FFF2-40B4-BE49-F238E27FC236}">
                <a16:creationId xmlns:a16="http://schemas.microsoft.com/office/drawing/2014/main" id="{C000128E-3422-4D0C-9DDC-87E30F49DC5A}"/>
              </a:ext>
            </a:extLst>
          </p:cNvPr>
          <p:cNvSpPr>
            <a:spLocks xmlns:a="http://schemas.openxmlformats.org/drawingml/2006/main" noGrp="1"/>
          </p:cNvSpPr>
          <p:nvPr/>
        </p:nvSpPr>
        <p:spPr>
          <a:xfrm xmlns:a="http://schemas.openxmlformats.org/drawingml/2006/main">
            <a:off x="7422868" y="382625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4" name="L-Town node n663">
            <a:extLst xmlns:a="http://schemas.openxmlformats.org/drawingml/2006/main">
              <a:ext uri="{FF2B5EF4-FFF2-40B4-BE49-F238E27FC236}">
                <a16:creationId xmlns:a16="http://schemas.microsoft.com/office/drawing/2014/main" id="{3A067A3E-170B-4E59-BAF3-292FAB7B8B4C}"/>
              </a:ext>
            </a:extLst>
          </p:cNvPr>
          <p:cNvSpPr>
            <a:spLocks xmlns:a="http://schemas.openxmlformats.org/drawingml/2006/main" noGrp="1"/>
          </p:cNvSpPr>
          <p:nvPr/>
        </p:nvSpPr>
        <p:spPr>
          <a:xfrm xmlns:a="http://schemas.openxmlformats.org/drawingml/2006/main">
            <a:off x="7423705" y="38995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5" name="L-Town node n664">
            <a:extLst xmlns:a="http://schemas.openxmlformats.org/drawingml/2006/main">
              <a:ext uri="{FF2B5EF4-FFF2-40B4-BE49-F238E27FC236}">
                <a16:creationId xmlns:a16="http://schemas.microsoft.com/office/drawing/2014/main" id="{706341D2-9BF5-4FA3-A155-B1E435180E04}"/>
              </a:ext>
            </a:extLst>
          </p:cNvPr>
          <p:cNvSpPr>
            <a:spLocks xmlns:a="http://schemas.openxmlformats.org/drawingml/2006/main" noGrp="1"/>
          </p:cNvSpPr>
          <p:nvPr/>
        </p:nvSpPr>
        <p:spPr>
          <a:xfrm xmlns:a="http://schemas.openxmlformats.org/drawingml/2006/main">
            <a:off x="7468343" y="37601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6" name="L-Town node n665">
            <a:extLst xmlns:a="http://schemas.openxmlformats.org/drawingml/2006/main">
              <a:ext uri="{FF2B5EF4-FFF2-40B4-BE49-F238E27FC236}">
                <a16:creationId xmlns:a16="http://schemas.microsoft.com/office/drawing/2014/main" id="{7CE84C82-EFAC-48BC-A4F1-C68D834716AB}"/>
              </a:ext>
            </a:extLst>
          </p:cNvPr>
          <p:cNvSpPr>
            <a:spLocks xmlns:a="http://schemas.openxmlformats.org/drawingml/2006/main" noGrp="1"/>
          </p:cNvSpPr>
          <p:nvPr/>
        </p:nvSpPr>
        <p:spPr>
          <a:xfrm xmlns:a="http://schemas.openxmlformats.org/drawingml/2006/main">
            <a:off x="7470699" y="38197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7" name="L-Town node n666">
            <a:extLst xmlns:a="http://schemas.openxmlformats.org/drawingml/2006/main">
              <a:ext uri="{FF2B5EF4-FFF2-40B4-BE49-F238E27FC236}">
                <a16:creationId xmlns:a16="http://schemas.microsoft.com/office/drawing/2014/main" id="{49E00693-1C73-4BAF-9CF9-1E8B74A6C733}"/>
              </a:ext>
            </a:extLst>
          </p:cNvPr>
          <p:cNvSpPr>
            <a:spLocks xmlns:a="http://schemas.openxmlformats.org/drawingml/2006/main" noGrp="1"/>
          </p:cNvSpPr>
          <p:nvPr/>
        </p:nvSpPr>
        <p:spPr>
          <a:xfrm xmlns:a="http://schemas.openxmlformats.org/drawingml/2006/main">
            <a:off x="7473079" y="38793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8" name="L-Town node n667">
            <a:extLst xmlns:a="http://schemas.openxmlformats.org/drawingml/2006/main">
              <a:ext uri="{FF2B5EF4-FFF2-40B4-BE49-F238E27FC236}">
                <a16:creationId xmlns:a16="http://schemas.microsoft.com/office/drawing/2014/main" id="{0BDC75A4-8CD9-489F-B89E-CF0E13352A1F}"/>
              </a:ext>
            </a:extLst>
          </p:cNvPr>
          <p:cNvSpPr>
            <a:spLocks xmlns:a="http://schemas.openxmlformats.org/drawingml/2006/main" noGrp="1"/>
          </p:cNvSpPr>
          <p:nvPr/>
        </p:nvSpPr>
        <p:spPr>
          <a:xfrm xmlns:a="http://schemas.openxmlformats.org/drawingml/2006/main">
            <a:off x="7171203" y="429718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79" name="L-Town node n668">
            <a:extLst xmlns:a="http://schemas.openxmlformats.org/drawingml/2006/main">
              <a:ext uri="{FF2B5EF4-FFF2-40B4-BE49-F238E27FC236}">
                <a16:creationId xmlns:a16="http://schemas.microsoft.com/office/drawing/2014/main" id="{FBC97A9C-7FA7-4069-9F39-A58DE3873B84}"/>
              </a:ext>
            </a:extLst>
          </p:cNvPr>
          <p:cNvSpPr>
            <a:spLocks xmlns:a="http://schemas.openxmlformats.org/drawingml/2006/main" noGrp="1"/>
          </p:cNvSpPr>
          <p:nvPr/>
        </p:nvSpPr>
        <p:spPr>
          <a:xfrm xmlns:a="http://schemas.openxmlformats.org/drawingml/2006/main">
            <a:off x="7587319" y="36323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0" name="L-Town node n669">
            <a:extLst xmlns:a="http://schemas.openxmlformats.org/drawingml/2006/main">
              <a:ext uri="{FF2B5EF4-FFF2-40B4-BE49-F238E27FC236}">
                <a16:creationId xmlns:a16="http://schemas.microsoft.com/office/drawing/2014/main" id="{D493DC61-5535-4327-851C-5F147E9CA8A7}"/>
              </a:ext>
            </a:extLst>
          </p:cNvPr>
          <p:cNvSpPr>
            <a:spLocks xmlns:a="http://schemas.openxmlformats.org/drawingml/2006/main" noGrp="1"/>
          </p:cNvSpPr>
          <p:nvPr/>
        </p:nvSpPr>
        <p:spPr>
          <a:xfrm xmlns:a="http://schemas.openxmlformats.org/drawingml/2006/main">
            <a:off x="7647367" y="363358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1" name="L-Town node n670">
            <a:extLst xmlns:a="http://schemas.openxmlformats.org/drawingml/2006/main">
              <a:ext uri="{FF2B5EF4-FFF2-40B4-BE49-F238E27FC236}">
                <a16:creationId xmlns:a16="http://schemas.microsoft.com/office/drawing/2014/main" id="{643AAD65-EE5C-46D5-BAA9-CCEACAC01346}"/>
              </a:ext>
            </a:extLst>
          </p:cNvPr>
          <p:cNvSpPr>
            <a:spLocks xmlns:a="http://schemas.openxmlformats.org/drawingml/2006/main" noGrp="1"/>
          </p:cNvSpPr>
          <p:nvPr/>
        </p:nvSpPr>
        <p:spPr>
          <a:xfrm xmlns:a="http://schemas.openxmlformats.org/drawingml/2006/main">
            <a:off x="7701724" y="36258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2" name="L-Town node n671">
            <a:extLst xmlns:a="http://schemas.openxmlformats.org/drawingml/2006/main">
              <a:ext uri="{FF2B5EF4-FFF2-40B4-BE49-F238E27FC236}">
                <a16:creationId xmlns:a16="http://schemas.microsoft.com/office/drawing/2014/main" id="{3CFF717E-D459-4B0A-BB4C-0F5DDF610B44}"/>
              </a:ext>
            </a:extLst>
          </p:cNvPr>
          <p:cNvSpPr>
            <a:spLocks xmlns:a="http://schemas.openxmlformats.org/drawingml/2006/main" noGrp="1"/>
          </p:cNvSpPr>
          <p:nvPr/>
        </p:nvSpPr>
        <p:spPr>
          <a:xfrm xmlns:a="http://schemas.openxmlformats.org/drawingml/2006/main">
            <a:off x="7756659" y="36171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3" name="L-Town node n672">
            <a:extLst xmlns:a="http://schemas.openxmlformats.org/drawingml/2006/main">
              <a:ext uri="{FF2B5EF4-FFF2-40B4-BE49-F238E27FC236}">
                <a16:creationId xmlns:a16="http://schemas.microsoft.com/office/drawing/2014/main" id="{B7057FC4-38A6-4359-B3BC-42DDEE03A57F}"/>
              </a:ext>
            </a:extLst>
          </p:cNvPr>
          <p:cNvSpPr>
            <a:spLocks xmlns:a="http://schemas.openxmlformats.org/drawingml/2006/main" noGrp="1"/>
          </p:cNvSpPr>
          <p:nvPr/>
        </p:nvSpPr>
        <p:spPr>
          <a:xfrm xmlns:a="http://schemas.openxmlformats.org/drawingml/2006/main">
            <a:off x="7815529" y="360390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4" name="L-Town node n673">
            <a:extLst xmlns:a="http://schemas.openxmlformats.org/drawingml/2006/main">
              <a:ext uri="{FF2B5EF4-FFF2-40B4-BE49-F238E27FC236}">
                <a16:creationId xmlns:a16="http://schemas.microsoft.com/office/drawing/2014/main" id="{0F0A6935-A002-45E3-8958-8622C3F15B3C}"/>
              </a:ext>
            </a:extLst>
          </p:cNvPr>
          <p:cNvSpPr>
            <a:spLocks xmlns:a="http://schemas.openxmlformats.org/drawingml/2006/main" noGrp="1"/>
          </p:cNvSpPr>
          <p:nvPr/>
        </p:nvSpPr>
        <p:spPr>
          <a:xfrm xmlns:a="http://schemas.openxmlformats.org/drawingml/2006/main">
            <a:off x="7348365" y="40727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5" name="L-Town node n674">
            <a:extLst xmlns:a="http://schemas.openxmlformats.org/drawingml/2006/main">
              <a:ext uri="{FF2B5EF4-FFF2-40B4-BE49-F238E27FC236}">
                <a16:creationId xmlns:a16="http://schemas.microsoft.com/office/drawing/2014/main" id="{82B7E45F-6E91-44C5-997C-3C8D482CBB62}"/>
              </a:ext>
            </a:extLst>
          </p:cNvPr>
          <p:cNvSpPr>
            <a:spLocks xmlns:a="http://schemas.openxmlformats.org/drawingml/2006/main" noGrp="1"/>
          </p:cNvSpPr>
          <p:nvPr/>
        </p:nvSpPr>
        <p:spPr>
          <a:xfrm xmlns:a="http://schemas.openxmlformats.org/drawingml/2006/main">
            <a:off x="7341685" y="41247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6" name="L-Town node n675">
            <a:extLst xmlns:a="http://schemas.openxmlformats.org/drawingml/2006/main">
              <a:ext uri="{FF2B5EF4-FFF2-40B4-BE49-F238E27FC236}">
                <a16:creationId xmlns:a16="http://schemas.microsoft.com/office/drawing/2014/main" id="{44FC4806-EAA1-4063-A32C-69BD38EC23B7}"/>
              </a:ext>
            </a:extLst>
          </p:cNvPr>
          <p:cNvSpPr>
            <a:spLocks xmlns:a="http://schemas.openxmlformats.org/drawingml/2006/main" noGrp="1"/>
          </p:cNvSpPr>
          <p:nvPr/>
        </p:nvSpPr>
        <p:spPr>
          <a:xfrm xmlns:a="http://schemas.openxmlformats.org/drawingml/2006/main">
            <a:off x="7335006" y="417666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7" name="L-Town node n676">
            <a:extLst xmlns:a="http://schemas.openxmlformats.org/drawingml/2006/main">
              <a:ext uri="{FF2B5EF4-FFF2-40B4-BE49-F238E27FC236}">
                <a16:creationId xmlns:a16="http://schemas.microsoft.com/office/drawing/2014/main" id="{366092A0-2F4E-4975-A472-786D133F7CFC}"/>
              </a:ext>
            </a:extLst>
          </p:cNvPr>
          <p:cNvSpPr>
            <a:spLocks xmlns:a="http://schemas.openxmlformats.org/drawingml/2006/main" noGrp="1"/>
          </p:cNvSpPr>
          <p:nvPr/>
        </p:nvSpPr>
        <p:spPr>
          <a:xfrm xmlns:a="http://schemas.openxmlformats.org/drawingml/2006/main">
            <a:off x="7399530" y="398237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8" name="L-Town node n677">
            <a:extLst xmlns:a="http://schemas.openxmlformats.org/drawingml/2006/main">
              <a:ext uri="{FF2B5EF4-FFF2-40B4-BE49-F238E27FC236}">
                <a16:creationId xmlns:a16="http://schemas.microsoft.com/office/drawing/2014/main" id="{A41792B4-F215-4271-B37A-89394F15EFC8}"/>
              </a:ext>
            </a:extLst>
          </p:cNvPr>
          <p:cNvSpPr>
            <a:spLocks xmlns:a="http://schemas.openxmlformats.org/drawingml/2006/main" noGrp="1"/>
          </p:cNvSpPr>
          <p:nvPr/>
        </p:nvSpPr>
        <p:spPr>
          <a:xfrm xmlns:a="http://schemas.openxmlformats.org/drawingml/2006/main">
            <a:off x="7447938" y="404706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89" name="L-Town node n678">
            <a:extLst xmlns:a="http://schemas.openxmlformats.org/drawingml/2006/main">
              <a:ext uri="{FF2B5EF4-FFF2-40B4-BE49-F238E27FC236}">
                <a16:creationId xmlns:a16="http://schemas.microsoft.com/office/drawing/2014/main" id="{54F9C7F2-0645-40E0-BE52-D4B4E2D4B0C7}"/>
              </a:ext>
            </a:extLst>
          </p:cNvPr>
          <p:cNvSpPr>
            <a:spLocks xmlns:a="http://schemas.openxmlformats.org/drawingml/2006/main" noGrp="1"/>
          </p:cNvSpPr>
          <p:nvPr/>
        </p:nvSpPr>
        <p:spPr>
          <a:xfrm xmlns:a="http://schemas.openxmlformats.org/drawingml/2006/main">
            <a:off x="7670245" y="370466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0" name="L-Town node n679">
            <a:extLst xmlns:a="http://schemas.openxmlformats.org/drawingml/2006/main">
              <a:ext uri="{FF2B5EF4-FFF2-40B4-BE49-F238E27FC236}">
                <a16:creationId xmlns:a16="http://schemas.microsoft.com/office/drawing/2014/main" id="{D28EB536-7C62-48C5-BA7E-6F1768A98544}"/>
              </a:ext>
            </a:extLst>
          </p:cNvPr>
          <p:cNvSpPr>
            <a:spLocks xmlns:a="http://schemas.openxmlformats.org/drawingml/2006/main" noGrp="1"/>
          </p:cNvSpPr>
          <p:nvPr/>
        </p:nvSpPr>
        <p:spPr>
          <a:xfrm xmlns:a="http://schemas.openxmlformats.org/drawingml/2006/main">
            <a:off x="7604979" y="37653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1" name="L-Town node n680">
            <a:extLst xmlns:a="http://schemas.openxmlformats.org/drawingml/2006/main">
              <a:ext uri="{FF2B5EF4-FFF2-40B4-BE49-F238E27FC236}">
                <a16:creationId xmlns:a16="http://schemas.microsoft.com/office/drawing/2014/main" id="{0AA321D7-415D-4F62-A8CD-9C6E8E1A38B5}"/>
              </a:ext>
            </a:extLst>
          </p:cNvPr>
          <p:cNvSpPr>
            <a:spLocks xmlns:a="http://schemas.openxmlformats.org/drawingml/2006/main" noGrp="1"/>
          </p:cNvSpPr>
          <p:nvPr/>
        </p:nvSpPr>
        <p:spPr>
          <a:xfrm xmlns:a="http://schemas.openxmlformats.org/drawingml/2006/main">
            <a:off x="7607323" y="382520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2" name="L-Town node n681">
            <a:extLst xmlns:a="http://schemas.openxmlformats.org/drawingml/2006/main">
              <a:ext uri="{FF2B5EF4-FFF2-40B4-BE49-F238E27FC236}">
                <a16:creationId xmlns:a16="http://schemas.microsoft.com/office/drawing/2014/main" id="{D9F09EE1-C482-4526-979B-97C0254C5F2B}"/>
              </a:ext>
            </a:extLst>
          </p:cNvPr>
          <p:cNvSpPr>
            <a:spLocks xmlns:a="http://schemas.openxmlformats.org/drawingml/2006/main" noGrp="1"/>
          </p:cNvSpPr>
          <p:nvPr/>
        </p:nvSpPr>
        <p:spPr>
          <a:xfrm xmlns:a="http://schemas.openxmlformats.org/drawingml/2006/main">
            <a:off x="7382082" y="428566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3" name="L-Town node n682">
            <a:extLst xmlns:a="http://schemas.openxmlformats.org/drawingml/2006/main">
              <a:ext uri="{FF2B5EF4-FFF2-40B4-BE49-F238E27FC236}">
                <a16:creationId xmlns:a16="http://schemas.microsoft.com/office/drawing/2014/main" id="{10CF2A10-DEB4-42D6-8FC8-C2D51573EFDB}"/>
              </a:ext>
            </a:extLst>
          </p:cNvPr>
          <p:cNvSpPr>
            <a:spLocks xmlns:a="http://schemas.openxmlformats.org/drawingml/2006/main" noGrp="1"/>
          </p:cNvSpPr>
          <p:nvPr/>
        </p:nvSpPr>
        <p:spPr>
          <a:xfrm xmlns:a="http://schemas.openxmlformats.org/drawingml/2006/main">
            <a:off x="7441270" y="428267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4" name="L-Town node n683">
            <a:extLst xmlns:a="http://schemas.openxmlformats.org/drawingml/2006/main">
              <a:ext uri="{FF2B5EF4-FFF2-40B4-BE49-F238E27FC236}">
                <a16:creationId xmlns:a16="http://schemas.microsoft.com/office/drawing/2014/main" id="{F0DD0494-FC46-4818-9581-866732B0C5D0}"/>
              </a:ext>
            </a:extLst>
          </p:cNvPr>
          <p:cNvSpPr>
            <a:spLocks xmlns:a="http://schemas.openxmlformats.org/drawingml/2006/main" noGrp="1"/>
          </p:cNvSpPr>
          <p:nvPr/>
        </p:nvSpPr>
        <p:spPr>
          <a:xfrm xmlns:a="http://schemas.openxmlformats.org/drawingml/2006/main">
            <a:off x="7530228" y="401632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5" name="L-Town node n684">
            <a:extLst xmlns:a="http://schemas.openxmlformats.org/drawingml/2006/main">
              <a:ext uri="{FF2B5EF4-FFF2-40B4-BE49-F238E27FC236}">
                <a16:creationId xmlns:a16="http://schemas.microsoft.com/office/drawing/2014/main" id="{F6DA152E-D6B9-406C-8186-AC725C680F03}"/>
              </a:ext>
            </a:extLst>
          </p:cNvPr>
          <p:cNvSpPr>
            <a:spLocks xmlns:a="http://schemas.openxmlformats.org/drawingml/2006/main" noGrp="1"/>
          </p:cNvSpPr>
          <p:nvPr/>
        </p:nvSpPr>
        <p:spPr>
          <a:xfrm xmlns:a="http://schemas.openxmlformats.org/drawingml/2006/main">
            <a:off x="7668019" y="388904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6" name="L-Town node n685">
            <a:extLst xmlns:a="http://schemas.openxmlformats.org/drawingml/2006/main">
              <a:ext uri="{FF2B5EF4-FFF2-40B4-BE49-F238E27FC236}">
                <a16:creationId xmlns:a16="http://schemas.microsoft.com/office/drawing/2014/main" id="{854DD5B9-5EA6-49ED-878D-1A9B3B807362}"/>
              </a:ext>
            </a:extLst>
          </p:cNvPr>
          <p:cNvSpPr>
            <a:spLocks xmlns:a="http://schemas.openxmlformats.org/drawingml/2006/main" noGrp="1"/>
          </p:cNvSpPr>
          <p:nvPr/>
        </p:nvSpPr>
        <p:spPr>
          <a:xfrm xmlns:a="http://schemas.openxmlformats.org/drawingml/2006/main">
            <a:off x="7726347" y="389302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7" name="L-Town node n686">
            <a:extLst xmlns:a="http://schemas.openxmlformats.org/drawingml/2006/main">
              <a:ext uri="{FF2B5EF4-FFF2-40B4-BE49-F238E27FC236}">
                <a16:creationId xmlns:a16="http://schemas.microsoft.com/office/drawing/2014/main" id="{C0BC1253-B6E1-4EF7-9FC7-0D44D8F1FC75}"/>
              </a:ext>
            </a:extLst>
          </p:cNvPr>
          <p:cNvSpPr>
            <a:spLocks xmlns:a="http://schemas.openxmlformats.org/drawingml/2006/main" noGrp="1"/>
          </p:cNvSpPr>
          <p:nvPr/>
        </p:nvSpPr>
        <p:spPr>
          <a:xfrm xmlns:a="http://schemas.openxmlformats.org/drawingml/2006/main">
            <a:off x="7784686" y="389703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8" name="L-Town node n687">
            <a:extLst xmlns:a="http://schemas.openxmlformats.org/drawingml/2006/main">
              <a:ext uri="{FF2B5EF4-FFF2-40B4-BE49-F238E27FC236}">
                <a16:creationId xmlns:a16="http://schemas.microsoft.com/office/drawing/2014/main" id="{95D5D77D-D32C-47A2-865E-8DA5AE28FFB5}"/>
              </a:ext>
            </a:extLst>
          </p:cNvPr>
          <p:cNvSpPr>
            <a:spLocks xmlns:a="http://schemas.openxmlformats.org/drawingml/2006/main" noGrp="1"/>
          </p:cNvSpPr>
          <p:nvPr/>
        </p:nvSpPr>
        <p:spPr>
          <a:xfrm xmlns:a="http://schemas.openxmlformats.org/drawingml/2006/main">
            <a:off x="7525186" y="413534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199" name="L-Town node n688">
            <a:extLst xmlns:a="http://schemas.openxmlformats.org/drawingml/2006/main">
              <a:ext uri="{FF2B5EF4-FFF2-40B4-BE49-F238E27FC236}">
                <a16:creationId xmlns:a16="http://schemas.microsoft.com/office/drawing/2014/main" id="{6BB977CB-5A19-4D30-90D9-C656792F0E55}"/>
              </a:ext>
            </a:extLst>
          </p:cNvPr>
          <p:cNvSpPr>
            <a:spLocks xmlns:a="http://schemas.openxmlformats.org/drawingml/2006/main" noGrp="1"/>
          </p:cNvSpPr>
          <p:nvPr/>
        </p:nvSpPr>
        <p:spPr>
          <a:xfrm xmlns:a="http://schemas.openxmlformats.org/drawingml/2006/main">
            <a:off x="7586094" y="411358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0" name="L-Town node n689">
            <a:extLst xmlns:a="http://schemas.openxmlformats.org/drawingml/2006/main">
              <a:ext uri="{FF2B5EF4-FFF2-40B4-BE49-F238E27FC236}">
                <a16:creationId xmlns:a16="http://schemas.microsoft.com/office/drawing/2014/main" id="{7517069E-3657-4193-B9F8-DB390D4888D9}"/>
              </a:ext>
            </a:extLst>
          </p:cNvPr>
          <p:cNvSpPr>
            <a:spLocks xmlns:a="http://schemas.openxmlformats.org/drawingml/2006/main" noGrp="1"/>
          </p:cNvSpPr>
          <p:nvPr/>
        </p:nvSpPr>
        <p:spPr>
          <a:xfrm xmlns:a="http://schemas.openxmlformats.org/drawingml/2006/main">
            <a:off x="7704128" y="39629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1" name="L-Town node n690">
            <a:extLst xmlns:a="http://schemas.openxmlformats.org/drawingml/2006/main">
              <a:ext uri="{FF2B5EF4-FFF2-40B4-BE49-F238E27FC236}">
                <a16:creationId xmlns:a16="http://schemas.microsoft.com/office/drawing/2014/main" id="{C6ED18EE-C82D-4882-9D05-D587C794C835}"/>
              </a:ext>
            </a:extLst>
          </p:cNvPr>
          <p:cNvSpPr>
            <a:spLocks xmlns:a="http://schemas.openxmlformats.org/drawingml/2006/main" noGrp="1"/>
          </p:cNvSpPr>
          <p:nvPr/>
        </p:nvSpPr>
        <p:spPr>
          <a:xfrm xmlns:a="http://schemas.openxmlformats.org/drawingml/2006/main">
            <a:off x="7761878" y="396646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2" name="L-Town node n691">
            <a:extLst xmlns:a="http://schemas.openxmlformats.org/drawingml/2006/main">
              <a:ext uri="{FF2B5EF4-FFF2-40B4-BE49-F238E27FC236}">
                <a16:creationId xmlns:a16="http://schemas.microsoft.com/office/drawing/2014/main" id="{DE016D04-8DDA-40C0-863C-BF04A6B89453}"/>
              </a:ext>
            </a:extLst>
          </p:cNvPr>
          <p:cNvSpPr>
            <a:spLocks xmlns:a="http://schemas.openxmlformats.org/drawingml/2006/main" noGrp="1"/>
          </p:cNvSpPr>
          <p:nvPr/>
        </p:nvSpPr>
        <p:spPr>
          <a:xfrm xmlns:a="http://schemas.openxmlformats.org/drawingml/2006/main">
            <a:off x="7510566" y="423306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3" name="L-Town node n692">
            <a:extLst xmlns:a="http://schemas.openxmlformats.org/drawingml/2006/main">
              <a:ext uri="{FF2B5EF4-FFF2-40B4-BE49-F238E27FC236}">
                <a16:creationId xmlns:a16="http://schemas.microsoft.com/office/drawing/2014/main" id="{4235A442-0F4A-42EA-BE26-4EB5B0A550CE}"/>
              </a:ext>
            </a:extLst>
          </p:cNvPr>
          <p:cNvSpPr>
            <a:spLocks xmlns:a="http://schemas.openxmlformats.org/drawingml/2006/main" noGrp="1"/>
          </p:cNvSpPr>
          <p:nvPr/>
        </p:nvSpPr>
        <p:spPr>
          <a:xfrm xmlns:a="http://schemas.openxmlformats.org/drawingml/2006/main">
            <a:off x="7931300" y="358103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4" name="L-Town node n693">
            <a:extLst xmlns:a="http://schemas.openxmlformats.org/drawingml/2006/main">
              <a:ext uri="{FF2B5EF4-FFF2-40B4-BE49-F238E27FC236}">
                <a16:creationId xmlns:a16="http://schemas.microsoft.com/office/drawing/2014/main" id="{14B75D72-B6BA-406D-AB11-CC9D19E09917}"/>
              </a:ext>
            </a:extLst>
          </p:cNvPr>
          <p:cNvSpPr>
            <a:spLocks xmlns:a="http://schemas.openxmlformats.org/drawingml/2006/main" noGrp="1"/>
          </p:cNvSpPr>
          <p:nvPr/>
        </p:nvSpPr>
        <p:spPr>
          <a:xfrm xmlns:a="http://schemas.openxmlformats.org/drawingml/2006/main">
            <a:off x="7988061" y="356808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5" name="L-Town node n694">
            <a:extLst xmlns:a="http://schemas.openxmlformats.org/drawingml/2006/main">
              <a:ext uri="{FF2B5EF4-FFF2-40B4-BE49-F238E27FC236}">
                <a16:creationId xmlns:a16="http://schemas.microsoft.com/office/drawing/2014/main" id="{379C26F8-8597-4E23-9016-C4ED4F51FBA9}"/>
              </a:ext>
            </a:extLst>
          </p:cNvPr>
          <p:cNvSpPr>
            <a:spLocks xmlns:a="http://schemas.openxmlformats.org/drawingml/2006/main" noGrp="1"/>
          </p:cNvSpPr>
          <p:nvPr/>
        </p:nvSpPr>
        <p:spPr>
          <a:xfrm xmlns:a="http://schemas.openxmlformats.org/drawingml/2006/main">
            <a:off x="8044834" y="355513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6" name="L-Town node n695">
            <a:extLst xmlns:a="http://schemas.openxmlformats.org/drawingml/2006/main">
              <a:ext uri="{FF2B5EF4-FFF2-40B4-BE49-F238E27FC236}">
                <a16:creationId xmlns:a16="http://schemas.microsoft.com/office/drawing/2014/main" id="{E0D5C24F-1685-45DA-99D6-B665DB2680DE}"/>
              </a:ext>
            </a:extLst>
          </p:cNvPr>
          <p:cNvSpPr>
            <a:spLocks xmlns:a="http://schemas.openxmlformats.org/drawingml/2006/main" noGrp="1"/>
          </p:cNvSpPr>
          <p:nvPr/>
        </p:nvSpPr>
        <p:spPr>
          <a:xfrm xmlns:a="http://schemas.openxmlformats.org/drawingml/2006/main">
            <a:off x="8101606" y="35421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7" name="L-Town node n696">
            <a:extLst xmlns:a="http://schemas.openxmlformats.org/drawingml/2006/main">
              <a:ext uri="{FF2B5EF4-FFF2-40B4-BE49-F238E27FC236}">
                <a16:creationId xmlns:a16="http://schemas.microsoft.com/office/drawing/2014/main" id="{069A1414-7901-4CE9-9E89-50AE3E2E0553}"/>
              </a:ext>
            </a:extLst>
          </p:cNvPr>
          <p:cNvSpPr>
            <a:spLocks xmlns:a="http://schemas.openxmlformats.org/drawingml/2006/main" noGrp="1"/>
          </p:cNvSpPr>
          <p:nvPr/>
        </p:nvSpPr>
        <p:spPr>
          <a:xfrm xmlns:a="http://schemas.openxmlformats.org/drawingml/2006/main">
            <a:off x="8158367" y="352924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8" name="L-Town node n697">
            <a:extLst xmlns:a="http://schemas.openxmlformats.org/drawingml/2006/main">
              <a:ext uri="{FF2B5EF4-FFF2-40B4-BE49-F238E27FC236}">
                <a16:creationId xmlns:a16="http://schemas.microsoft.com/office/drawing/2014/main" id="{E6CD270E-2922-4E7C-BF92-6B133930F8A5}"/>
              </a:ext>
            </a:extLst>
          </p:cNvPr>
          <p:cNvSpPr>
            <a:spLocks xmlns:a="http://schemas.openxmlformats.org/drawingml/2006/main" noGrp="1"/>
          </p:cNvSpPr>
          <p:nvPr/>
        </p:nvSpPr>
        <p:spPr>
          <a:xfrm xmlns:a="http://schemas.openxmlformats.org/drawingml/2006/main">
            <a:off x="7549773" y="427954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09" name="L-Town node n698">
            <a:extLst xmlns:a="http://schemas.openxmlformats.org/drawingml/2006/main">
              <a:ext uri="{FF2B5EF4-FFF2-40B4-BE49-F238E27FC236}">
                <a16:creationId xmlns:a16="http://schemas.microsoft.com/office/drawing/2014/main" id="{4A7584E5-9CA1-40B9-945E-8C7381C08D63}"/>
              </a:ext>
            </a:extLst>
          </p:cNvPr>
          <p:cNvSpPr>
            <a:spLocks xmlns:a="http://schemas.openxmlformats.org/drawingml/2006/main" noGrp="1"/>
          </p:cNvSpPr>
          <p:nvPr/>
        </p:nvSpPr>
        <p:spPr>
          <a:xfrm xmlns:a="http://schemas.openxmlformats.org/drawingml/2006/main">
            <a:off x="7599088" y="42793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0" name="L-Town node n699">
            <a:extLst xmlns:a="http://schemas.openxmlformats.org/drawingml/2006/main">
              <a:ext uri="{FF2B5EF4-FFF2-40B4-BE49-F238E27FC236}">
                <a16:creationId xmlns:a16="http://schemas.microsoft.com/office/drawing/2014/main" id="{F5ABF194-E59F-4DDB-B62E-CB43B17ED125}"/>
              </a:ext>
            </a:extLst>
          </p:cNvPr>
          <p:cNvSpPr>
            <a:spLocks xmlns:a="http://schemas.openxmlformats.org/drawingml/2006/main" noGrp="1"/>
          </p:cNvSpPr>
          <p:nvPr/>
        </p:nvSpPr>
        <p:spPr>
          <a:xfrm xmlns:a="http://schemas.openxmlformats.org/drawingml/2006/main">
            <a:off x="7700935" y="404740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1" name="L-Town node n700">
            <a:extLst xmlns:a="http://schemas.openxmlformats.org/drawingml/2006/main">
              <a:ext uri="{FF2B5EF4-FFF2-40B4-BE49-F238E27FC236}">
                <a16:creationId xmlns:a16="http://schemas.microsoft.com/office/drawing/2014/main" id="{5ACFD63D-87F0-46B5-93E6-F59224C6EC65}"/>
              </a:ext>
            </a:extLst>
          </p:cNvPr>
          <p:cNvSpPr>
            <a:spLocks xmlns:a="http://schemas.openxmlformats.org/drawingml/2006/main" noGrp="1"/>
          </p:cNvSpPr>
          <p:nvPr/>
        </p:nvSpPr>
        <p:spPr>
          <a:xfrm xmlns:a="http://schemas.openxmlformats.org/drawingml/2006/main">
            <a:off x="7757260" y="40511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2" name="L-Town node n701">
            <a:extLst xmlns:a="http://schemas.openxmlformats.org/drawingml/2006/main">
              <a:ext uri="{FF2B5EF4-FFF2-40B4-BE49-F238E27FC236}">
                <a16:creationId xmlns:a16="http://schemas.microsoft.com/office/drawing/2014/main" id="{8CBA1128-DB3D-4413-B614-581C33BAF911}"/>
              </a:ext>
            </a:extLst>
          </p:cNvPr>
          <p:cNvSpPr>
            <a:spLocks xmlns:a="http://schemas.openxmlformats.org/drawingml/2006/main" noGrp="1"/>
          </p:cNvSpPr>
          <p:nvPr/>
        </p:nvSpPr>
        <p:spPr>
          <a:xfrm xmlns:a="http://schemas.openxmlformats.org/drawingml/2006/main">
            <a:off x="7943506" y="363752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3" name="L-Town node n702">
            <a:extLst xmlns:a="http://schemas.openxmlformats.org/drawingml/2006/main">
              <a:ext uri="{FF2B5EF4-FFF2-40B4-BE49-F238E27FC236}">
                <a16:creationId xmlns:a16="http://schemas.microsoft.com/office/drawing/2014/main" id="{44A6B48C-536D-4517-B833-D8C11E49A8AB}"/>
              </a:ext>
            </a:extLst>
          </p:cNvPr>
          <p:cNvSpPr>
            <a:spLocks xmlns:a="http://schemas.openxmlformats.org/drawingml/2006/main" noGrp="1"/>
          </p:cNvSpPr>
          <p:nvPr/>
        </p:nvSpPr>
        <p:spPr>
          <a:xfrm xmlns:a="http://schemas.openxmlformats.org/drawingml/2006/main">
            <a:off x="7994305" y="362596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4" name="L-Town node n703">
            <a:extLst xmlns:a="http://schemas.openxmlformats.org/drawingml/2006/main">
              <a:ext uri="{FF2B5EF4-FFF2-40B4-BE49-F238E27FC236}">
                <a16:creationId xmlns:a16="http://schemas.microsoft.com/office/drawing/2014/main" id="{A638828C-3930-4117-8565-37F9EE720B87}"/>
              </a:ext>
            </a:extLst>
          </p:cNvPr>
          <p:cNvSpPr>
            <a:spLocks xmlns:a="http://schemas.openxmlformats.org/drawingml/2006/main" noGrp="1"/>
          </p:cNvSpPr>
          <p:nvPr/>
        </p:nvSpPr>
        <p:spPr>
          <a:xfrm xmlns:a="http://schemas.openxmlformats.org/drawingml/2006/main">
            <a:off x="7695881" y="412411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5" name="L-Town node n704">
            <a:extLst xmlns:a="http://schemas.openxmlformats.org/drawingml/2006/main">
              <a:ext uri="{FF2B5EF4-FFF2-40B4-BE49-F238E27FC236}">
                <a16:creationId xmlns:a16="http://schemas.microsoft.com/office/drawing/2014/main" id="{29154556-1E31-4720-BD0C-ACC2E907B4A5}"/>
              </a:ext>
            </a:extLst>
          </p:cNvPr>
          <p:cNvSpPr>
            <a:spLocks xmlns:a="http://schemas.openxmlformats.org/drawingml/2006/main" noGrp="1"/>
          </p:cNvSpPr>
          <p:nvPr/>
        </p:nvSpPr>
        <p:spPr>
          <a:xfrm xmlns:a="http://schemas.openxmlformats.org/drawingml/2006/main">
            <a:off x="7751039" y="412898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6" name="L-Town node n705">
            <a:extLst xmlns:a="http://schemas.openxmlformats.org/drawingml/2006/main">
              <a:ext uri="{FF2B5EF4-FFF2-40B4-BE49-F238E27FC236}">
                <a16:creationId xmlns:a16="http://schemas.microsoft.com/office/drawing/2014/main" id="{ACA55D20-2CCE-41FA-93DF-C33376F1A988}"/>
              </a:ext>
            </a:extLst>
          </p:cNvPr>
          <p:cNvSpPr>
            <a:spLocks xmlns:a="http://schemas.openxmlformats.org/drawingml/2006/main" noGrp="1"/>
          </p:cNvSpPr>
          <p:nvPr/>
        </p:nvSpPr>
        <p:spPr>
          <a:xfrm xmlns:a="http://schemas.openxmlformats.org/drawingml/2006/main">
            <a:off x="7805350" y="413067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7" name="L-Town node n706">
            <a:extLst xmlns:a="http://schemas.openxmlformats.org/drawingml/2006/main">
              <a:ext uri="{FF2B5EF4-FFF2-40B4-BE49-F238E27FC236}">
                <a16:creationId xmlns:a16="http://schemas.microsoft.com/office/drawing/2014/main" id="{20390BF8-385C-4327-8377-08C4B82FFB84}"/>
              </a:ext>
            </a:extLst>
          </p:cNvPr>
          <p:cNvSpPr>
            <a:spLocks xmlns:a="http://schemas.openxmlformats.org/drawingml/2006/main" noGrp="1"/>
          </p:cNvSpPr>
          <p:nvPr/>
        </p:nvSpPr>
        <p:spPr>
          <a:xfrm xmlns:a="http://schemas.openxmlformats.org/drawingml/2006/main">
            <a:off x="7683770" y="417402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8" name="L-Town node n707">
            <a:extLst xmlns:a="http://schemas.openxmlformats.org/drawingml/2006/main">
              <a:ext uri="{FF2B5EF4-FFF2-40B4-BE49-F238E27FC236}">
                <a16:creationId xmlns:a16="http://schemas.microsoft.com/office/drawing/2014/main" id="{D10CADE6-5B98-4583-B888-2281CDF39F9B}"/>
              </a:ext>
            </a:extLst>
          </p:cNvPr>
          <p:cNvSpPr>
            <a:spLocks xmlns:a="http://schemas.openxmlformats.org/drawingml/2006/main" noGrp="1"/>
          </p:cNvSpPr>
          <p:nvPr/>
        </p:nvSpPr>
        <p:spPr>
          <a:xfrm xmlns:a="http://schemas.openxmlformats.org/drawingml/2006/main">
            <a:off x="7645517" y="421825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19" name="L-Town node n708">
            <a:extLst xmlns:a="http://schemas.openxmlformats.org/drawingml/2006/main">
              <a:ext uri="{FF2B5EF4-FFF2-40B4-BE49-F238E27FC236}">
                <a16:creationId xmlns:a16="http://schemas.microsoft.com/office/drawing/2014/main" id="{29C850EB-D309-47D9-B676-A2C9FF583F2E}"/>
              </a:ext>
            </a:extLst>
          </p:cNvPr>
          <p:cNvSpPr>
            <a:spLocks xmlns:a="http://schemas.openxmlformats.org/drawingml/2006/main" noGrp="1"/>
          </p:cNvSpPr>
          <p:nvPr/>
        </p:nvSpPr>
        <p:spPr>
          <a:xfrm xmlns:a="http://schemas.openxmlformats.org/drawingml/2006/main">
            <a:off x="7984480" y="371196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0" name="L-Town node n709">
            <a:extLst xmlns:a="http://schemas.openxmlformats.org/drawingml/2006/main">
              <a:ext uri="{FF2B5EF4-FFF2-40B4-BE49-F238E27FC236}">
                <a16:creationId xmlns:a16="http://schemas.microsoft.com/office/drawing/2014/main" id="{4D09B363-FC69-4DFC-A37E-8116051DBF6B}"/>
              </a:ext>
            </a:extLst>
          </p:cNvPr>
          <p:cNvSpPr>
            <a:spLocks xmlns:a="http://schemas.openxmlformats.org/drawingml/2006/main" noGrp="1"/>
          </p:cNvSpPr>
          <p:nvPr/>
        </p:nvSpPr>
        <p:spPr>
          <a:xfrm xmlns:a="http://schemas.openxmlformats.org/drawingml/2006/main">
            <a:off x="7978389" y="37753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1" name="L-Town node n710">
            <a:extLst xmlns:a="http://schemas.openxmlformats.org/drawingml/2006/main">
              <a:ext uri="{FF2B5EF4-FFF2-40B4-BE49-F238E27FC236}">
                <a16:creationId xmlns:a16="http://schemas.microsoft.com/office/drawing/2014/main" id="{CD64C498-5E35-47D9-83FC-0C8D07171EA3}"/>
              </a:ext>
            </a:extLst>
          </p:cNvPr>
          <p:cNvSpPr>
            <a:spLocks xmlns:a="http://schemas.openxmlformats.org/drawingml/2006/main" noGrp="1"/>
          </p:cNvSpPr>
          <p:nvPr/>
        </p:nvSpPr>
        <p:spPr>
          <a:xfrm xmlns:a="http://schemas.openxmlformats.org/drawingml/2006/main">
            <a:off x="8040593" y="377747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2" name="L-Town node n711">
            <a:extLst xmlns:a="http://schemas.openxmlformats.org/drawingml/2006/main">
              <a:ext uri="{FF2B5EF4-FFF2-40B4-BE49-F238E27FC236}">
                <a16:creationId xmlns:a16="http://schemas.microsoft.com/office/drawing/2014/main" id="{3650149F-3A88-4245-9B8E-CA37E45B3301}"/>
              </a:ext>
            </a:extLst>
          </p:cNvPr>
          <p:cNvSpPr>
            <a:spLocks xmlns:a="http://schemas.openxmlformats.org/drawingml/2006/main" noGrp="1"/>
          </p:cNvSpPr>
          <p:nvPr/>
        </p:nvSpPr>
        <p:spPr>
          <a:xfrm xmlns:a="http://schemas.openxmlformats.org/drawingml/2006/main">
            <a:off x="8102773" y="377963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3" name="L-Town node n712">
            <a:extLst xmlns:a="http://schemas.openxmlformats.org/drawingml/2006/main">
              <a:ext uri="{FF2B5EF4-FFF2-40B4-BE49-F238E27FC236}">
                <a16:creationId xmlns:a16="http://schemas.microsoft.com/office/drawing/2014/main" id="{23A5D458-EB58-4D2C-8712-3B4AE6A23840}"/>
              </a:ext>
            </a:extLst>
          </p:cNvPr>
          <p:cNvSpPr>
            <a:spLocks xmlns:a="http://schemas.openxmlformats.org/drawingml/2006/main" noGrp="1"/>
          </p:cNvSpPr>
          <p:nvPr/>
        </p:nvSpPr>
        <p:spPr>
          <a:xfrm xmlns:a="http://schemas.openxmlformats.org/drawingml/2006/main">
            <a:off x="8164976" y="378179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4" name="L-Town node n713">
            <a:extLst xmlns:a="http://schemas.openxmlformats.org/drawingml/2006/main">
              <a:ext uri="{FF2B5EF4-FFF2-40B4-BE49-F238E27FC236}">
                <a16:creationId xmlns:a16="http://schemas.microsoft.com/office/drawing/2014/main" id="{843A7992-D537-4C1A-BA36-0BD4C3E25C58}"/>
              </a:ext>
            </a:extLst>
          </p:cNvPr>
          <p:cNvSpPr>
            <a:spLocks xmlns:a="http://schemas.openxmlformats.org/drawingml/2006/main" noGrp="1"/>
          </p:cNvSpPr>
          <p:nvPr/>
        </p:nvSpPr>
        <p:spPr>
          <a:xfrm xmlns:a="http://schemas.openxmlformats.org/drawingml/2006/main">
            <a:off x="7703774" y="428082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5" name="L-Town node n714">
            <a:extLst xmlns:a="http://schemas.openxmlformats.org/drawingml/2006/main">
              <a:ext uri="{FF2B5EF4-FFF2-40B4-BE49-F238E27FC236}">
                <a16:creationId xmlns:a16="http://schemas.microsoft.com/office/drawing/2014/main" id="{CC64CBE9-F70D-4D7D-8A9C-CE5799CA1859}"/>
              </a:ext>
            </a:extLst>
          </p:cNvPr>
          <p:cNvSpPr>
            <a:spLocks xmlns:a="http://schemas.openxmlformats.org/drawingml/2006/main" noGrp="1"/>
          </p:cNvSpPr>
          <p:nvPr/>
        </p:nvSpPr>
        <p:spPr>
          <a:xfrm xmlns:a="http://schemas.openxmlformats.org/drawingml/2006/main">
            <a:off x="7759133" y="42824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6" name="L-Town node n715">
            <a:extLst xmlns:a="http://schemas.openxmlformats.org/drawingml/2006/main">
              <a:ext uri="{FF2B5EF4-FFF2-40B4-BE49-F238E27FC236}">
                <a16:creationId xmlns:a16="http://schemas.microsoft.com/office/drawing/2014/main" id="{C09CD568-319F-490F-AD6E-71FF920DF8F3}"/>
              </a:ext>
            </a:extLst>
          </p:cNvPr>
          <p:cNvSpPr>
            <a:spLocks xmlns:a="http://schemas.openxmlformats.org/drawingml/2006/main" noGrp="1"/>
          </p:cNvSpPr>
          <p:nvPr/>
        </p:nvSpPr>
        <p:spPr>
          <a:xfrm xmlns:a="http://schemas.openxmlformats.org/drawingml/2006/main">
            <a:off x="7814504" y="428401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7" name="L-Town node n716">
            <a:extLst xmlns:a="http://schemas.openxmlformats.org/drawingml/2006/main">
              <a:ext uri="{FF2B5EF4-FFF2-40B4-BE49-F238E27FC236}">
                <a16:creationId xmlns:a16="http://schemas.microsoft.com/office/drawing/2014/main" id="{A9E7E275-8F15-461D-B8F2-23A6F5D757A5}"/>
              </a:ext>
            </a:extLst>
          </p:cNvPr>
          <p:cNvSpPr>
            <a:spLocks xmlns:a="http://schemas.openxmlformats.org/drawingml/2006/main" noGrp="1"/>
          </p:cNvSpPr>
          <p:nvPr/>
        </p:nvSpPr>
        <p:spPr>
          <a:xfrm xmlns:a="http://schemas.openxmlformats.org/drawingml/2006/main">
            <a:off x="7869863" y="428561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8" name="L-Town node n717">
            <a:extLst xmlns:a="http://schemas.openxmlformats.org/drawingml/2006/main">
              <a:ext uri="{FF2B5EF4-FFF2-40B4-BE49-F238E27FC236}">
                <a16:creationId xmlns:a16="http://schemas.microsoft.com/office/drawing/2014/main" id="{81A1A29D-DE10-4DFB-BE01-1152018607D9}"/>
              </a:ext>
            </a:extLst>
          </p:cNvPr>
          <p:cNvSpPr>
            <a:spLocks xmlns:a="http://schemas.openxmlformats.org/drawingml/2006/main" noGrp="1"/>
          </p:cNvSpPr>
          <p:nvPr/>
        </p:nvSpPr>
        <p:spPr>
          <a:xfrm xmlns:a="http://schemas.openxmlformats.org/drawingml/2006/main">
            <a:off x="7925233" y="428720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29" name="L-Town node n718">
            <a:extLst xmlns:a="http://schemas.openxmlformats.org/drawingml/2006/main">
              <a:ext uri="{FF2B5EF4-FFF2-40B4-BE49-F238E27FC236}">
                <a16:creationId xmlns:a16="http://schemas.microsoft.com/office/drawing/2014/main" id="{0D90B585-BF4A-4579-B309-37DEA5E09C0D}"/>
              </a:ext>
            </a:extLst>
          </p:cNvPr>
          <p:cNvSpPr>
            <a:spLocks xmlns:a="http://schemas.openxmlformats.org/drawingml/2006/main" noGrp="1"/>
          </p:cNvSpPr>
          <p:nvPr/>
        </p:nvSpPr>
        <p:spPr>
          <a:xfrm xmlns:a="http://schemas.openxmlformats.org/drawingml/2006/main">
            <a:off x="7968905" y="383036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0" name="L-Town node n719">
            <a:extLst xmlns:a="http://schemas.openxmlformats.org/drawingml/2006/main">
              <a:ext uri="{FF2B5EF4-FFF2-40B4-BE49-F238E27FC236}">
                <a16:creationId xmlns:a16="http://schemas.microsoft.com/office/drawing/2014/main" id="{DBE68918-2122-496E-A5D9-61CF6531F645}"/>
              </a:ext>
            </a:extLst>
          </p:cNvPr>
          <p:cNvSpPr>
            <a:spLocks xmlns:a="http://schemas.openxmlformats.org/drawingml/2006/main" noGrp="1"/>
          </p:cNvSpPr>
          <p:nvPr/>
        </p:nvSpPr>
        <p:spPr>
          <a:xfrm xmlns:a="http://schemas.openxmlformats.org/drawingml/2006/main">
            <a:off x="8025607" y="383294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1" name="L-Town node n720">
            <a:extLst xmlns:a="http://schemas.openxmlformats.org/drawingml/2006/main">
              <a:ext uri="{FF2B5EF4-FFF2-40B4-BE49-F238E27FC236}">
                <a16:creationId xmlns:a16="http://schemas.microsoft.com/office/drawing/2014/main" id="{1A932B5B-2EB6-4478-A34E-A72A01F07DCD}"/>
              </a:ext>
            </a:extLst>
          </p:cNvPr>
          <p:cNvSpPr>
            <a:spLocks xmlns:a="http://schemas.openxmlformats.org/drawingml/2006/main" noGrp="1"/>
          </p:cNvSpPr>
          <p:nvPr/>
        </p:nvSpPr>
        <p:spPr>
          <a:xfrm xmlns:a="http://schemas.openxmlformats.org/drawingml/2006/main">
            <a:off x="8082309" y="383553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2" name="L-Town node n721">
            <a:extLst xmlns:a="http://schemas.openxmlformats.org/drawingml/2006/main">
              <a:ext uri="{FF2B5EF4-FFF2-40B4-BE49-F238E27FC236}">
                <a16:creationId xmlns:a16="http://schemas.microsoft.com/office/drawing/2014/main" id="{C51E2D96-3E29-434D-A37E-80F194410AF7}"/>
              </a:ext>
            </a:extLst>
          </p:cNvPr>
          <p:cNvSpPr>
            <a:spLocks xmlns:a="http://schemas.openxmlformats.org/drawingml/2006/main" noGrp="1"/>
          </p:cNvSpPr>
          <p:nvPr/>
        </p:nvSpPr>
        <p:spPr>
          <a:xfrm xmlns:a="http://schemas.openxmlformats.org/drawingml/2006/main">
            <a:off x="8139023" y="383812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3" name="L-Town node n722">
            <a:extLst xmlns:a="http://schemas.openxmlformats.org/drawingml/2006/main">
              <a:ext uri="{FF2B5EF4-FFF2-40B4-BE49-F238E27FC236}">
                <a16:creationId xmlns:a16="http://schemas.microsoft.com/office/drawing/2014/main" id="{B7DF2C14-AE3A-481A-9BB1-E4A0B59A1ACE}"/>
              </a:ext>
            </a:extLst>
          </p:cNvPr>
          <p:cNvSpPr>
            <a:spLocks xmlns:a="http://schemas.openxmlformats.org/drawingml/2006/main" noGrp="1"/>
          </p:cNvSpPr>
          <p:nvPr/>
        </p:nvSpPr>
        <p:spPr>
          <a:xfrm xmlns:a="http://schemas.openxmlformats.org/drawingml/2006/main">
            <a:off x="8195725" y="384071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4" name="L-Town node n723">
            <a:extLst xmlns:a="http://schemas.openxmlformats.org/drawingml/2006/main">
              <a:ext uri="{FF2B5EF4-FFF2-40B4-BE49-F238E27FC236}">
                <a16:creationId xmlns:a16="http://schemas.microsoft.com/office/drawing/2014/main" id="{14177B67-A720-4D23-91A7-9433B0AD0922}"/>
              </a:ext>
            </a:extLst>
          </p:cNvPr>
          <p:cNvSpPr>
            <a:spLocks xmlns:a="http://schemas.openxmlformats.org/drawingml/2006/main" noGrp="1"/>
          </p:cNvSpPr>
          <p:nvPr/>
        </p:nvSpPr>
        <p:spPr>
          <a:xfrm xmlns:a="http://schemas.openxmlformats.org/drawingml/2006/main">
            <a:off x="8252427" y="384329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5" name="L-Town node n724">
            <a:extLst xmlns:a="http://schemas.openxmlformats.org/drawingml/2006/main">
              <a:ext uri="{FF2B5EF4-FFF2-40B4-BE49-F238E27FC236}">
                <a16:creationId xmlns:a16="http://schemas.microsoft.com/office/drawing/2014/main" id="{EC62012B-B0D5-475D-975F-6A17EA162E0E}"/>
              </a:ext>
            </a:extLst>
          </p:cNvPr>
          <p:cNvSpPr>
            <a:spLocks xmlns:a="http://schemas.openxmlformats.org/drawingml/2006/main" noGrp="1"/>
          </p:cNvSpPr>
          <p:nvPr/>
        </p:nvSpPr>
        <p:spPr>
          <a:xfrm xmlns:a="http://schemas.openxmlformats.org/drawingml/2006/main">
            <a:off x="8104516" y="360085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6" name="L-Town node n725">
            <a:extLst xmlns:a="http://schemas.openxmlformats.org/drawingml/2006/main">
              <a:ext uri="{FF2B5EF4-FFF2-40B4-BE49-F238E27FC236}">
                <a16:creationId xmlns:a16="http://schemas.microsoft.com/office/drawing/2014/main" id="{DC45C777-A16E-4DBA-B045-40E7F74CD5E3}"/>
              </a:ext>
            </a:extLst>
          </p:cNvPr>
          <p:cNvSpPr>
            <a:spLocks xmlns:a="http://schemas.openxmlformats.org/drawingml/2006/main" noGrp="1"/>
          </p:cNvSpPr>
          <p:nvPr/>
        </p:nvSpPr>
        <p:spPr>
          <a:xfrm xmlns:a="http://schemas.openxmlformats.org/drawingml/2006/main">
            <a:off x="8172516" y="358348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7" name="L-Town node n726">
            <a:extLst xmlns:a="http://schemas.openxmlformats.org/drawingml/2006/main">
              <a:ext uri="{FF2B5EF4-FFF2-40B4-BE49-F238E27FC236}">
                <a16:creationId xmlns:a16="http://schemas.microsoft.com/office/drawing/2014/main" id="{198E5977-6DC2-449A-B5E2-BFEF2DA6EEBA}"/>
              </a:ext>
            </a:extLst>
          </p:cNvPr>
          <p:cNvSpPr>
            <a:spLocks xmlns:a="http://schemas.openxmlformats.org/drawingml/2006/main" noGrp="1"/>
          </p:cNvSpPr>
          <p:nvPr/>
        </p:nvSpPr>
        <p:spPr>
          <a:xfrm xmlns:a="http://schemas.openxmlformats.org/drawingml/2006/main">
            <a:off x="7952165" y="390739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8" name="L-Town node n727">
            <a:extLst xmlns:a="http://schemas.openxmlformats.org/drawingml/2006/main">
              <a:ext uri="{FF2B5EF4-FFF2-40B4-BE49-F238E27FC236}">
                <a16:creationId xmlns:a16="http://schemas.microsoft.com/office/drawing/2014/main" id="{D2FA0B1C-BC27-495A-B005-A8302A2482B4}"/>
              </a:ext>
            </a:extLst>
          </p:cNvPr>
          <p:cNvSpPr>
            <a:spLocks xmlns:a="http://schemas.openxmlformats.org/drawingml/2006/main" noGrp="1"/>
          </p:cNvSpPr>
          <p:nvPr/>
        </p:nvSpPr>
        <p:spPr>
          <a:xfrm xmlns:a="http://schemas.openxmlformats.org/drawingml/2006/main">
            <a:off x="8011953" y="391079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39" name="L-Town node n728">
            <a:extLst xmlns:a="http://schemas.openxmlformats.org/drawingml/2006/main">
              <a:ext uri="{FF2B5EF4-FFF2-40B4-BE49-F238E27FC236}">
                <a16:creationId xmlns:a16="http://schemas.microsoft.com/office/drawing/2014/main" id="{D8CE38BA-3A60-4917-95BC-7C12822FF010}"/>
              </a:ext>
            </a:extLst>
          </p:cNvPr>
          <p:cNvSpPr>
            <a:spLocks xmlns:a="http://schemas.openxmlformats.org/drawingml/2006/main" noGrp="1"/>
          </p:cNvSpPr>
          <p:nvPr/>
        </p:nvSpPr>
        <p:spPr>
          <a:xfrm xmlns:a="http://schemas.openxmlformats.org/drawingml/2006/main">
            <a:off x="8071730" y="391419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0" name="L-Town node n729">
            <a:extLst xmlns:a="http://schemas.openxmlformats.org/drawingml/2006/main">
              <a:ext uri="{FF2B5EF4-FFF2-40B4-BE49-F238E27FC236}">
                <a16:creationId xmlns:a16="http://schemas.microsoft.com/office/drawing/2014/main" id="{413A4997-207C-4FB4-B6D6-8E5B929B1E1F}"/>
              </a:ext>
            </a:extLst>
          </p:cNvPr>
          <p:cNvSpPr>
            <a:spLocks xmlns:a="http://schemas.openxmlformats.org/drawingml/2006/main" noGrp="1"/>
          </p:cNvSpPr>
          <p:nvPr/>
        </p:nvSpPr>
        <p:spPr>
          <a:xfrm xmlns:a="http://schemas.openxmlformats.org/drawingml/2006/main">
            <a:off x="8131507" y="39175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1" name="L-Town node n730">
            <a:extLst xmlns:a="http://schemas.openxmlformats.org/drawingml/2006/main">
              <a:ext uri="{FF2B5EF4-FFF2-40B4-BE49-F238E27FC236}">
                <a16:creationId xmlns:a16="http://schemas.microsoft.com/office/drawing/2014/main" id="{1E167E38-0E66-466D-BBA0-34EA3638DD48}"/>
              </a:ext>
            </a:extLst>
          </p:cNvPr>
          <p:cNvSpPr>
            <a:spLocks xmlns:a="http://schemas.openxmlformats.org/drawingml/2006/main" noGrp="1"/>
          </p:cNvSpPr>
          <p:nvPr/>
        </p:nvSpPr>
        <p:spPr>
          <a:xfrm xmlns:a="http://schemas.openxmlformats.org/drawingml/2006/main">
            <a:off x="8191295" y="392098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2" name="L-Town node n731">
            <a:extLst xmlns:a="http://schemas.openxmlformats.org/drawingml/2006/main">
              <a:ext uri="{FF2B5EF4-FFF2-40B4-BE49-F238E27FC236}">
                <a16:creationId xmlns:a16="http://schemas.microsoft.com/office/drawing/2014/main" id="{CEC29266-CC2B-4918-AB43-AEA33087CCAA}"/>
              </a:ext>
            </a:extLst>
          </p:cNvPr>
          <p:cNvSpPr>
            <a:spLocks xmlns:a="http://schemas.openxmlformats.org/drawingml/2006/main" noGrp="1"/>
          </p:cNvSpPr>
          <p:nvPr/>
        </p:nvSpPr>
        <p:spPr>
          <a:xfrm xmlns:a="http://schemas.openxmlformats.org/drawingml/2006/main">
            <a:off x="8251084" y="392437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3" name="L-Town node n732">
            <a:extLst xmlns:a="http://schemas.openxmlformats.org/drawingml/2006/main">
              <a:ext uri="{FF2B5EF4-FFF2-40B4-BE49-F238E27FC236}">
                <a16:creationId xmlns:a16="http://schemas.microsoft.com/office/drawing/2014/main" id="{99E33F52-D1D9-46FE-845B-E90963E1156F}"/>
              </a:ext>
            </a:extLst>
          </p:cNvPr>
          <p:cNvSpPr>
            <a:spLocks xmlns:a="http://schemas.openxmlformats.org/drawingml/2006/main" noGrp="1"/>
          </p:cNvSpPr>
          <p:nvPr/>
        </p:nvSpPr>
        <p:spPr>
          <a:xfrm xmlns:a="http://schemas.openxmlformats.org/drawingml/2006/main">
            <a:off x="7940678" y="396939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4" name="L-Town node n733">
            <a:extLst xmlns:a="http://schemas.openxmlformats.org/drawingml/2006/main">
              <a:ext uri="{FF2B5EF4-FFF2-40B4-BE49-F238E27FC236}">
                <a16:creationId xmlns:a16="http://schemas.microsoft.com/office/drawing/2014/main" id="{2F919D9E-09F0-4F38-807D-C2417C9E5143}"/>
              </a:ext>
            </a:extLst>
          </p:cNvPr>
          <p:cNvSpPr>
            <a:spLocks xmlns:a="http://schemas.openxmlformats.org/drawingml/2006/main" noGrp="1"/>
          </p:cNvSpPr>
          <p:nvPr/>
        </p:nvSpPr>
        <p:spPr>
          <a:xfrm xmlns:a="http://schemas.openxmlformats.org/drawingml/2006/main">
            <a:off x="7893048" y="402083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5" name="L-Town node n734">
            <a:extLst xmlns:a="http://schemas.openxmlformats.org/drawingml/2006/main">
              <a:ext uri="{FF2B5EF4-FFF2-40B4-BE49-F238E27FC236}">
                <a16:creationId xmlns:a16="http://schemas.microsoft.com/office/drawing/2014/main" id="{B6D867EA-72BD-40E7-8D7B-B7908938D7D9}"/>
              </a:ext>
            </a:extLst>
          </p:cNvPr>
          <p:cNvSpPr>
            <a:spLocks xmlns:a="http://schemas.openxmlformats.org/drawingml/2006/main" noGrp="1"/>
          </p:cNvSpPr>
          <p:nvPr/>
        </p:nvSpPr>
        <p:spPr>
          <a:xfrm xmlns:a="http://schemas.openxmlformats.org/drawingml/2006/main">
            <a:off x="7888394" y="408962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6" name="L-Town node n735">
            <a:extLst xmlns:a="http://schemas.openxmlformats.org/drawingml/2006/main">
              <a:ext uri="{FF2B5EF4-FFF2-40B4-BE49-F238E27FC236}">
                <a16:creationId xmlns:a16="http://schemas.microsoft.com/office/drawing/2014/main" id="{D898C722-6B06-4138-A280-A26F726A8EFF}"/>
              </a:ext>
            </a:extLst>
          </p:cNvPr>
          <p:cNvSpPr>
            <a:spLocks xmlns:a="http://schemas.openxmlformats.org/drawingml/2006/main" noGrp="1"/>
          </p:cNvSpPr>
          <p:nvPr/>
        </p:nvSpPr>
        <p:spPr>
          <a:xfrm xmlns:a="http://schemas.openxmlformats.org/drawingml/2006/main">
            <a:off x="8110654" y="370669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7" name="L-Town node n736">
            <a:extLst xmlns:a="http://schemas.openxmlformats.org/drawingml/2006/main">
              <a:ext uri="{FF2B5EF4-FFF2-40B4-BE49-F238E27FC236}">
                <a16:creationId xmlns:a16="http://schemas.microsoft.com/office/drawing/2014/main" id="{643EDE1D-4700-44D0-BD58-02B0EF72814E}"/>
              </a:ext>
            </a:extLst>
          </p:cNvPr>
          <p:cNvSpPr>
            <a:spLocks xmlns:a="http://schemas.openxmlformats.org/drawingml/2006/main" noGrp="1"/>
          </p:cNvSpPr>
          <p:nvPr/>
        </p:nvSpPr>
        <p:spPr>
          <a:xfrm xmlns:a="http://schemas.openxmlformats.org/drawingml/2006/main">
            <a:off x="8165895" y="370037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8" name="L-Town node n737">
            <a:extLst xmlns:a="http://schemas.openxmlformats.org/drawingml/2006/main">
              <a:ext uri="{FF2B5EF4-FFF2-40B4-BE49-F238E27FC236}">
                <a16:creationId xmlns:a16="http://schemas.microsoft.com/office/drawing/2014/main" id="{D9B981BD-9FFC-4E04-8B30-54D702D88E49}"/>
              </a:ext>
            </a:extLst>
          </p:cNvPr>
          <p:cNvSpPr>
            <a:spLocks xmlns:a="http://schemas.openxmlformats.org/drawingml/2006/main" noGrp="1"/>
          </p:cNvSpPr>
          <p:nvPr/>
        </p:nvSpPr>
        <p:spPr>
          <a:xfrm xmlns:a="http://schemas.openxmlformats.org/drawingml/2006/main">
            <a:off x="8147057" y="36565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49" name="L-Town node n738">
            <a:extLst xmlns:a="http://schemas.openxmlformats.org/drawingml/2006/main">
              <a:ext uri="{FF2B5EF4-FFF2-40B4-BE49-F238E27FC236}">
                <a16:creationId xmlns:a16="http://schemas.microsoft.com/office/drawing/2014/main" id="{201FF4CE-BCCA-449A-A4D1-0DE6669B1F7F}"/>
              </a:ext>
            </a:extLst>
          </p:cNvPr>
          <p:cNvSpPr>
            <a:spLocks xmlns:a="http://schemas.openxmlformats.org/drawingml/2006/main" noGrp="1"/>
          </p:cNvSpPr>
          <p:nvPr/>
        </p:nvSpPr>
        <p:spPr>
          <a:xfrm xmlns:a="http://schemas.openxmlformats.org/drawingml/2006/main">
            <a:off x="8242507" y="357670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0" name="L-Town node n739">
            <a:extLst xmlns:a="http://schemas.openxmlformats.org/drawingml/2006/main">
              <a:ext uri="{FF2B5EF4-FFF2-40B4-BE49-F238E27FC236}">
                <a16:creationId xmlns:a16="http://schemas.microsoft.com/office/drawing/2014/main" id="{62EA2A0C-EC50-4955-A373-D798C19702F9}"/>
              </a:ext>
            </a:extLst>
          </p:cNvPr>
          <p:cNvSpPr>
            <a:spLocks xmlns:a="http://schemas.openxmlformats.org/drawingml/2006/main" noGrp="1"/>
          </p:cNvSpPr>
          <p:nvPr/>
        </p:nvSpPr>
        <p:spPr>
          <a:xfrm xmlns:a="http://schemas.openxmlformats.org/drawingml/2006/main">
            <a:off x="8267318" y="363417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1" name="L-Town node n740">
            <a:extLst xmlns:a="http://schemas.openxmlformats.org/drawingml/2006/main">
              <a:ext uri="{FF2B5EF4-FFF2-40B4-BE49-F238E27FC236}">
                <a16:creationId xmlns:a16="http://schemas.microsoft.com/office/drawing/2014/main" id="{7BAD6B7D-B162-47C8-A3A5-0E9EE1F4275E}"/>
              </a:ext>
            </a:extLst>
          </p:cNvPr>
          <p:cNvSpPr>
            <a:spLocks xmlns:a="http://schemas.openxmlformats.org/drawingml/2006/main" noGrp="1"/>
          </p:cNvSpPr>
          <p:nvPr/>
        </p:nvSpPr>
        <p:spPr>
          <a:xfrm xmlns:a="http://schemas.openxmlformats.org/drawingml/2006/main">
            <a:off x="8282857" y="368899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2" name="L-Town node n741">
            <a:extLst xmlns:a="http://schemas.openxmlformats.org/drawingml/2006/main">
              <a:ext uri="{FF2B5EF4-FFF2-40B4-BE49-F238E27FC236}">
                <a16:creationId xmlns:a16="http://schemas.microsoft.com/office/drawing/2014/main" id="{F0258B44-EFA2-428D-9E03-9F9B0A01812D}"/>
              </a:ext>
            </a:extLst>
          </p:cNvPr>
          <p:cNvSpPr>
            <a:spLocks xmlns:a="http://schemas.openxmlformats.org/drawingml/2006/main" noGrp="1"/>
          </p:cNvSpPr>
          <p:nvPr/>
        </p:nvSpPr>
        <p:spPr>
          <a:xfrm xmlns:a="http://schemas.openxmlformats.org/drawingml/2006/main">
            <a:off x="8039968" y="397522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3" name="L-Town node n742">
            <a:extLst xmlns:a="http://schemas.openxmlformats.org/drawingml/2006/main">
              <a:ext uri="{FF2B5EF4-FFF2-40B4-BE49-F238E27FC236}">
                <a16:creationId xmlns:a16="http://schemas.microsoft.com/office/drawing/2014/main" id="{EA6F7FB5-BFD3-4CAB-B8F5-2B4BFFA16262}"/>
              </a:ext>
            </a:extLst>
          </p:cNvPr>
          <p:cNvSpPr>
            <a:spLocks xmlns:a="http://schemas.openxmlformats.org/drawingml/2006/main" noGrp="1"/>
          </p:cNvSpPr>
          <p:nvPr/>
        </p:nvSpPr>
        <p:spPr>
          <a:xfrm xmlns:a="http://schemas.openxmlformats.org/drawingml/2006/main">
            <a:off x="8095115" y="397847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4" name="L-Town node n743">
            <a:extLst xmlns:a="http://schemas.openxmlformats.org/drawingml/2006/main">
              <a:ext uri="{FF2B5EF4-FFF2-40B4-BE49-F238E27FC236}">
                <a16:creationId xmlns:a16="http://schemas.microsoft.com/office/drawing/2014/main" id="{06E3B946-51EE-4CB5-9607-EAC40FDA4D77}"/>
              </a:ext>
            </a:extLst>
          </p:cNvPr>
          <p:cNvSpPr>
            <a:spLocks xmlns:a="http://schemas.openxmlformats.org/drawingml/2006/main" noGrp="1"/>
          </p:cNvSpPr>
          <p:nvPr/>
        </p:nvSpPr>
        <p:spPr>
          <a:xfrm xmlns:a="http://schemas.openxmlformats.org/drawingml/2006/main">
            <a:off x="8150274" y="398172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5" name="L-Town node n744">
            <a:extLst xmlns:a="http://schemas.openxmlformats.org/drawingml/2006/main">
              <a:ext uri="{FF2B5EF4-FFF2-40B4-BE49-F238E27FC236}">
                <a16:creationId xmlns:a16="http://schemas.microsoft.com/office/drawing/2014/main" id="{9B12BA3C-0B63-461F-B8C3-1C88DA959659}"/>
              </a:ext>
            </a:extLst>
          </p:cNvPr>
          <p:cNvSpPr>
            <a:spLocks xmlns:a="http://schemas.openxmlformats.org/drawingml/2006/main" noGrp="1"/>
          </p:cNvSpPr>
          <p:nvPr/>
        </p:nvSpPr>
        <p:spPr>
          <a:xfrm xmlns:a="http://schemas.openxmlformats.org/drawingml/2006/main">
            <a:off x="8205409" y="398497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6" name="L-Town node n745">
            <a:extLst xmlns:a="http://schemas.openxmlformats.org/drawingml/2006/main">
              <a:ext uri="{FF2B5EF4-FFF2-40B4-BE49-F238E27FC236}">
                <a16:creationId xmlns:a16="http://schemas.microsoft.com/office/drawing/2014/main" id="{1482C324-7578-4D60-92E6-172B4A791BF7}"/>
              </a:ext>
            </a:extLst>
          </p:cNvPr>
          <p:cNvSpPr>
            <a:spLocks xmlns:a="http://schemas.openxmlformats.org/drawingml/2006/main" noGrp="1"/>
          </p:cNvSpPr>
          <p:nvPr/>
        </p:nvSpPr>
        <p:spPr>
          <a:xfrm xmlns:a="http://schemas.openxmlformats.org/drawingml/2006/main">
            <a:off x="8260544" y="398822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7" name="L-Town node n746">
            <a:extLst xmlns:a="http://schemas.openxmlformats.org/drawingml/2006/main">
              <a:ext uri="{FF2B5EF4-FFF2-40B4-BE49-F238E27FC236}">
                <a16:creationId xmlns:a16="http://schemas.microsoft.com/office/drawing/2014/main" id="{F629D1AE-EFC4-455E-9C53-9D22D6FAAA26}"/>
              </a:ext>
            </a:extLst>
          </p:cNvPr>
          <p:cNvSpPr>
            <a:spLocks xmlns:a="http://schemas.openxmlformats.org/drawingml/2006/main" noGrp="1"/>
          </p:cNvSpPr>
          <p:nvPr/>
        </p:nvSpPr>
        <p:spPr>
          <a:xfrm xmlns:a="http://schemas.openxmlformats.org/drawingml/2006/main">
            <a:off x="8298231" y="355493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8" name="L-Town node n747">
            <a:extLst xmlns:a="http://schemas.openxmlformats.org/drawingml/2006/main">
              <a:ext uri="{FF2B5EF4-FFF2-40B4-BE49-F238E27FC236}">
                <a16:creationId xmlns:a16="http://schemas.microsoft.com/office/drawing/2014/main" id="{99E29174-60FE-4D53-830C-1EE3BEA751AF}"/>
              </a:ext>
            </a:extLst>
          </p:cNvPr>
          <p:cNvSpPr>
            <a:spLocks xmlns:a="http://schemas.openxmlformats.org/drawingml/2006/main" noGrp="1"/>
          </p:cNvSpPr>
          <p:nvPr/>
        </p:nvSpPr>
        <p:spPr>
          <a:xfrm xmlns:a="http://schemas.openxmlformats.org/drawingml/2006/main">
            <a:off x="8319307" y="360485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59" name="L-Town node n748">
            <a:extLst xmlns:a="http://schemas.openxmlformats.org/drawingml/2006/main">
              <a:ext uri="{FF2B5EF4-FFF2-40B4-BE49-F238E27FC236}">
                <a16:creationId xmlns:a16="http://schemas.microsoft.com/office/drawing/2014/main" id="{02FADD83-5356-4BA8-815E-B4F99B0BB8AB}"/>
              </a:ext>
            </a:extLst>
          </p:cNvPr>
          <p:cNvSpPr>
            <a:spLocks xmlns:a="http://schemas.openxmlformats.org/drawingml/2006/main" noGrp="1"/>
          </p:cNvSpPr>
          <p:nvPr/>
        </p:nvSpPr>
        <p:spPr>
          <a:xfrm xmlns:a="http://schemas.openxmlformats.org/drawingml/2006/main">
            <a:off x="8340843" y="364695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0" name="L-Town node n749">
            <a:extLst xmlns:a="http://schemas.openxmlformats.org/drawingml/2006/main">
              <a:ext uri="{FF2B5EF4-FFF2-40B4-BE49-F238E27FC236}">
                <a16:creationId xmlns:a16="http://schemas.microsoft.com/office/drawing/2014/main" id="{7CE7679B-4EBC-4A0D-B8A1-84DFF103FECD}"/>
              </a:ext>
            </a:extLst>
          </p:cNvPr>
          <p:cNvSpPr>
            <a:spLocks xmlns:a="http://schemas.openxmlformats.org/drawingml/2006/main" noGrp="1"/>
          </p:cNvSpPr>
          <p:nvPr/>
        </p:nvSpPr>
        <p:spPr>
          <a:xfrm xmlns:a="http://schemas.openxmlformats.org/drawingml/2006/main">
            <a:off x="8355687" y="369597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1" name="L-Town node n750">
            <a:extLst xmlns:a="http://schemas.openxmlformats.org/drawingml/2006/main">
              <a:ext uri="{FF2B5EF4-FFF2-40B4-BE49-F238E27FC236}">
                <a16:creationId xmlns:a16="http://schemas.microsoft.com/office/drawing/2014/main" id="{0A7A38F3-D609-4C8F-83F2-7461829964CC}"/>
              </a:ext>
            </a:extLst>
          </p:cNvPr>
          <p:cNvSpPr>
            <a:spLocks xmlns:a="http://schemas.openxmlformats.org/drawingml/2006/main" noGrp="1"/>
          </p:cNvSpPr>
          <p:nvPr/>
        </p:nvSpPr>
        <p:spPr>
          <a:xfrm xmlns:a="http://schemas.openxmlformats.org/drawingml/2006/main">
            <a:off x="7896452" y="419946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2" name="L-Town node n751">
            <a:extLst xmlns:a="http://schemas.openxmlformats.org/drawingml/2006/main">
              <a:ext uri="{FF2B5EF4-FFF2-40B4-BE49-F238E27FC236}">
                <a16:creationId xmlns:a16="http://schemas.microsoft.com/office/drawing/2014/main" id="{09961B5B-6FBF-42F1-9B2D-6C461B7CE2AD}"/>
              </a:ext>
            </a:extLst>
          </p:cNvPr>
          <p:cNvSpPr>
            <a:spLocks xmlns:a="http://schemas.openxmlformats.org/drawingml/2006/main" noGrp="1"/>
          </p:cNvSpPr>
          <p:nvPr/>
        </p:nvSpPr>
        <p:spPr>
          <a:xfrm xmlns:a="http://schemas.openxmlformats.org/drawingml/2006/main">
            <a:off x="8037353" y="404961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3" name="L-Town node n752">
            <a:extLst xmlns:a="http://schemas.openxmlformats.org/drawingml/2006/main">
              <a:ext uri="{FF2B5EF4-FFF2-40B4-BE49-F238E27FC236}">
                <a16:creationId xmlns:a16="http://schemas.microsoft.com/office/drawing/2014/main" id="{529C275A-ADE7-4521-ABD6-5D4E8E1E11EE}"/>
              </a:ext>
            </a:extLst>
          </p:cNvPr>
          <p:cNvSpPr>
            <a:spLocks xmlns:a="http://schemas.openxmlformats.org/drawingml/2006/main" noGrp="1"/>
          </p:cNvSpPr>
          <p:nvPr/>
        </p:nvSpPr>
        <p:spPr>
          <a:xfrm xmlns:a="http://schemas.openxmlformats.org/drawingml/2006/main">
            <a:off x="8094208" y="4053495"/>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4" name="L-Town node n753">
            <a:extLst xmlns:a="http://schemas.openxmlformats.org/drawingml/2006/main">
              <a:ext uri="{FF2B5EF4-FFF2-40B4-BE49-F238E27FC236}">
                <a16:creationId xmlns:a16="http://schemas.microsoft.com/office/drawing/2014/main" id="{AC8C744A-5F65-4F4F-83D8-615FA4F65A14}"/>
              </a:ext>
            </a:extLst>
          </p:cNvPr>
          <p:cNvSpPr>
            <a:spLocks xmlns:a="http://schemas.openxmlformats.org/drawingml/2006/main" noGrp="1"/>
          </p:cNvSpPr>
          <p:nvPr/>
        </p:nvSpPr>
        <p:spPr>
          <a:xfrm xmlns:a="http://schemas.openxmlformats.org/drawingml/2006/main">
            <a:off x="8151075" y="40573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5" name="L-Town node n754">
            <a:extLst xmlns:a="http://schemas.openxmlformats.org/drawingml/2006/main">
              <a:ext uri="{FF2B5EF4-FFF2-40B4-BE49-F238E27FC236}">
                <a16:creationId xmlns:a16="http://schemas.microsoft.com/office/drawing/2014/main" id="{76A2F0F1-8EBF-41EC-BABC-C96AC7DEE2C9}"/>
              </a:ext>
            </a:extLst>
          </p:cNvPr>
          <p:cNvSpPr>
            <a:spLocks xmlns:a="http://schemas.openxmlformats.org/drawingml/2006/main" noGrp="1"/>
          </p:cNvSpPr>
          <p:nvPr/>
        </p:nvSpPr>
        <p:spPr>
          <a:xfrm xmlns:a="http://schemas.openxmlformats.org/drawingml/2006/main">
            <a:off x="8207930" y="406124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6" name="L-Town node n755">
            <a:extLst xmlns:a="http://schemas.openxmlformats.org/drawingml/2006/main">
              <a:ext uri="{FF2B5EF4-FFF2-40B4-BE49-F238E27FC236}">
                <a16:creationId xmlns:a16="http://schemas.microsoft.com/office/drawing/2014/main" id="{50205B58-64EB-452A-A065-856B0FBB6F78}"/>
              </a:ext>
            </a:extLst>
          </p:cNvPr>
          <p:cNvSpPr>
            <a:spLocks xmlns:a="http://schemas.openxmlformats.org/drawingml/2006/main" noGrp="1"/>
          </p:cNvSpPr>
          <p:nvPr/>
        </p:nvSpPr>
        <p:spPr>
          <a:xfrm xmlns:a="http://schemas.openxmlformats.org/drawingml/2006/main">
            <a:off x="8264785" y="40651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7" name="L-Town node n756">
            <a:extLst xmlns:a="http://schemas.openxmlformats.org/drawingml/2006/main">
              <a:ext uri="{FF2B5EF4-FFF2-40B4-BE49-F238E27FC236}">
                <a16:creationId xmlns:a16="http://schemas.microsoft.com/office/drawing/2014/main" id="{1C7CFE8B-403C-4764-9FF2-236CBA051A70}"/>
              </a:ext>
            </a:extLst>
          </p:cNvPr>
          <p:cNvSpPr>
            <a:spLocks xmlns:a="http://schemas.openxmlformats.org/drawingml/2006/main" noGrp="1"/>
          </p:cNvSpPr>
          <p:nvPr/>
        </p:nvSpPr>
        <p:spPr>
          <a:xfrm xmlns:a="http://schemas.openxmlformats.org/drawingml/2006/main">
            <a:off x="8029931" y="411436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8" name="L-Town node n757">
            <a:extLst xmlns:a="http://schemas.openxmlformats.org/drawingml/2006/main">
              <a:ext uri="{FF2B5EF4-FFF2-40B4-BE49-F238E27FC236}">
                <a16:creationId xmlns:a16="http://schemas.microsoft.com/office/drawing/2014/main" id="{10F77547-521C-4F3E-87C4-E26D170BDF14}"/>
              </a:ext>
            </a:extLst>
          </p:cNvPr>
          <p:cNvSpPr>
            <a:spLocks xmlns:a="http://schemas.openxmlformats.org/drawingml/2006/main" noGrp="1"/>
          </p:cNvSpPr>
          <p:nvPr/>
        </p:nvSpPr>
        <p:spPr>
          <a:xfrm xmlns:a="http://schemas.openxmlformats.org/drawingml/2006/main">
            <a:off x="8082992" y="41177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69" name="L-Town node n758">
            <a:extLst xmlns:a="http://schemas.openxmlformats.org/drawingml/2006/main">
              <a:ext uri="{FF2B5EF4-FFF2-40B4-BE49-F238E27FC236}">
                <a16:creationId xmlns:a16="http://schemas.microsoft.com/office/drawing/2014/main" id="{DA307B8B-3437-442C-91BC-F04B2743C7C7}"/>
              </a:ext>
            </a:extLst>
          </p:cNvPr>
          <p:cNvSpPr>
            <a:spLocks xmlns:a="http://schemas.openxmlformats.org/drawingml/2006/main" noGrp="1"/>
          </p:cNvSpPr>
          <p:nvPr/>
        </p:nvSpPr>
        <p:spPr>
          <a:xfrm xmlns:a="http://schemas.openxmlformats.org/drawingml/2006/main">
            <a:off x="8224164" y="373900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0" name="L-Town node n759">
            <a:extLst xmlns:a="http://schemas.openxmlformats.org/drawingml/2006/main">
              <a:ext uri="{FF2B5EF4-FFF2-40B4-BE49-F238E27FC236}">
                <a16:creationId xmlns:a16="http://schemas.microsoft.com/office/drawing/2014/main" id="{8E114447-F7CF-4897-AA5C-285FE71565BF}"/>
              </a:ext>
            </a:extLst>
          </p:cNvPr>
          <p:cNvSpPr>
            <a:spLocks xmlns:a="http://schemas.openxmlformats.org/drawingml/2006/main" noGrp="1"/>
          </p:cNvSpPr>
          <p:nvPr/>
        </p:nvSpPr>
        <p:spPr>
          <a:xfrm xmlns:a="http://schemas.openxmlformats.org/drawingml/2006/main">
            <a:off x="8021189" y="416951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1" name="L-Town node n760">
            <a:extLst xmlns:a="http://schemas.openxmlformats.org/drawingml/2006/main">
              <a:ext uri="{FF2B5EF4-FFF2-40B4-BE49-F238E27FC236}">
                <a16:creationId xmlns:a16="http://schemas.microsoft.com/office/drawing/2014/main" id="{FAA0C7E2-9BBC-46D7-BE27-EF8B7EF5CAD0}"/>
              </a:ext>
            </a:extLst>
          </p:cNvPr>
          <p:cNvSpPr>
            <a:spLocks xmlns:a="http://schemas.openxmlformats.org/drawingml/2006/main" noGrp="1"/>
          </p:cNvSpPr>
          <p:nvPr/>
        </p:nvSpPr>
        <p:spPr>
          <a:xfrm xmlns:a="http://schemas.openxmlformats.org/drawingml/2006/main">
            <a:off x="8018550" y="423347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2" name="L-Town node n761">
            <a:extLst xmlns:a="http://schemas.openxmlformats.org/drawingml/2006/main">
              <a:ext uri="{FF2B5EF4-FFF2-40B4-BE49-F238E27FC236}">
                <a16:creationId xmlns:a16="http://schemas.microsoft.com/office/drawing/2014/main" id="{627076DA-D7C3-4AF3-A272-910D66DE224D}"/>
              </a:ext>
            </a:extLst>
          </p:cNvPr>
          <p:cNvSpPr>
            <a:spLocks xmlns:a="http://schemas.openxmlformats.org/drawingml/2006/main" noGrp="1"/>
          </p:cNvSpPr>
          <p:nvPr/>
        </p:nvSpPr>
        <p:spPr>
          <a:xfrm xmlns:a="http://schemas.openxmlformats.org/drawingml/2006/main">
            <a:off x="8025713" y="4286947"/>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3" name="L-Town node n762">
            <a:extLst xmlns:a="http://schemas.openxmlformats.org/drawingml/2006/main">
              <a:ext uri="{FF2B5EF4-FFF2-40B4-BE49-F238E27FC236}">
                <a16:creationId xmlns:a16="http://schemas.microsoft.com/office/drawing/2014/main" id="{FB3032AF-4CAD-479F-A06D-A26C2DD462BE}"/>
              </a:ext>
            </a:extLst>
          </p:cNvPr>
          <p:cNvSpPr>
            <a:spLocks xmlns:a="http://schemas.openxmlformats.org/drawingml/2006/main" noGrp="1"/>
          </p:cNvSpPr>
          <p:nvPr/>
        </p:nvSpPr>
        <p:spPr>
          <a:xfrm xmlns:a="http://schemas.openxmlformats.org/drawingml/2006/main">
            <a:off x="8132531" y="41712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4" name="L-Town node n763">
            <a:extLst xmlns:a="http://schemas.openxmlformats.org/drawingml/2006/main">
              <a:ext uri="{FF2B5EF4-FFF2-40B4-BE49-F238E27FC236}">
                <a16:creationId xmlns:a16="http://schemas.microsoft.com/office/drawing/2014/main" id="{E2AA044F-4B44-4B8E-BE62-74BF90047DF3}"/>
              </a:ext>
            </a:extLst>
          </p:cNvPr>
          <p:cNvSpPr>
            <a:spLocks xmlns:a="http://schemas.openxmlformats.org/drawingml/2006/main" noGrp="1"/>
          </p:cNvSpPr>
          <p:nvPr/>
        </p:nvSpPr>
        <p:spPr>
          <a:xfrm xmlns:a="http://schemas.openxmlformats.org/drawingml/2006/main">
            <a:off x="8201097" y="412723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5" name="L-Town node n764">
            <a:extLst xmlns:a="http://schemas.openxmlformats.org/drawingml/2006/main">
              <a:ext uri="{FF2B5EF4-FFF2-40B4-BE49-F238E27FC236}">
                <a16:creationId xmlns:a16="http://schemas.microsoft.com/office/drawing/2014/main" id="{E4BFA370-0AF5-4ECE-BAE8-CDDB6C0437CA}"/>
              </a:ext>
            </a:extLst>
          </p:cNvPr>
          <p:cNvSpPr>
            <a:spLocks xmlns:a="http://schemas.openxmlformats.org/drawingml/2006/main" noGrp="1"/>
          </p:cNvSpPr>
          <p:nvPr/>
        </p:nvSpPr>
        <p:spPr>
          <a:xfrm xmlns:a="http://schemas.openxmlformats.org/drawingml/2006/main">
            <a:off x="8245334" y="411366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6" name="L-Town node n765">
            <a:extLst xmlns:a="http://schemas.openxmlformats.org/drawingml/2006/main">
              <a:ext uri="{FF2B5EF4-FFF2-40B4-BE49-F238E27FC236}">
                <a16:creationId xmlns:a16="http://schemas.microsoft.com/office/drawing/2014/main" id="{DB3AC40D-E0FB-4E40-BAE5-2666E9B9E725}"/>
              </a:ext>
            </a:extLst>
          </p:cNvPr>
          <p:cNvSpPr>
            <a:spLocks xmlns:a="http://schemas.openxmlformats.org/drawingml/2006/main" noGrp="1"/>
          </p:cNvSpPr>
          <p:nvPr/>
        </p:nvSpPr>
        <p:spPr>
          <a:xfrm xmlns:a="http://schemas.openxmlformats.org/drawingml/2006/main">
            <a:off x="8370354" y="380535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7" name="L-Town node n766">
            <a:extLst xmlns:a="http://schemas.openxmlformats.org/drawingml/2006/main">
              <a:ext uri="{FF2B5EF4-FFF2-40B4-BE49-F238E27FC236}">
                <a16:creationId xmlns:a16="http://schemas.microsoft.com/office/drawing/2014/main" id="{1CD92AE9-12AB-4507-8B54-DE2453F1474D}"/>
              </a:ext>
            </a:extLst>
          </p:cNvPr>
          <p:cNvSpPr>
            <a:spLocks xmlns:a="http://schemas.openxmlformats.org/drawingml/2006/main" noGrp="1"/>
          </p:cNvSpPr>
          <p:nvPr/>
        </p:nvSpPr>
        <p:spPr>
          <a:xfrm xmlns:a="http://schemas.openxmlformats.org/drawingml/2006/main">
            <a:off x="8374442" y="386522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8" name="L-Town node n767">
            <a:extLst xmlns:a="http://schemas.openxmlformats.org/drawingml/2006/main">
              <a:ext uri="{FF2B5EF4-FFF2-40B4-BE49-F238E27FC236}">
                <a16:creationId xmlns:a16="http://schemas.microsoft.com/office/drawing/2014/main" id="{2CE4CECA-9C1A-451D-8B8A-4E3F168DE0B0}"/>
              </a:ext>
            </a:extLst>
          </p:cNvPr>
          <p:cNvSpPr>
            <a:spLocks xmlns:a="http://schemas.openxmlformats.org/drawingml/2006/main" noGrp="1"/>
          </p:cNvSpPr>
          <p:nvPr/>
        </p:nvSpPr>
        <p:spPr>
          <a:xfrm xmlns:a="http://schemas.openxmlformats.org/drawingml/2006/main">
            <a:off x="8378530" y="392509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79" name="L-Town node n768">
            <a:extLst xmlns:a="http://schemas.openxmlformats.org/drawingml/2006/main">
              <a:ext uri="{FF2B5EF4-FFF2-40B4-BE49-F238E27FC236}">
                <a16:creationId xmlns:a16="http://schemas.microsoft.com/office/drawing/2014/main" id="{908A5C21-43F9-4981-BAE5-E2525138CA77}"/>
              </a:ext>
            </a:extLst>
          </p:cNvPr>
          <p:cNvSpPr>
            <a:spLocks xmlns:a="http://schemas.openxmlformats.org/drawingml/2006/main" noGrp="1"/>
          </p:cNvSpPr>
          <p:nvPr/>
        </p:nvSpPr>
        <p:spPr>
          <a:xfrm xmlns:a="http://schemas.openxmlformats.org/drawingml/2006/main">
            <a:off x="8382607" y="39849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0" name="L-Town node n769">
            <a:extLst xmlns:a="http://schemas.openxmlformats.org/drawingml/2006/main">
              <a:ext uri="{FF2B5EF4-FFF2-40B4-BE49-F238E27FC236}">
                <a16:creationId xmlns:a16="http://schemas.microsoft.com/office/drawing/2014/main" id="{78920600-597A-49CB-97A7-812153905053}"/>
              </a:ext>
            </a:extLst>
          </p:cNvPr>
          <p:cNvSpPr>
            <a:spLocks xmlns:a="http://schemas.openxmlformats.org/drawingml/2006/main" noGrp="1"/>
          </p:cNvSpPr>
          <p:nvPr/>
        </p:nvSpPr>
        <p:spPr>
          <a:xfrm xmlns:a="http://schemas.openxmlformats.org/drawingml/2006/main">
            <a:off x="8386695" y="404485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1" name="L-Town node n770">
            <a:extLst xmlns:a="http://schemas.openxmlformats.org/drawingml/2006/main">
              <a:ext uri="{FF2B5EF4-FFF2-40B4-BE49-F238E27FC236}">
                <a16:creationId xmlns:a16="http://schemas.microsoft.com/office/drawing/2014/main" id="{8FCE3D1F-7E1F-4BD2-A450-338426170E5A}"/>
              </a:ext>
            </a:extLst>
          </p:cNvPr>
          <p:cNvSpPr>
            <a:spLocks xmlns:a="http://schemas.openxmlformats.org/drawingml/2006/main" noGrp="1"/>
          </p:cNvSpPr>
          <p:nvPr/>
        </p:nvSpPr>
        <p:spPr>
          <a:xfrm xmlns:a="http://schemas.openxmlformats.org/drawingml/2006/main">
            <a:off x="8390783" y="410473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2" name="L-Town node n771">
            <a:extLst xmlns:a="http://schemas.openxmlformats.org/drawingml/2006/main">
              <a:ext uri="{FF2B5EF4-FFF2-40B4-BE49-F238E27FC236}">
                <a16:creationId xmlns:a16="http://schemas.microsoft.com/office/drawing/2014/main" id="{105AD6EA-DECA-4AB5-816D-6FC2CC115B07}"/>
              </a:ext>
            </a:extLst>
          </p:cNvPr>
          <p:cNvSpPr>
            <a:spLocks xmlns:a="http://schemas.openxmlformats.org/drawingml/2006/main" noGrp="1"/>
          </p:cNvSpPr>
          <p:nvPr/>
        </p:nvSpPr>
        <p:spPr>
          <a:xfrm xmlns:a="http://schemas.openxmlformats.org/drawingml/2006/main">
            <a:off x="8134852" y="4294746"/>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3" name="L-Town node n772">
            <a:extLst xmlns:a="http://schemas.openxmlformats.org/drawingml/2006/main">
              <a:ext uri="{FF2B5EF4-FFF2-40B4-BE49-F238E27FC236}">
                <a16:creationId xmlns:a16="http://schemas.microsoft.com/office/drawing/2014/main" id="{3ED51B66-A6D5-4B24-9513-98C9D0AF5E1B}"/>
              </a:ext>
            </a:extLst>
          </p:cNvPr>
          <p:cNvSpPr>
            <a:spLocks xmlns:a="http://schemas.openxmlformats.org/drawingml/2006/main" noGrp="1"/>
          </p:cNvSpPr>
          <p:nvPr/>
        </p:nvSpPr>
        <p:spPr>
          <a:xfrm xmlns:a="http://schemas.openxmlformats.org/drawingml/2006/main">
            <a:off x="8198906" y="4304430"/>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4" name="L-Town node n773">
            <a:extLst xmlns:a="http://schemas.openxmlformats.org/drawingml/2006/main">
              <a:ext uri="{FF2B5EF4-FFF2-40B4-BE49-F238E27FC236}">
                <a16:creationId xmlns:a16="http://schemas.microsoft.com/office/drawing/2014/main" id="{ED769E88-0019-433B-8D7E-C61D35F60C63}"/>
              </a:ext>
            </a:extLst>
          </p:cNvPr>
          <p:cNvSpPr>
            <a:spLocks xmlns:a="http://schemas.openxmlformats.org/drawingml/2006/main" noGrp="1"/>
          </p:cNvSpPr>
          <p:nvPr/>
        </p:nvSpPr>
        <p:spPr>
          <a:xfrm xmlns:a="http://schemas.openxmlformats.org/drawingml/2006/main">
            <a:off x="8262935" y="4314102"/>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5" name="L-Town node n774">
            <a:extLst xmlns:a="http://schemas.openxmlformats.org/drawingml/2006/main">
              <a:ext uri="{FF2B5EF4-FFF2-40B4-BE49-F238E27FC236}">
                <a16:creationId xmlns:a16="http://schemas.microsoft.com/office/drawing/2014/main" id="{A633BC9B-FF3D-44A0-8A7F-5A9A02B13D21}"/>
              </a:ext>
            </a:extLst>
          </p:cNvPr>
          <p:cNvSpPr>
            <a:spLocks xmlns:a="http://schemas.openxmlformats.org/drawingml/2006/main" noGrp="1"/>
          </p:cNvSpPr>
          <p:nvPr/>
        </p:nvSpPr>
        <p:spPr>
          <a:xfrm xmlns:a="http://schemas.openxmlformats.org/drawingml/2006/main">
            <a:off x="8386294" y="421716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6" name="L-Town node n775">
            <a:extLst xmlns:a="http://schemas.openxmlformats.org/drawingml/2006/main">
              <a:ext uri="{FF2B5EF4-FFF2-40B4-BE49-F238E27FC236}">
                <a16:creationId xmlns:a16="http://schemas.microsoft.com/office/drawing/2014/main" id="{EDF3E671-5985-410F-846F-941A65BAEC65}"/>
              </a:ext>
            </a:extLst>
          </p:cNvPr>
          <p:cNvSpPr>
            <a:spLocks xmlns:a="http://schemas.openxmlformats.org/drawingml/2006/main" noGrp="1"/>
          </p:cNvSpPr>
          <p:nvPr/>
        </p:nvSpPr>
        <p:spPr>
          <a:xfrm xmlns:a="http://schemas.openxmlformats.org/drawingml/2006/main">
            <a:off x="8363474" y="4324799"/>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7" name="L-Town node n776">
            <a:extLst xmlns:a="http://schemas.openxmlformats.org/drawingml/2006/main">
              <a:ext uri="{FF2B5EF4-FFF2-40B4-BE49-F238E27FC236}">
                <a16:creationId xmlns:a16="http://schemas.microsoft.com/office/drawing/2014/main" id="{975C51D6-DC91-4B3A-BF2D-C761FF3F5151}"/>
              </a:ext>
            </a:extLst>
          </p:cNvPr>
          <p:cNvSpPr>
            <a:spLocks xmlns:a="http://schemas.openxmlformats.org/drawingml/2006/main" noGrp="1"/>
          </p:cNvSpPr>
          <p:nvPr/>
        </p:nvSpPr>
        <p:spPr>
          <a:xfrm xmlns:a="http://schemas.openxmlformats.org/drawingml/2006/main">
            <a:off x="6652168" y="36618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8" name="L-Town node n777">
            <a:extLst xmlns:a="http://schemas.openxmlformats.org/drawingml/2006/main">
              <a:ext uri="{FF2B5EF4-FFF2-40B4-BE49-F238E27FC236}">
                <a16:creationId xmlns:a16="http://schemas.microsoft.com/office/drawing/2014/main" id="{968768D1-3C7B-49A0-9651-BE2715854A71}"/>
              </a:ext>
            </a:extLst>
          </p:cNvPr>
          <p:cNvSpPr>
            <a:spLocks xmlns:a="http://schemas.openxmlformats.org/drawingml/2006/main" noGrp="1"/>
          </p:cNvSpPr>
          <p:nvPr/>
        </p:nvSpPr>
        <p:spPr>
          <a:xfrm xmlns:a="http://schemas.openxmlformats.org/drawingml/2006/main">
            <a:off x="6893466" y="3881693"/>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89" name="L-Town node n778">
            <a:extLst xmlns:a="http://schemas.openxmlformats.org/drawingml/2006/main">
              <a:ext uri="{FF2B5EF4-FFF2-40B4-BE49-F238E27FC236}">
                <a16:creationId xmlns:a16="http://schemas.microsoft.com/office/drawing/2014/main" id="{47F082EA-E326-4E5E-B7CF-7ED3B28DCBEF}"/>
              </a:ext>
            </a:extLst>
          </p:cNvPr>
          <p:cNvSpPr>
            <a:spLocks xmlns:a="http://schemas.openxmlformats.org/drawingml/2006/main" noGrp="1"/>
          </p:cNvSpPr>
          <p:nvPr/>
        </p:nvSpPr>
        <p:spPr>
          <a:xfrm xmlns:a="http://schemas.openxmlformats.org/drawingml/2006/main">
            <a:off x="6806475" y="381015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90" name="L-Town node n779">
            <a:extLst xmlns:a="http://schemas.openxmlformats.org/drawingml/2006/main">
              <a:ext uri="{FF2B5EF4-FFF2-40B4-BE49-F238E27FC236}">
                <a16:creationId xmlns:a16="http://schemas.microsoft.com/office/drawing/2014/main" id="{67F9B91A-F72F-4A64-B74A-4D85498ACD90}"/>
              </a:ext>
            </a:extLst>
          </p:cNvPr>
          <p:cNvSpPr>
            <a:spLocks xmlns:a="http://schemas.openxmlformats.org/drawingml/2006/main" noGrp="1"/>
          </p:cNvSpPr>
          <p:nvPr/>
        </p:nvSpPr>
        <p:spPr>
          <a:xfrm xmlns:a="http://schemas.openxmlformats.org/drawingml/2006/main">
            <a:off x="6765583" y="378058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91" name="L-Town node n780">
            <a:extLst xmlns:a="http://schemas.openxmlformats.org/drawingml/2006/main">
              <a:ext uri="{FF2B5EF4-FFF2-40B4-BE49-F238E27FC236}">
                <a16:creationId xmlns:a16="http://schemas.microsoft.com/office/drawing/2014/main" id="{812B1C9D-F806-4DC3-9218-E2D39D841788}"/>
              </a:ext>
            </a:extLst>
          </p:cNvPr>
          <p:cNvSpPr>
            <a:spLocks xmlns:a="http://schemas.openxmlformats.org/drawingml/2006/main" noGrp="1"/>
          </p:cNvSpPr>
          <p:nvPr/>
        </p:nvSpPr>
        <p:spPr>
          <a:xfrm xmlns:a="http://schemas.openxmlformats.org/drawingml/2006/main">
            <a:off x="6807264" y="3857824"/>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92" name="L-Town node n781">
            <a:extLst xmlns:a="http://schemas.openxmlformats.org/drawingml/2006/main">
              <a:ext uri="{FF2B5EF4-FFF2-40B4-BE49-F238E27FC236}">
                <a16:creationId xmlns:a16="http://schemas.microsoft.com/office/drawing/2014/main" id="{4D3F25F5-83FA-4AEB-92ED-0700D67F2B41}"/>
              </a:ext>
            </a:extLst>
          </p:cNvPr>
          <p:cNvSpPr>
            <a:spLocks xmlns:a="http://schemas.openxmlformats.org/drawingml/2006/main" noGrp="1"/>
          </p:cNvSpPr>
          <p:nvPr/>
        </p:nvSpPr>
        <p:spPr>
          <a:xfrm xmlns:a="http://schemas.openxmlformats.org/drawingml/2006/main">
            <a:off x="6751941" y="3855551"/>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93" name="L-Town node n782">
            <a:extLst xmlns:a="http://schemas.openxmlformats.org/drawingml/2006/main">
              <a:ext uri="{FF2B5EF4-FFF2-40B4-BE49-F238E27FC236}">
                <a16:creationId xmlns:a16="http://schemas.microsoft.com/office/drawing/2014/main" id="{50C74C3F-5A64-4229-88E0-37ABAD902F00}"/>
              </a:ext>
            </a:extLst>
          </p:cNvPr>
          <p:cNvSpPr>
            <a:spLocks xmlns:a="http://schemas.openxmlformats.org/drawingml/2006/main" noGrp="1"/>
          </p:cNvSpPr>
          <p:nvPr/>
        </p:nvSpPr>
        <p:spPr>
          <a:xfrm xmlns:a="http://schemas.openxmlformats.org/drawingml/2006/main">
            <a:off x="6709152" y="3803408"/>
            <a:ext cx="31433" cy="31433"/>
          </a:xfrm>
          <a:prstGeom xmlns:a="http://schemas.openxmlformats.org/drawingml/2006/main" prst="ellipse">
            <a:avLst/>
          </a:prstGeom>
          <a:solidFill xmlns:a="http://schemas.openxmlformats.org/drawingml/2006/main">
            <a:srgbClr val="31556F"/>
          </a:solidFill>
          <a:ln xmlns:a="http://schemas.openxmlformats.org/drawingml/2006/main" w="0">
            <a:noFill/>
          </a:ln>
        </p:spPr>
      </p:sp>
      <p:sp>
        <p:nvSpPr>
          <p:cNvPr id="2294" name="L-Town node R1">
            <a:extLst xmlns:a="http://schemas.openxmlformats.org/drawingml/2006/main">
              <a:ext uri="{FF2B5EF4-FFF2-40B4-BE49-F238E27FC236}">
                <a16:creationId xmlns:a16="http://schemas.microsoft.com/office/drawing/2014/main" id="{38DE5999-2C90-4A3A-96AA-02E6498134C0}"/>
              </a:ext>
            </a:extLst>
          </p:cNvPr>
          <p:cNvSpPr>
            <a:spLocks xmlns:a="http://schemas.openxmlformats.org/drawingml/2006/main" noGrp="1"/>
          </p:cNvSpPr>
          <p:nvPr/>
        </p:nvSpPr>
        <p:spPr>
          <a:xfrm xmlns:a="http://schemas.openxmlformats.org/drawingml/2006/main">
            <a:off x="8278273" y="3454301"/>
            <a:ext cx="87630" cy="87630"/>
          </a:xfrm>
          <a:prstGeom xmlns:a="http://schemas.openxmlformats.org/drawingml/2006/main" prst="rect">
            <a:avLst/>
          </a:prstGeom>
          <a:solidFill xmlns:a="http://schemas.openxmlformats.org/drawingml/2006/main">
            <a:srgbClr val="822433"/>
          </a:solidFill>
          <a:ln xmlns:a="http://schemas.openxmlformats.org/drawingml/2006/main" w="0">
            <a:noFill/>
          </a:ln>
        </p:spPr>
      </p:sp>
      <p:sp>
        <p:nvSpPr>
          <p:cNvPr id="2295" name="L-Town node R2">
            <a:extLst xmlns:a="http://schemas.openxmlformats.org/drawingml/2006/main">
              <a:ext uri="{FF2B5EF4-FFF2-40B4-BE49-F238E27FC236}">
                <a16:creationId xmlns:a16="http://schemas.microsoft.com/office/drawing/2014/main" id="{C74255CB-4F46-4AA0-A789-0C6093B6CF86}"/>
              </a:ext>
            </a:extLst>
          </p:cNvPr>
          <p:cNvSpPr>
            <a:spLocks xmlns:a="http://schemas.openxmlformats.org/drawingml/2006/main" noGrp="1"/>
          </p:cNvSpPr>
          <p:nvPr/>
        </p:nvSpPr>
        <p:spPr>
          <a:xfrm xmlns:a="http://schemas.openxmlformats.org/drawingml/2006/main">
            <a:off x="5550432" y="3776428"/>
            <a:ext cx="87630" cy="87630"/>
          </a:xfrm>
          <a:prstGeom xmlns:a="http://schemas.openxmlformats.org/drawingml/2006/main" prst="rect">
            <a:avLst/>
          </a:prstGeom>
          <a:solidFill xmlns:a="http://schemas.openxmlformats.org/drawingml/2006/main">
            <a:srgbClr val="822433"/>
          </a:solidFill>
          <a:ln xmlns:a="http://schemas.openxmlformats.org/drawingml/2006/main" w="0">
            <a:noFill/>
          </a:ln>
        </p:spPr>
      </p:sp>
      <p:sp>
        <p:nvSpPr>
          <p:cNvPr id="2296" name="L-Town node T1">
            <a:extLst xmlns:a="http://schemas.openxmlformats.org/drawingml/2006/main">
              <a:ext uri="{FF2B5EF4-FFF2-40B4-BE49-F238E27FC236}">
                <a16:creationId xmlns:a16="http://schemas.microsoft.com/office/drawing/2014/main" id="{B91F7555-873B-431B-9D2E-CBECA3E777C5}"/>
              </a:ext>
            </a:extLst>
          </p:cNvPr>
          <p:cNvSpPr>
            <a:spLocks xmlns:a="http://schemas.openxmlformats.org/drawingml/2006/main" noGrp="1"/>
          </p:cNvSpPr>
          <p:nvPr/>
        </p:nvSpPr>
        <p:spPr>
          <a:xfrm xmlns:a="http://schemas.openxmlformats.org/drawingml/2006/main">
            <a:off x="5701806" y="3380033"/>
            <a:ext cx="87630" cy="87630"/>
          </a:xfrm>
          <a:prstGeom xmlns:a="http://schemas.openxmlformats.org/drawingml/2006/main" prst="triangle">
            <a:avLst/>
          </a:prstGeom>
          <a:solidFill xmlns:a="http://schemas.openxmlformats.org/drawingml/2006/main">
            <a:srgbClr val="39827D"/>
          </a:solidFill>
          <a:ln xmlns:a="http://schemas.openxmlformats.org/drawingml/2006/main" w="0">
            <a:noFill/>
          </a:ln>
        </p:spPr>
      </p:sp>
      <p:sp>
        <p:nvSpPr>
          <p:cNvPr id="2297" name="">
            <a:extLst xmlns:a="http://schemas.openxmlformats.org/drawingml/2006/main">
              <a:ext uri="{FF2B5EF4-FFF2-40B4-BE49-F238E27FC236}">
                <a16:creationId xmlns:a16="http://schemas.microsoft.com/office/drawing/2014/main" id="{DE1F5997-5F1A-4061-B068-588F94D21664}"/>
              </a:ext>
            </a:extLst>
          </p:cNvPr>
          <p:cNvSpPr>
            <a:spLocks xmlns:a="http://schemas.openxmlformats.org/drawingml/2006/main" noGrp="1"/>
          </p:cNvSpPr>
          <p:nvPr/>
        </p:nvSpPr>
        <p:spPr>
          <a:xfrm xmlns:a="http://schemas.openxmlformats.org/drawingml/2006/main">
            <a:off x="1200150" y="51244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822433"/>
                </a:solidFill>
                <a:latin typeface="Arial"/>
                <a:ea typeface="Arial"/>
                <a:cs typeface="Arial"/>
              </a:defRPr>
            </a:defPPr>
            <a:lvl1pPr algn="l">
              <a:defRPr sz="1950" b="1">
                <a:solidFill>
                  <a:srgbClr val="822433"/>
                </a:solidFill>
                <a:latin typeface="Arial"/>
                <a:ea typeface="Arial"/>
                <a:cs typeface="Arial"/>
              </a:defRPr>
            </a:lvl1pPr>
            <a:lvl2pPr algn="l">
              <a:defRPr sz="1950" b="1">
                <a:solidFill>
                  <a:srgbClr val="822433"/>
                </a:solidFill>
                <a:latin typeface="Arial"/>
                <a:ea typeface="Arial"/>
                <a:cs typeface="Arial"/>
              </a:defRPr>
            </a:lvl2pPr>
            <a:lvl3pPr algn="l">
              <a:defRPr sz="1950" b="1">
                <a:solidFill>
                  <a:srgbClr val="822433"/>
                </a:solidFill>
                <a:latin typeface="Arial"/>
                <a:ea typeface="Arial"/>
                <a:cs typeface="Arial"/>
              </a:defRPr>
            </a:lvl3pPr>
            <a:lvl4pPr algn="l">
              <a:defRPr sz="1950" b="1">
                <a:solidFill>
                  <a:srgbClr val="822433"/>
                </a:solidFill>
                <a:latin typeface="Arial"/>
                <a:ea typeface="Arial"/>
                <a:cs typeface="Arial"/>
              </a:defRPr>
            </a:lvl4pPr>
            <a:lvl5pPr algn="l">
              <a:defRPr sz="1950" b="1">
                <a:solidFill>
                  <a:srgbClr val="822433"/>
                </a:solidFill>
                <a:latin typeface="Arial"/>
                <a:ea typeface="Arial"/>
                <a:cs typeface="Arial"/>
              </a:defRPr>
            </a:lvl5pPr>
            <a:lvl6pPr algn="l">
              <a:defRPr sz="1950" b="1">
                <a:solidFill>
                  <a:srgbClr val="822433"/>
                </a:solidFill>
                <a:latin typeface="Arial"/>
                <a:ea typeface="Arial"/>
                <a:cs typeface="Arial"/>
              </a:defRPr>
            </a:lvl6pPr>
            <a:lvl7pPr algn="l">
              <a:defRPr sz="1950" b="1">
                <a:solidFill>
                  <a:srgbClr val="822433"/>
                </a:solidFill>
                <a:latin typeface="Arial"/>
                <a:ea typeface="Arial"/>
                <a:cs typeface="Arial"/>
              </a:defRPr>
            </a:lvl7pPr>
            <a:lvl8pPr algn="l">
              <a:defRPr sz="1950" b="1">
                <a:solidFill>
                  <a:srgbClr val="822433"/>
                </a:solidFill>
                <a:latin typeface="Arial"/>
                <a:ea typeface="Arial"/>
                <a:cs typeface="Arial"/>
              </a:defRPr>
            </a:lvl8pPr>
            <a:lvl9pPr algn="l">
              <a:defRPr sz="1950" b="1">
                <a:solidFill>
                  <a:srgbClr val="822433"/>
                </a:solidFill>
                <a:latin typeface="Arial"/>
                <a:ea typeface="Arial"/>
                <a:cs typeface="Arial"/>
              </a:defRPr>
            </a:lvl9pPr>
          </a:lstStyle>
          <a:p xmlns:a="http://schemas.openxmlformats.org/drawingml/2006/main">
            <a:pPr algn="l">
              <a:defRPr sz="1950" b="1">
                <a:solidFill>
                  <a:srgbClr val="822433"/>
                </a:solidFill>
                <a:latin typeface="Arial"/>
                <a:ea typeface="Arial"/>
                <a:cs typeface="Arial"/>
              </a:defRPr>
            </a:pPr>
            <a:r>
              <a:rPr sz="1950" b="1">
                <a:solidFill>
                  <a:srgbClr val="822433"/>
                </a:solidFill>
                <a:latin typeface="Arial"/>
                <a:ea typeface="Arial"/>
                <a:cs typeface="Arial"/>
              </a:rPr>
              <a:t>272 nodes, 317 links</a:t>
            </a:r>
          </a:p>
        </p:txBody>
      </p:sp>
      <p:sp>
        <p:nvSpPr>
          <p:cNvPr id="2298" name="">
            <a:extLst xmlns:a="http://schemas.openxmlformats.org/drawingml/2006/main">
              <a:ext uri="{FF2B5EF4-FFF2-40B4-BE49-F238E27FC236}">
                <a16:creationId xmlns:a16="http://schemas.microsoft.com/office/drawing/2014/main" id="{D29820BD-5A98-476E-A572-25EC0FDE0E13}"/>
              </a:ext>
            </a:extLst>
          </p:cNvPr>
          <p:cNvSpPr>
            <a:spLocks xmlns:a="http://schemas.openxmlformats.org/drawingml/2006/main" noGrp="1"/>
          </p:cNvSpPr>
          <p:nvPr/>
        </p:nvSpPr>
        <p:spPr>
          <a:xfrm xmlns:a="http://schemas.openxmlformats.org/drawingml/2006/main">
            <a:off x="5153025" y="51244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822433"/>
                </a:solidFill>
                <a:latin typeface="Arial"/>
                <a:ea typeface="Arial"/>
                <a:cs typeface="Arial"/>
              </a:defRPr>
            </a:defPPr>
            <a:lvl1pPr algn="l">
              <a:defRPr sz="1950" b="1">
                <a:solidFill>
                  <a:srgbClr val="822433"/>
                </a:solidFill>
                <a:latin typeface="Arial"/>
                <a:ea typeface="Arial"/>
                <a:cs typeface="Arial"/>
              </a:defRPr>
            </a:lvl1pPr>
            <a:lvl2pPr algn="l">
              <a:defRPr sz="1950" b="1">
                <a:solidFill>
                  <a:srgbClr val="822433"/>
                </a:solidFill>
                <a:latin typeface="Arial"/>
                <a:ea typeface="Arial"/>
                <a:cs typeface="Arial"/>
              </a:defRPr>
            </a:lvl2pPr>
            <a:lvl3pPr algn="l">
              <a:defRPr sz="1950" b="1">
                <a:solidFill>
                  <a:srgbClr val="822433"/>
                </a:solidFill>
                <a:latin typeface="Arial"/>
                <a:ea typeface="Arial"/>
                <a:cs typeface="Arial"/>
              </a:defRPr>
            </a:lvl3pPr>
            <a:lvl4pPr algn="l">
              <a:defRPr sz="1950" b="1">
                <a:solidFill>
                  <a:srgbClr val="822433"/>
                </a:solidFill>
                <a:latin typeface="Arial"/>
                <a:ea typeface="Arial"/>
                <a:cs typeface="Arial"/>
              </a:defRPr>
            </a:lvl4pPr>
            <a:lvl5pPr algn="l">
              <a:defRPr sz="1950" b="1">
                <a:solidFill>
                  <a:srgbClr val="822433"/>
                </a:solidFill>
                <a:latin typeface="Arial"/>
                <a:ea typeface="Arial"/>
                <a:cs typeface="Arial"/>
              </a:defRPr>
            </a:lvl5pPr>
            <a:lvl6pPr algn="l">
              <a:defRPr sz="1950" b="1">
                <a:solidFill>
                  <a:srgbClr val="822433"/>
                </a:solidFill>
                <a:latin typeface="Arial"/>
                <a:ea typeface="Arial"/>
                <a:cs typeface="Arial"/>
              </a:defRPr>
            </a:lvl6pPr>
            <a:lvl7pPr algn="l">
              <a:defRPr sz="1950" b="1">
                <a:solidFill>
                  <a:srgbClr val="822433"/>
                </a:solidFill>
                <a:latin typeface="Arial"/>
                <a:ea typeface="Arial"/>
                <a:cs typeface="Arial"/>
              </a:defRPr>
            </a:lvl7pPr>
            <a:lvl8pPr algn="l">
              <a:defRPr sz="1950" b="1">
                <a:solidFill>
                  <a:srgbClr val="822433"/>
                </a:solidFill>
                <a:latin typeface="Arial"/>
                <a:ea typeface="Arial"/>
                <a:cs typeface="Arial"/>
              </a:defRPr>
            </a:lvl8pPr>
            <a:lvl9pPr algn="l">
              <a:defRPr sz="1950" b="1">
                <a:solidFill>
                  <a:srgbClr val="822433"/>
                </a:solidFill>
                <a:latin typeface="Arial"/>
                <a:ea typeface="Arial"/>
                <a:cs typeface="Arial"/>
              </a:defRPr>
            </a:lvl9pPr>
          </a:lstStyle>
          <a:p xmlns:a="http://schemas.openxmlformats.org/drawingml/2006/main">
            <a:pPr algn="l">
              <a:defRPr sz="1950" b="1">
                <a:solidFill>
                  <a:srgbClr val="822433"/>
                </a:solidFill>
                <a:latin typeface="Arial"/>
                <a:ea typeface="Arial"/>
                <a:cs typeface="Arial"/>
              </a:defRPr>
            </a:pPr>
            <a:r>
              <a:rPr sz="1950" b="1">
                <a:solidFill>
                  <a:srgbClr val="822433"/>
                </a:solidFill>
                <a:latin typeface="Arial"/>
                <a:ea typeface="Arial"/>
                <a:cs typeface="Arial"/>
              </a:rPr>
              <a:t>785 nodes, 909 links</a:t>
            </a:r>
          </a:p>
        </p:txBody>
      </p:sp>
      <p:sp>
        <p:nvSpPr>
          <p:cNvPr id="2299" name="">
            <a:extLst xmlns:a="http://schemas.openxmlformats.org/drawingml/2006/main">
              <a:ext uri="{FF2B5EF4-FFF2-40B4-BE49-F238E27FC236}">
                <a16:creationId xmlns:a16="http://schemas.microsoft.com/office/drawing/2014/main" id="{8FE80055-6BD3-459F-AA35-5660059A8AF8}"/>
              </a:ext>
            </a:extLst>
          </p:cNvPr>
          <p:cNvSpPr>
            <a:spLocks xmlns:a="http://schemas.openxmlformats.org/drawingml/2006/main" noGrp="1"/>
          </p:cNvSpPr>
          <p:nvPr/>
        </p:nvSpPr>
        <p:spPr>
          <a:xfrm xmlns:a="http://schemas.openxmlformats.org/drawingml/2006/main">
            <a:off x="1200150" y="55245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020"/>
                </a:solidFill>
                <a:latin typeface="Arial"/>
                <a:ea typeface="Arial"/>
                <a:cs typeface="Arial"/>
              </a:defRPr>
            </a:defPPr>
            <a:lvl1pPr algn="l">
              <a:defRPr sz="1575" b="0">
                <a:solidFill>
                  <a:srgbClr val="202020"/>
                </a:solidFill>
                <a:latin typeface="Arial"/>
                <a:ea typeface="Arial"/>
                <a:cs typeface="Arial"/>
              </a:defRPr>
            </a:lvl1pPr>
            <a:lvl2pPr algn="l">
              <a:defRPr sz="1575" b="0">
                <a:solidFill>
                  <a:srgbClr val="202020"/>
                </a:solidFill>
                <a:latin typeface="Arial"/>
                <a:ea typeface="Arial"/>
                <a:cs typeface="Arial"/>
              </a:defRPr>
            </a:lvl2pPr>
            <a:lvl3pPr algn="l">
              <a:defRPr sz="1575" b="0">
                <a:solidFill>
                  <a:srgbClr val="202020"/>
                </a:solidFill>
                <a:latin typeface="Arial"/>
                <a:ea typeface="Arial"/>
                <a:cs typeface="Arial"/>
              </a:defRPr>
            </a:lvl3pPr>
            <a:lvl4pPr algn="l">
              <a:defRPr sz="1575" b="0">
                <a:solidFill>
                  <a:srgbClr val="202020"/>
                </a:solidFill>
                <a:latin typeface="Arial"/>
                <a:ea typeface="Arial"/>
                <a:cs typeface="Arial"/>
              </a:defRPr>
            </a:lvl4pPr>
            <a:lvl5pPr algn="l">
              <a:defRPr sz="1575" b="0">
                <a:solidFill>
                  <a:srgbClr val="202020"/>
                </a:solidFill>
                <a:latin typeface="Arial"/>
                <a:ea typeface="Arial"/>
                <a:cs typeface="Arial"/>
              </a:defRPr>
            </a:lvl5pPr>
            <a:lvl6pPr algn="l">
              <a:defRPr sz="1575" b="0">
                <a:solidFill>
                  <a:srgbClr val="202020"/>
                </a:solidFill>
                <a:latin typeface="Arial"/>
                <a:ea typeface="Arial"/>
                <a:cs typeface="Arial"/>
              </a:defRPr>
            </a:lvl6pPr>
            <a:lvl7pPr algn="l">
              <a:defRPr sz="1575" b="0">
                <a:solidFill>
                  <a:srgbClr val="202020"/>
                </a:solidFill>
                <a:latin typeface="Arial"/>
                <a:ea typeface="Arial"/>
                <a:cs typeface="Arial"/>
              </a:defRPr>
            </a:lvl7pPr>
            <a:lvl8pPr algn="l">
              <a:defRPr sz="1575" b="0">
                <a:solidFill>
                  <a:srgbClr val="202020"/>
                </a:solidFill>
                <a:latin typeface="Arial"/>
                <a:ea typeface="Arial"/>
                <a:cs typeface="Arial"/>
              </a:defRPr>
            </a:lvl8pPr>
            <a:lvl9pPr algn="l">
              <a:defRPr sz="1575" b="0">
                <a:solidFill>
                  <a:srgbClr val="202020"/>
                </a:solidFill>
                <a:latin typeface="Arial"/>
                <a:ea typeface="Arial"/>
                <a:cs typeface="Arial"/>
              </a:defRPr>
            </a:lvl9pPr>
          </a:lstStyle>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268 junctions, 4 reservoirs</a:t>
            </a:r>
          </a:p>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317 pipes</a:t>
            </a:r>
          </a:p>
        </p:txBody>
      </p:sp>
      <p:sp>
        <p:nvSpPr>
          <p:cNvPr id="2300" name="">
            <a:extLst xmlns:a="http://schemas.openxmlformats.org/drawingml/2006/main">
              <a:ext uri="{FF2B5EF4-FFF2-40B4-BE49-F238E27FC236}">
                <a16:creationId xmlns:a16="http://schemas.microsoft.com/office/drawing/2014/main" id="{6D283A54-4E9A-41FA-89DF-135B8B559EB0}"/>
              </a:ext>
            </a:extLst>
          </p:cNvPr>
          <p:cNvSpPr>
            <a:spLocks xmlns:a="http://schemas.openxmlformats.org/drawingml/2006/main" noGrp="1"/>
          </p:cNvSpPr>
          <p:nvPr/>
        </p:nvSpPr>
        <p:spPr>
          <a:xfrm xmlns:a="http://schemas.openxmlformats.org/drawingml/2006/main">
            <a:off x="5153025" y="55245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020"/>
                </a:solidFill>
                <a:latin typeface="Arial"/>
                <a:ea typeface="Arial"/>
                <a:cs typeface="Arial"/>
              </a:defRPr>
            </a:defPPr>
            <a:lvl1pPr algn="l">
              <a:defRPr sz="1500" b="0">
                <a:solidFill>
                  <a:srgbClr val="202020"/>
                </a:solidFill>
                <a:latin typeface="Arial"/>
                <a:ea typeface="Arial"/>
                <a:cs typeface="Arial"/>
              </a:defRPr>
            </a:lvl1pPr>
            <a:lvl2pPr algn="l">
              <a:defRPr sz="1500" b="0">
                <a:solidFill>
                  <a:srgbClr val="202020"/>
                </a:solidFill>
                <a:latin typeface="Arial"/>
                <a:ea typeface="Arial"/>
                <a:cs typeface="Arial"/>
              </a:defRPr>
            </a:lvl2pPr>
            <a:lvl3pPr algn="l">
              <a:defRPr sz="1500" b="0">
                <a:solidFill>
                  <a:srgbClr val="202020"/>
                </a:solidFill>
                <a:latin typeface="Arial"/>
                <a:ea typeface="Arial"/>
                <a:cs typeface="Arial"/>
              </a:defRPr>
            </a:lvl3pPr>
            <a:lvl4pPr algn="l">
              <a:defRPr sz="1500" b="0">
                <a:solidFill>
                  <a:srgbClr val="202020"/>
                </a:solidFill>
                <a:latin typeface="Arial"/>
                <a:ea typeface="Arial"/>
                <a:cs typeface="Arial"/>
              </a:defRPr>
            </a:lvl4pPr>
            <a:lvl5pPr algn="l">
              <a:defRPr sz="1500" b="0">
                <a:solidFill>
                  <a:srgbClr val="202020"/>
                </a:solidFill>
                <a:latin typeface="Arial"/>
                <a:ea typeface="Arial"/>
                <a:cs typeface="Arial"/>
              </a:defRPr>
            </a:lvl5pPr>
            <a:lvl6pPr algn="l">
              <a:defRPr sz="1500" b="0">
                <a:solidFill>
                  <a:srgbClr val="202020"/>
                </a:solidFill>
                <a:latin typeface="Arial"/>
                <a:ea typeface="Arial"/>
                <a:cs typeface="Arial"/>
              </a:defRPr>
            </a:lvl6pPr>
            <a:lvl7pPr algn="l">
              <a:defRPr sz="1500" b="0">
                <a:solidFill>
                  <a:srgbClr val="202020"/>
                </a:solidFill>
                <a:latin typeface="Arial"/>
                <a:ea typeface="Arial"/>
                <a:cs typeface="Arial"/>
              </a:defRPr>
            </a:lvl7pPr>
            <a:lvl8pPr algn="l">
              <a:defRPr sz="1500" b="0">
                <a:solidFill>
                  <a:srgbClr val="202020"/>
                </a:solidFill>
                <a:latin typeface="Arial"/>
                <a:ea typeface="Arial"/>
                <a:cs typeface="Arial"/>
              </a:defRPr>
            </a:lvl8pPr>
            <a:lvl9pPr algn="l">
              <a:defRPr sz="1500" b="0">
                <a:solidFill>
                  <a:srgbClr val="202020"/>
                </a:solidFill>
                <a:latin typeface="Arial"/>
                <a:ea typeface="Arial"/>
                <a:cs typeface="Arial"/>
              </a:defRPr>
            </a:lvl9pPr>
          </a:lstStyle>
          <a:p xmlns:a="http://schemas.openxmlformats.org/drawingml/2006/main">
            <a:pPr algn="l">
              <a:defRPr sz="1500" b="0">
                <a:solidFill>
                  <a:srgbClr val="202020"/>
                </a:solidFill>
                <a:latin typeface="Arial"/>
                <a:ea typeface="Arial"/>
                <a:cs typeface="Arial"/>
              </a:defRPr>
            </a:pPr>
            <a:r>
              <a:rPr sz="1500" b="0">
                <a:solidFill>
                  <a:srgbClr val="202020"/>
                </a:solidFill>
                <a:latin typeface="Arial"/>
                <a:ea typeface="Arial"/>
                <a:cs typeface="Arial"/>
              </a:rPr>
              <a:t>782 junctions, 2 reservoirs, 1 tank</a:t>
            </a:r>
          </a:p>
          <a:p xmlns:a="http://schemas.openxmlformats.org/drawingml/2006/main">
            <a:pPr algn="l">
              <a:defRPr sz="1500" b="0">
                <a:solidFill>
                  <a:srgbClr val="202020"/>
                </a:solidFill>
                <a:latin typeface="Arial"/>
                <a:ea typeface="Arial"/>
                <a:cs typeface="Arial"/>
              </a:defRPr>
            </a:pPr>
            <a:r>
              <a:rPr sz="1500" b="0">
                <a:solidFill>
                  <a:srgbClr val="202020"/>
                </a:solidFill>
                <a:latin typeface="Arial"/>
                <a:ea typeface="Arial"/>
                <a:cs typeface="Arial"/>
              </a:rPr>
              <a:t>905 pipes, 1 pump, 3 valves</a:t>
            </a:r>
          </a:p>
        </p:txBody>
      </p:sp>
    </p:spTree>
    <p:extLst>
      <p:ext uri="{BB962C8B-B14F-4D97-AF65-F5344CB8AC3E}">
        <p14:creationId xmlns:p14="http://schemas.microsoft.com/office/powerpoint/2010/main" val="5484416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Problem statement</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3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6D4260EB-1F34-427F-81AA-85FD79CC7B17}"/>
              </a:ext>
            </a:extLst>
          </p:cNvPr>
          <p:cNvSpPr>
            <a:spLocks xmlns:a="http://schemas.openxmlformats.org/drawingml/2006/main" noGrp="1"/>
          </p:cNvSpPr>
          <p:nvPr/>
        </p:nvSpPr>
        <p:spPr>
          <a:xfrm xmlns:a="http://schemas.openxmlformats.org/drawingml/2006/main">
            <a:off x="1200150" y="1323975"/>
            <a:ext cx="7286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22433"/>
                </a:solidFill>
                <a:latin typeface="Arial"/>
                <a:ea typeface="Arial"/>
                <a:cs typeface="Arial"/>
              </a:defRPr>
            </a:defPPr>
            <a:lvl1pPr algn="l">
              <a:defRPr sz="2250" b="1">
                <a:solidFill>
                  <a:srgbClr val="822433"/>
                </a:solidFill>
                <a:latin typeface="Arial"/>
                <a:ea typeface="Arial"/>
                <a:cs typeface="Arial"/>
              </a:defRPr>
            </a:lvl1pPr>
            <a:lvl2pPr algn="l">
              <a:defRPr sz="2250" b="1">
                <a:solidFill>
                  <a:srgbClr val="822433"/>
                </a:solidFill>
                <a:latin typeface="Arial"/>
                <a:ea typeface="Arial"/>
                <a:cs typeface="Arial"/>
              </a:defRPr>
            </a:lvl2pPr>
            <a:lvl3pPr algn="l">
              <a:defRPr sz="2250" b="1">
                <a:solidFill>
                  <a:srgbClr val="822433"/>
                </a:solidFill>
                <a:latin typeface="Arial"/>
                <a:ea typeface="Arial"/>
                <a:cs typeface="Arial"/>
              </a:defRPr>
            </a:lvl3pPr>
            <a:lvl4pPr algn="l">
              <a:defRPr sz="2250" b="1">
                <a:solidFill>
                  <a:srgbClr val="822433"/>
                </a:solidFill>
                <a:latin typeface="Arial"/>
                <a:ea typeface="Arial"/>
                <a:cs typeface="Arial"/>
              </a:defRPr>
            </a:lvl4pPr>
            <a:lvl5pPr algn="l">
              <a:defRPr sz="2250" b="1">
                <a:solidFill>
                  <a:srgbClr val="822433"/>
                </a:solidFill>
                <a:latin typeface="Arial"/>
                <a:ea typeface="Arial"/>
                <a:cs typeface="Arial"/>
              </a:defRPr>
            </a:lvl5pPr>
            <a:lvl6pPr algn="l">
              <a:defRPr sz="2250" b="1">
                <a:solidFill>
                  <a:srgbClr val="822433"/>
                </a:solidFill>
                <a:latin typeface="Arial"/>
                <a:ea typeface="Arial"/>
                <a:cs typeface="Arial"/>
              </a:defRPr>
            </a:lvl6pPr>
            <a:lvl7pPr algn="l">
              <a:defRPr sz="2250" b="1">
                <a:solidFill>
                  <a:srgbClr val="822433"/>
                </a:solidFill>
                <a:latin typeface="Arial"/>
                <a:ea typeface="Arial"/>
                <a:cs typeface="Arial"/>
              </a:defRPr>
            </a:lvl7pPr>
            <a:lvl8pPr algn="l">
              <a:defRPr sz="2250" b="1">
                <a:solidFill>
                  <a:srgbClr val="822433"/>
                </a:solidFill>
                <a:latin typeface="Arial"/>
                <a:ea typeface="Arial"/>
                <a:cs typeface="Arial"/>
              </a:defRPr>
            </a:lvl8pPr>
            <a:lvl9pPr algn="l">
              <a:defRPr sz="2250" b="1">
                <a:solidFill>
                  <a:srgbClr val="822433"/>
                </a:solidFill>
                <a:latin typeface="Arial"/>
                <a:ea typeface="Arial"/>
                <a:cs typeface="Arial"/>
              </a:defRPr>
            </a:lvl9pPr>
          </a:lstStyle>
          <a:p xmlns:a="http://schemas.openxmlformats.org/drawingml/2006/main">
            <a:pPr algn="l">
              <a:defRPr sz="2250" b="1">
                <a:solidFill>
                  <a:srgbClr val="822433"/>
                </a:solidFill>
                <a:latin typeface="Arial"/>
                <a:ea typeface="Arial"/>
                <a:cs typeface="Arial"/>
              </a:defRPr>
            </a:pPr>
            <a:r>
              <a:rPr sz="2250" b="1">
                <a:solidFill>
                  <a:srgbClr val="822433"/>
                </a:solidFill>
                <a:latin typeface="Arial"/>
                <a:ea typeface="Arial"/>
                <a:cs typeface="Arial"/>
              </a:rPr>
              <a:t>Detect five types of sensor-data attacks</a:t>
            </a:r>
          </a:p>
          <a:p xmlns:a="http://schemas.openxmlformats.org/drawingml/2006/main">
            <a:pPr algn="l">
              <a:defRPr sz="2250" b="1">
                <a:solidFill>
                  <a:srgbClr val="822433"/>
                </a:solidFill>
                <a:latin typeface="Arial"/>
                <a:ea typeface="Arial"/>
                <a:cs typeface="Arial"/>
              </a:defRPr>
            </a:pPr>
            <a:r>
              <a:rPr sz="2250" b="1">
                <a:solidFill>
                  <a:srgbClr val="822433"/>
                </a:solidFill>
                <a:latin typeface="Arial"/>
                <a:ea typeface="Arial"/>
                <a:cs typeface="Arial"/>
              </a:rPr>
              <a:t>in water distribution networks.</a:t>
            </a:r>
          </a:p>
        </p:txBody>
      </p:sp>
      <p:sp>
        <p:nvSpPr>
          <p:cNvPr id="12" name="">
            <a:extLst xmlns:a="http://schemas.openxmlformats.org/drawingml/2006/main">
              <a:ext uri="{FF2B5EF4-FFF2-40B4-BE49-F238E27FC236}">
                <a16:creationId xmlns:a16="http://schemas.microsoft.com/office/drawing/2014/main" id="{667933E8-3A1E-4513-9075-BECEF1E68103}"/>
              </a:ext>
            </a:extLst>
          </p:cNvPr>
          <p:cNvSpPr>
            <a:spLocks xmlns:a="http://schemas.openxmlformats.org/drawingml/2006/main" noGrp="1"/>
          </p:cNvSpPr>
          <p:nvPr/>
        </p:nvSpPr>
        <p:spPr>
          <a:xfrm xmlns:a="http://schemas.openxmlformats.org/drawingml/2006/main">
            <a:off x="1200150" y="2257425"/>
            <a:ext cx="728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020"/>
                </a:solidFill>
                <a:latin typeface="Arial"/>
                <a:ea typeface="Arial"/>
                <a:cs typeface="Arial"/>
              </a:defRPr>
            </a:defPPr>
            <a:lvl1pPr algn="l">
              <a:defRPr sz="1725" b="0">
                <a:solidFill>
                  <a:srgbClr val="202020"/>
                </a:solidFill>
                <a:latin typeface="Arial"/>
                <a:ea typeface="Arial"/>
                <a:cs typeface="Arial"/>
              </a:defRPr>
            </a:lvl1pPr>
            <a:lvl2pPr algn="l">
              <a:defRPr sz="1725" b="0">
                <a:solidFill>
                  <a:srgbClr val="202020"/>
                </a:solidFill>
                <a:latin typeface="Arial"/>
                <a:ea typeface="Arial"/>
                <a:cs typeface="Arial"/>
              </a:defRPr>
            </a:lvl2pPr>
            <a:lvl3pPr algn="l">
              <a:defRPr sz="1725" b="0">
                <a:solidFill>
                  <a:srgbClr val="202020"/>
                </a:solidFill>
                <a:latin typeface="Arial"/>
                <a:ea typeface="Arial"/>
                <a:cs typeface="Arial"/>
              </a:defRPr>
            </a:lvl3pPr>
            <a:lvl4pPr algn="l">
              <a:defRPr sz="1725" b="0">
                <a:solidFill>
                  <a:srgbClr val="202020"/>
                </a:solidFill>
                <a:latin typeface="Arial"/>
                <a:ea typeface="Arial"/>
                <a:cs typeface="Arial"/>
              </a:defRPr>
            </a:lvl4pPr>
            <a:lvl5pPr algn="l">
              <a:defRPr sz="1725" b="0">
                <a:solidFill>
                  <a:srgbClr val="202020"/>
                </a:solidFill>
                <a:latin typeface="Arial"/>
                <a:ea typeface="Arial"/>
                <a:cs typeface="Arial"/>
              </a:defRPr>
            </a:lvl5pPr>
            <a:lvl6pPr algn="l">
              <a:defRPr sz="1725" b="0">
                <a:solidFill>
                  <a:srgbClr val="202020"/>
                </a:solidFill>
                <a:latin typeface="Arial"/>
                <a:ea typeface="Arial"/>
                <a:cs typeface="Arial"/>
              </a:defRPr>
            </a:lvl6pPr>
            <a:lvl7pPr algn="l">
              <a:defRPr sz="1725" b="0">
                <a:solidFill>
                  <a:srgbClr val="202020"/>
                </a:solidFill>
                <a:latin typeface="Arial"/>
                <a:ea typeface="Arial"/>
                <a:cs typeface="Arial"/>
              </a:defRPr>
            </a:lvl7pPr>
            <a:lvl8pPr algn="l">
              <a:defRPr sz="1725" b="0">
                <a:solidFill>
                  <a:srgbClr val="202020"/>
                </a:solidFill>
                <a:latin typeface="Arial"/>
                <a:ea typeface="Arial"/>
                <a:cs typeface="Arial"/>
              </a:defRPr>
            </a:lvl8pPr>
            <a:lvl9pPr algn="l">
              <a:defRPr sz="1725" b="0">
                <a:solidFill>
                  <a:srgbClr val="202020"/>
                </a:solidFill>
                <a:latin typeface="Arial"/>
                <a:ea typeface="Arial"/>
                <a:cs typeface="Arial"/>
              </a:defRPr>
            </a:lvl9pPr>
          </a:lstStyle>
          <a:p xmlns:a="http://schemas.openxmlformats.org/drawingml/2006/main">
            <a:pPr algn="l">
              <a:defRPr sz="1725" b="0">
                <a:solidFill>
                  <a:srgbClr val="202020"/>
                </a:solidFill>
                <a:latin typeface="Arial"/>
                <a:ea typeface="Arial"/>
                <a:cs typeface="Arial"/>
              </a:defRPr>
            </a:pPr>
            <a:r>
              <a:rPr sz="1725" b="0">
                <a:solidFill>
                  <a:srgbClr val="202020"/>
                </a:solidFill>
                <a:latin typeface="Arial"/>
                <a:ea typeface="Arial"/>
                <a:cs typeface="Arial"/>
              </a:rPr>
              <a:t>Modena: normal and attacked sensor examples</a:t>
            </a:r>
          </a:p>
        </p:txBody>
      </p:sp>
      <p:cxnSp>
        <p:nvCxnSpPr>
          <p:cNvPr id="13" name="">
            <a:extLst xmlns:a="http://schemas.openxmlformats.org/drawingml/2006/main">
              <a:ext uri="{FF2B5EF4-FFF2-40B4-BE49-F238E27FC236}">
                <a16:creationId xmlns:a16="http://schemas.microsoft.com/office/drawing/2014/main" id="{36FEBBB2-B4E9-405C-BB37-4F4E902153B1}"/>
              </a:ext>
            </a:extLst>
          </p:cNvPr>
          <p:cNvCxnSpPr/>
          <p:nvPr/>
        </p:nvCxnSpPr>
        <p:spPr>
          <a:xfrm xmlns:a="http://schemas.openxmlformats.org/drawingml/2006/main" flipH="0" flipV="1">
            <a:off x="1923293" y="4293433"/>
            <a:ext cx="2636" cy="21810"/>
          </a:xfrm>
          <a:prstGeom xmlns:a="http://schemas.openxmlformats.org/drawingml/2006/main" prst="straightConnector1">
            <a:avLst/>
          </a:prstGeom>
          <a:ln xmlns:a="http://schemas.openxmlformats.org/drawingml/2006/main" w="6191">
            <a:solidFill>
              <a:srgbClr val="CBD1D5"/>
            </a:solidFill>
            <a:prstDash val="solid"/>
          </a:ln>
        </p:spPr>
      </p:cxnSp>
      <p:cxnSp>
        <p:nvCxnSpPr>
          <p:cNvPr id="14" name="">
            <a:extLst xmlns:a="http://schemas.openxmlformats.org/drawingml/2006/main">
              <a:ext uri="{FF2B5EF4-FFF2-40B4-BE49-F238E27FC236}">
                <a16:creationId xmlns:a16="http://schemas.microsoft.com/office/drawing/2014/main" id="{BBFEE0CB-D6A8-4E4D-B975-B4B0A73009E6}"/>
              </a:ext>
            </a:extLst>
          </p:cNvPr>
          <p:cNvCxnSpPr/>
          <p:nvPr/>
        </p:nvCxnSpPr>
        <p:spPr>
          <a:xfrm xmlns:a="http://schemas.openxmlformats.org/drawingml/2006/main" flipH="0" flipV="0">
            <a:off x="1925929" y="4293433"/>
            <a:ext cx="116618" cy="47139"/>
          </a:xfrm>
          <a:prstGeom xmlns:a="http://schemas.openxmlformats.org/drawingml/2006/main" prst="straightConnector1">
            <a:avLst/>
          </a:prstGeom>
          <a:ln xmlns:a="http://schemas.openxmlformats.org/drawingml/2006/main" w="6191">
            <a:solidFill>
              <a:srgbClr val="CBD1D5"/>
            </a:solidFill>
            <a:prstDash val="solid"/>
          </a:ln>
        </p:spPr>
      </p:cxnSp>
      <p:cxnSp>
        <p:nvCxnSpPr>
          <p:cNvPr id="15" name="">
            <a:extLst xmlns:a="http://schemas.openxmlformats.org/drawingml/2006/main">
              <a:ext uri="{FF2B5EF4-FFF2-40B4-BE49-F238E27FC236}">
                <a16:creationId xmlns:a16="http://schemas.microsoft.com/office/drawing/2014/main" id="{550277BE-B255-4199-91A7-461EC5EF72D3}"/>
              </a:ext>
            </a:extLst>
          </p:cNvPr>
          <p:cNvCxnSpPr/>
          <p:nvPr/>
        </p:nvCxnSpPr>
        <p:spPr>
          <a:xfrm xmlns:a="http://schemas.openxmlformats.org/drawingml/2006/main" flipH="0" flipV="1">
            <a:off x="2042547" y="4114025"/>
            <a:ext cx="114329" cy="226547"/>
          </a:xfrm>
          <a:prstGeom xmlns:a="http://schemas.openxmlformats.org/drawingml/2006/main" prst="straightConnector1">
            <a:avLst/>
          </a:prstGeom>
          <a:ln xmlns:a="http://schemas.openxmlformats.org/drawingml/2006/main" w="6191">
            <a:solidFill>
              <a:srgbClr val="CBD1D5"/>
            </a:solidFill>
            <a:prstDash val="solid"/>
          </a:ln>
        </p:spPr>
      </p:cxnSp>
      <p:cxnSp>
        <p:nvCxnSpPr>
          <p:cNvPr id="16" name="">
            <a:extLst xmlns:a="http://schemas.openxmlformats.org/drawingml/2006/main">
              <a:ext uri="{FF2B5EF4-FFF2-40B4-BE49-F238E27FC236}">
                <a16:creationId xmlns:a16="http://schemas.microsoft.com/office/drawing/2014/main" id="{7216465E-49A4-4CE5-8D84-7D85C7CBF6CA}"/>
              </a:ext>
            </a:extLst>
          </p:cNvPr>
          <p:cNvCxnSpPr/>
          <p:nvPr/>
        </p:nvCxnSpPr>
        <p:spPr>
          <a:xfrm xmlns:a="http://schemas.openxmlformats.org/drawingml/2006/main" flipH="0" flipV="1">
            <a:off x="2156876" y="3886071"/>
            <a:ext cx="111102" cy="227954"/>
          </a:xfrm>
          <a:prstGeom xmlns:a="http://schemas.openxmlformats.org/drawingml/2006/main" prst="straightConnector1">
            <a:avLst/>
          </a:prstGeom>
          <a:ln xmlns:a="http://schemas.openxmlformats.org/drawingml/2006/main" w="6191">
            <a:solidFill>
              <a:srgbClr val="CBD1D5"/>
            </a:solidFill>
            <a:prstDash val="solid"/>
          </a:ln>
        </p:spPr>
      </p:cxnSp>
      <p:cxnSp>
        <p:nvCxnSpPr>
          <p:cNvPr id="17" name="">
            <a:extLst xmlns:a="http://schemas.openxmlformats.org/drawingml/2006/main">
              <a:ext uri="{FF2B5EF4-FFF2-40B4-BE49-F238E27FC236}">
                <a16:creationId xmlns:a16="http://schemas.microsoft.com/office/drawing/2014/main" id="{6878C8E4-4206-42CE-94EE-29CB3EDC94E7}"/>
              </a:ext>
            </a:extLst>
          </p:cNvPr>
          <p:cNvCxnSpPr/>
          <p:nvPr/>
        </p:nvCxnSpPr>
        <p:spPr>
          <a:xfrm xmlns:a="http://schemas.openxmlformats.org/drawingml/2006/main" flipH="0" flipV="1">
            <a:off x="2267977" y="3721204"/>
            <a:ext cx="93986" cy="164868"/>
          </a:xfrm>
          <a:prstGeom xmlns:a="http://schemas.openxmlformats.org/drawingml/2006/main" prst="straightConnector1">
            <a:avLst/>
          </a:prstGeom>
          <a:ln xmlns:a="http://schemas.openxmlformats.org/drawingml/2006/main" w="6191">
            <a:solidFill>
              <a:srgbClr val="CBD1D5"/>
            </a:solidFill>
            <a:prstDash val="solid"/>
          </a:ln>
        </p:spPr>
      </p:cxnSp>
      <p:cxnSp>
        <p:nvCxnSpPr>
          <p:cNvPr id="18" name="">
            <a:extLst xmlns:a="http://schemas.openxmlformats.org/drawingml/2006/main">
              <a:ext uri="{FF2B5EF4-FFF2-40B4-BE49-F238E27FC236}">
                <a16:creationId xmlns:a16="http://schemas.microsoft.com/office/drawing/2014/main" id="{64C7A797-F89E-4656-8CF0-404733F93D12}"/>
              </a:ext>
            </a:extLst>
          </p:cNvPr>
          <p:cNvCxnSpPr/>
          <p:nvPr/>
        </p:nvCxnSpPr>
        <p:spPr>
          <a:xfrm xmlns:a="http://schemas.openxmlformats.org/drawingml/2006/main" flipH="0" flipV="1">
            <a:off x="2361964" y="3658587"/>
            <a:ext cx="34179" cy="62617"/>
          </a:xfrm>
          <a:prstGeom xmlns:a="http://schemas.openxmlformats.org/drawingml/2006/main" prst="straightConnector1">
            <a:avLst/>
          </a:prstGeom>
          <a:ln xmlns:a="http://schemas.openxmlformats.org/drawingml/2006/main" w="6191">
            <a:solidFill>
              <a:srgbClr val="CBD1D5"/>
            </a:solidFill>
            <a:prstDash val="solid"/>
          </a:ln>
        </p:spPr>
      </p:cxnSp>
      <p:cxnSp>
        <p:nvCxnSpPr>
          <p:cNvPr id="19" name="">
            <a:extLst xmlns:a="http://schemas.openxmlformats.org/drawingml/2006/main">
              <a:ext uri="{FF2B5EF4-FFF2-40B4-BE49-F238E27FC236}">
                <a16:creationId xmlns:a16="http://schemas.microsoft.com/office/drawing/2014/main" id="{BE878F9E-74DA-4F6B-9353-37E835C76541}"/>
              </a:ext>
            </a:extLst>
          </p:cNvPr>
          <p:cNvCxnSpPr/>
          <p:nvPr/>
        </p:nvCxnSpPr>
        <p:spPr>
          <a:xfrm xmlns:a="http://schemas.openxmlformats.org/drawingml/2006/main" flipH="0" flipV="1">
            <a:off x="2396143" y="3510604"/>
            <a:ext cx="60802" cy="147982"/>
          </a:xfrm>
          <a:prstGeom xmlns:a="http://schemas.openxmlformats.org/drawingml/2006/main" prst="straightConnector1">
            <a:avLst/>
          </a:prstGeom>
          <a:ln xmlns:a="http://schemas.openxmlformats.org/drawingml/2006/main" w="6191">
            <a:solidFill>
              <a:srgbClr val="CBD1D5"/>
            </a:solidFill>
            <a:prstDash val="solid"/>
          </a:ln>
        </p:spPr>
      </p:cxnSp>
      <p:cxnSp>
        <p:nvCxnSpPr>
          <p:cNvPr id="20" name="">
            <a:extLst xmlns:a="http://schemas.openxmlformats.org/drawingml/2006/main">
              <a:ext uri="{FF2B5EF4-FFF2-40B4-BE49-F238E27FC236}">
                <a16:creationId xmlns:a16="http://schemas.microsoft.com/office/drawing/2014/main" id="{1A3F5284-8D7B-4813-B2C8-D9B83BB89916}"/>
              </a:ext>
            </a:extLst>
          </p:cNvPr>
          <p:cNvCxnSpPr/>
          <p:nvPr/>
        </p:nvCxnSpPr>
        <p:spPr>
          <a:xfrm xmlns:a="http://schemas.openxmlformats.org/drawingml/2006/main" flipH="0" flipV="1">
            <a:off x="1923293" y="4297655"/>
            <a:ext cx="6098" cy="17589"/>
          </a:xfrm>
          <a:prstGeom xmlns:a="http://schemas.openxmlformats.org/drawingml/2006/main" prst="straightConnector1">
            <a:avLst/>
          </a:prstGeom>
          <a:ln xmlns:a="http://schemas.openxmlformats.org/drawingml/2006/main" w="6191">
            <a:solidFill>
              <a:srgbClr val="CBD1D5"/>
            </a:solidFill>
            <a:prstDash val="solid"/>
          </a:ln>
        </p:spPr>
      </p:cxnSp>
      <p:cxnSp>
        <p:nvCxnSpPr>
          <p:cNvPr id="21" name="">
            <a:extLst xmlns:a="http://schemas.openxmlformats.org/drawingml/2006/main">
              <a:ext uri="{FF2B5EF4-FFF2-40B4-BE49-F238E27FC236}">
                <a16:creationId xmlns:a16="http://schemas.microsoft.com/office/drawing/2014/main" id="{62FEB857-861D-4FE0-9236-9CC75D93DE62}"/>
              </a:ext>
            </a:extLst>
          </p:cNvPr>
          <p:cNvCxnSpPr/>
          <p:nvPr/>
        </p:nvCxnSpPr>
        <p:spPr>
          <a:xfrm xmlns:a="http://schemas.openxmlformats.org/drawingml/2006/main" flipH="0" flipV="0">
            <a:off x="1929391" y="4297655"/>
            <a:ext cx="117377" cy="47842"/>
          </a:xfrm>
          <a:prstGeom xmlns:a="http://schemas.openxmlformats.org/drawingml/2006/main" prst="straightConnector1">
            <a:avLst/>
          </a:prstGeom>
          <a:ln xmlns:a="http://schemas.openxmlformats.org/drawingml/2006/main" w="6191">
            <a:solidFill>
              <a:srgbClr val="CBD1D5"/>
            </a:solidFill>
            <a:prstDash val="solid"/>
          </a:ln>
        </p:spPr>
      </p:cxnSp>
      <p:cxnSp>
        <p:nvCxnSpPr>
          <p:cNvPr id="22" name="">
            <a:extLst xmlns:a="http://schemas.openxmlformats.org/drawingml/2006/main">
              <a:ext uri="{FF2B5EF4-FFF2-40B4-BE49-F238E27FC236}">
                <a16:creationId xmlns:a16="http://schemas.microsoft.com/office/drawing/2014/main" id="{B5FB0C10-E474-4670-8618-B2D6CFCA4B9F}"/>
              </a:ext>
            </a:extLst>
          </p:cNvPr>
          <p:cNvCxnSpPr/>
          <p:nvPr/>
        </p:nvCxnSpPr>
        <p:spPr>
          <a:xfrm xmlns:a="http://schemas.openxmlformats.org/drawingml/2006/main" flipH="0" flipV="1">
            <a:off x="2046768" y="4326970"/>
            <a:ext cx="11022" cy="18527"/>
          </a:xfrm>
          <a:prstGeom xmlns:a="http://schemas.openxmlformats.org/drawingml/2006/main" prst="straightConnector1">
            <a:avLst/>
          </a:prstGeom>
          <a:ln xmlns:a="http://schemas.openxmlformats.org/drawingml/2006/main" w="6191">
            <a:solidFill>
              <a:srgbClr val="CBD1D5"/>
            </a:solidFill>
            <a:prstDash val="solid"/>
          </a:ln>
        </p:spPr>
      </p:cxnSp>
      <p:cxnSp>
        <p:nvCxnSpPr>
          <p:cNvPr id="23" name="">
            <a:extLst xmlns:a="http://schemas.openxmlformats.org/drawingml/2006/main">
              <a:ext uri="{FF2B5EF4-FFF2-40B4-BE49-F238E27FC236}">
                <a16:creationId xmlns:a16="http://schemas.microsoft.com/office/drawing/2014/main" id="{6669EA7C-D37D-43EF-ADFD-146F8924DCD6}"/>
              </a:ext>
            </a:extLst>
          </p:cNvPr>
          <p:cNvCxnSpPr/>
          <p:nvPr/>
        </p:nvCxnSpPr>
        <p:spPr>
          <a:xfrm xmlns:a="http://schemas.openxmlformats.org/drawingml/2006/main" flipH="0" flipV="0">
            <a:off x="2057791" y="4326970"/>
            <a:ext cx="407948" cy="93574"/>
          </a:xfrm>
          <a:prstGeom xmlns:a="http://schemas.openxmlformats.org/drawingml/2006/main" prst="straightConnector1">
            <a:avLst/>
          </a:prstGeom>
          <a:ln xmlns:a="http://schemas.openxmlformats.org/drawingml/2006/main" w="6191">
            <a:solidFill>
              <a:srgbClr val="CBD1D5"/>
            </a:solidFill>
            <a:prstDash val="solid"/>
          </a:ln>
        </p:spPr>
      </p:cxnSp>
      <p:cxnSp>
        <p:nvCxnSpPr>
          <p:cNvPr id="24" name="">
            <a:extLst xmlns:a="http://schemas.openxmlformats.org/drawingml/2006/main">
              <a:ext uri="{FF2B5EF4-FFF2-40B4-BE49-F238E27FC236}">
                <a16:creationId xmlns:a16="http://schemas.microsoft.com/office/drawing/2014/main" id="{FE8C469E-0DA5-44CA-AF2D-78FF39E35377}"/>
              </a:ext>
            </a:extLst>
          </p:cNvPr>
          <p:cNvCxnSpPr/>
          <p:nvPr/>
        </p:nvCxnSpPr>
        <p:spPr>
          <a:xfrm xmlns:a="http://schemas.openxmlformats.org/drawingml/2006/main" flipH="1" flipV="0">
            <a:off x="2459229" y="4420543"/>
            <a:ext cx="6510" cy="14306"/>
          </a:xfrm>
          <a:prstGeom xmlns:a="http://schemas.openxmlformats.org/drawingml/2006/main" prst="straightConnector1">
            <a:avLst/>
          </a:prstGeom>
          <a:ln xmlns:a="http://schemas.openxmlformats.org/drawingml/2006/main" w="6191">
            <a:solidFill>
              <a:srgbClr val="CBD1D5"/>
            </a:solidFill>
            <a:prstDash val="solid"/>
          </a:ln>
        </p:spPr>
      </p:cxnSp>
      <p:cxnSp>
        <p:nvCxnSpPr>
          <p:cNvPr id="25" name="">
            <a:extLst xmlns:a="http://schemas.openxmlformats.org/drawingml/2006/main">
              <a:ext uri="{FF2B5EF4-FFF2-40B4-BE49-F238E27FC236}">
                <a16:creationId xmlns:a16="http://schemas.microsoft.com/office/drawing/2014/main" id="{05C5F32F-0F09-47CA-899C-0015FAF33427}"/>
              </a:ext>
            </a:extLst>
          </p:cNvPr>
          <p:cNvCxnSpPr/>
          <p:nvPr/>
        </p:nvCxnSpPr>
        <p:spPr>
          <a:xfrm xmlns:a="http://schemas.openxmlformats.org/drawingml/2006/main" flipH="0" flipV="0">
            <a:off x="2459229" y="4434849"/>
            <a:ext cx="2406" cy="1642"/>
          </a:xfrm>
          <a:prstGeom xmlns:a="http://schemas.openxmlformats.org/drawingml/2006/main" prst="straightConnector1">
            <a:avLst/>
          </a:prstGeom>
          <a:ln xmlns:a="http://schemas.openxmlformats.org/drawingml/2006/main" w="6191">
            <a:solidFill>
              <a:srgbClr val="CBD1D5"/>
            </a:solidFill>
            <a:prstDash val="solid"/>
          </a:ln>
        </p:spPr>
      </p:cxnSp>
      <p:cxnSp>
        <p:nvCxnSpPr>
          <p:cNvPr id="26" name="">
            <a:extLst xmlns:a="http://schemas.openxmlformats.org/drawingml/2006/main">
              <a:ext uri="{FF2B5EF4-FFF2-40B4-BE49-F238E27FC236}">
                <a16:creationId xmlns:a16="http://schemas.microsoft.com/office/drawing/2014/main" id="{E9DD3DC7-F7A5-468F-A64A-4DA7712F5207}"/>
              </a:ext>
            </a:extLst>
          </p:cNvPr>
          <p:cNvCxnSpPr/>
          <p:nvPr/>
        </p:nvCxnSpPr>
        <p:spPr>
          <a:xfrm xmlns:a="http://schemas.openxmlformats.org/drawingml/2006/main" flipH="0" flipV="0">
            <a:off x="2461635" y="4436491"/>
            <a:ext cx="157888" cy="70356"/>
          </a:xfrm>
          <a:prstGeom xmlns:a="http://schemas.openxmlformats.org/drawingml/2006/main" prst="straightConnector1">
            <a:avLst/>
          </a:prstGeom>
          <a:ln xmlns:a="http://schemas.openxmlformats.org/drawingml/2006/main" w="6191">
            <a:solidFill>
              <a:srgbClr val="CBD1D5"/>
            </a:solidFill>
            <a:prstDash val="solid"/>
          </a:ln>
        </p:spPr>
      </p:cxnSp>
      <p:cxnSp>
        <p:nvCxnSpPr>
          <p:cNvPr id="27" name="">
            <a:extLst xmlns:a="http://schemas.openxmlformats.org/drawingml/2006/main">
              <a:ext uri="{FF2B5EF4-FFF2-40B4-BE49-F238E27FC236}">
                <a16:creationId xmlns:a16="http://schemas.microsoft.com/office/drawing/2014/main" id="{42C14ECC-AD51-4127-87E9-03EB3A3847AB}"/>
              </a:ext>
            </a:extLst>
          </p:cNvPr>
          <p:cNvCxnSpPr/>
          <p:nvPr/>
        </p:nvCxnSpPr>
        <p:spPr>
          <a:xfrm xmlns:a="http://schemas.openxmlformats.org/drawingml/2006/main" flipH="0" flipV="1">
            <a:off x="2619523" y="4473310"/>
            <a:ext cx="31135" cy="33536"/>
          </a:xfrm>
          <a:prstGeom xmlns:a="http://schemas.openxmlformats.org/drawingml/2006/main" prst="straightConnector1">
            <a:avLst/>
          </a:prstGeom>
          <a:ln xmlns:a="http://schemas.openxmlformats.org/drawingml/2006/main" w="6191">
            <a:solidFill>
              <a:srgbClr val="CBD1D5"/>
            </a:solidFill>
            <a:prstDash val="solid"/>
          </a:ln>
        </p:spPr>
      </p:cxnSp>
      <p:cxnSp>
        <p:nvCxnSpPr>
          <p:cNvPr id="28" name="">
            <a:extLst xmlns:a="http://schemas.openxmlformats.org/drawingml/2006/main">
              <a:ext uri="{FF2B5EF4-FFF2-40B4-BE49-F238E27FC236}">
                <a16:creationId xmlns:a16="http://schemas.microsoft.com/office/drawing/2014/main" id="{D87F58D2-2EAD-4E24-A258-83624E3B5CE0}"/>
              </a:ext>
            </a:extLst>
          </p:cNvPr>
          <p:cNvCxnSpPr/>
          <p:nvPr/>
        </p:nvCxnSpPr>
        <p:spPr>
          <a:xfrm xmlns:a="http://schemas.openxmlformats.org/drawingml/2006/main" flipH="0" flipV="1">
            <a:off x="2650658" y="4409990"/>
            <a:ext cx="137663" cy="63320"/>
          </a:xfrm>
          <a:prstGeom xmlns:a="http://schemas.openxmlformats.org/drawingml/2006/main" prst="straightConnector1">
            <a:avLst/>
          </a:prstGeom>
          <a:ln xmlns:a="http://schemas.openxmlformats.org/drawingml/2006/main" w="6191">
            <a:solidFill>
              <a:srgbClr val="CBD1D5"/>
            </a:solidFill>
            <a:prstDash val="solid"/>
          </a:ln>
        </p:spPr>
      </p:cxnSp>
      <p:cxnSp>
        <p:nvCxnSpPr>
          <p:cNvPr id="29" name="">
            <a:extLst xmlns:a="http://schemas.openxmlformats.org/drawingml/2006/main">
              <a:ext uri="{FF2B5EF4-FFF2-40B4-BE49-F238E27FC236}">
                <a16:creationId xmlns:a16="http://schemas.microsoft.com/office/drawing/2014/main" id="{EC0BB49B-1D46-4CE0-805E-8DB993C0A231}"/>
              </a:ext>
            </a:extLst>
          </p:cNvPr>
          <p:cNvCxnSpPr/>
          <p:nvPr/>
        </p:nvCxnSpPr>
        <p:spPr>
          <a:xfrm xmlns:a="http://schemas.openxmlformats.org/drawingml/2006/main" flipH="0" flipV="1">
            <a:off x="2788322" y="4310788"/>
            <a:ext cx="136664" cy="99202"/>
          </a:xfrm>
          <a:prstGeom xmlns:a="http://schemas.openxmlformats.org/drawingml/2006/main" prst="straightConnector1">
            <a:avLst/>
          </a:prstGeom>
          <a:ln xmlns:a="http://schemas.openxmlformats.org/drawingml/2006/main" w="6191">
            <a:solidFill>
              <a:srgbClr val="CBD1D5"/>
            </a:solidFill>
            <a:prstDash val="solid"/>
          </a:ln>
        </p:spPr>
      </p:cxnSp>
      <p:cxnSp>
        <p:nvCxnSpPr>
          <p:cNvPr id="30" name="">
            <a:extLst xmlns:a="http://schemas.openxmlformats.org/drawingml/2006/main">
              <a:ext uri="{FF2B5EF4-FFF2-40B4-BE49-F238E27FC236}">
                <a16:creationId xmlns:a16="http://schemas.microsoft.com/office/drawing/2014/main" id="{FFC75CDB-8A28-4880-9ABE-B78BCF02AEBE}"/>
              </a:ext>
            </a:extLst>
          </p:cNvPr>
          <p:cNvCxnSpPr/>
          <p:nvPr/>
        </p:nvCxnSpPr>
        <p:spPr>
          <a:xfrm xmlns:a="http://schemas.openxmlformats.org/drawingml/2006/main" flipH="0" flipV="0">
            <a:off x="2924986" y="4310788"/>
            <a:ext cx="83020" cy="43621"/>
          </a:xfrm>
          <a:prstGeom xmlns:a="http://schemas.openxmlformats.org/drawingml/2006/main" prst="straightConnector1">
            <a:avLst/>
          </a:prstGeom>
          <a:ln xmlns:a="http://schemas.openxmlformats.org/drawingml/2006/main" w="6191">
            <a:solidFill>
              <a:srgbClr val="CBD1D5"/>
            </a:solidFill>
            <a:prstDash val="solid"/>
          </a:ln>
        </p:spPr>
      </p:cxnSp>
      <p:cxnSp>
        <p:nvCxnSpPr>
          <p:cNvPr id="31" name="">
            <a:extLst xmlns:a="http://schemas.openxmlformats.org/drawingml/2006/main">
              <a:ext uri="{FF2B5EF4-FFF2-40B4-BE49-F238E27FC236}">
                <a16:creationId xmlns:a16="http://schemas.microsoft.com/office/drawing/2014/main" id="{A809C2B5-2854-4896-B3A7-45E1BA0DAF78}"/>
              </a:ext>
            </a:extLst>
          </p:cNvPr>
          <p:cNvCxnSpPr/>
          <p:nvPr/>
        </p:nvCxnSpPr>
        <p:spPr>
          <a:xfrm xmlns:a="http://schemas.openxmlformats.org/drawingml/2006/main" flipH="0" flipV="1">
            <a:off x="1923293" y="4303049"/>
            <a:ext cx="23921" cy="12195"/>
          </a:xfrm>
          <a:prstGeom xmlns:a="http://schemas.openxmlformats.org/drawingml/2006/main" prst="straightConnector1">
            <a:avLst/>
          </a:prstGeom>
          <a:ln xmlns:a="http://schemas.openxmlformats.org/drawingml/2006/main" w="6191">
            <a:solidFill>
              <a:srgbClr val="CBD1D5"/>
            </a:solidFill>
            <a:prstDash val="solid"/>
          </a:ln>
        </p:spPr>
      </p:cxnSp>
      <p:cxnSp>
        <p:nvCxnSpPr>
          <p:cNvPr id="32" name="">
            <a:extLst xmlns:a="http://schemas.openxmlformats.org/drawingml/2006/main">
              <a:ext uri="{FF2B5EF4-FFF2-40B4-BE49-F238E27FC236}">
                <a16:creationId xmlns:a16="http://schemas.microsoft.com/office/drawing/2014/main" id="{CF385BB2-0D8B-4879-8E2D-FD5155FD4307}"/>
              </a:ext>
            </a:extLst>
          </p:cNvPr>
          <p:cNvCxnSpPr/>
          <p:nvPr/>
        </p:nvCxnSpPr>
        <p:spPr>
          <a:xfrm xmlns:a="http://schemas.openxmlformats.org/drawingml/2006/main" flipH="0" flipV="0">
            <a:off x="1947215" y="4303049"/>
            <a:ext cx="97030" cy="40103"/>
          </a:xfrm>
          <a:prstGeom xmlns:a="http://schemas.openxmlformats.org/drawingml/2006/main" prst="straightConnector1">
            <a:avLst/>
          </a:prstGeom>
          <a:ln xmlns:a="http://schemas.openxmlformats.org/drawingml/2006/main" w="6191">
            <a:solidFill>
              <a:srgbClr val="CBD1D5"/>
            </a:solidFill>
            <a:prstDash val="solid"/>
          </a:ln>
        </p:spPr>
      </p:cxnSp>
      <p:cxnSp>
        <p:nvCxnSpPr>
          <p:cNvPr id="33" name="">
            <a:extLst xmlns:a="http://schemas.openxmlformats.org/drawingml/2006/main">
              <a:ext uri="{FF2B5EF4-FFF2-40B4-BE49-F238E27FC236}">
                <a16:creationId xmlns:a16="http://schemas.microsoft.com/office/drawing/2014/main" id="{683F4976-2E8D-4062-B0CA-EC5DD5D8A5A7}"/>
              </a:ext>
            </a:extLst>
          </p:cNvPr>
          <p:cNvCxnSpPr/>
          <p:nvPr/>
        </p:nvCxnSpPr>
        <p:spPr>
          <a:xfrm xmlns:a="http://schemas.openxmlformats.org/drawingml/2006/main" flipH="0" flipV="1">
            <a:off x="2044245" y="4323921"/>
            <a:ext cx="11140" cy="19231"/>
          </a:xfrm>
          <a:prstGeom xmlns:a="http://schemas.openxmlformats.org/drawingml/2006/main" prst="straightConnector1">
            <a:avLst/>
          </a:prstGeom>
          <a:ln xmlns:a="http://schemas.openxmlformats.org/drawingml/2006/main" w="6191">
            <a:solidFill>
              <a:srgbClr val="CBD1D5"/>
            </a:solidFill>
            <a:prstDash val="solid"/>
          </a:ln>
        </p:spPr>
      </p:cxnSp>
      <p:cxnSp>
        <p:nvCxnSpPr>
          <p:cNvPr id="34" name="">
            <a:extLst xmlns:a="http://schemas.openxmlformats.org/drawingml/2006/main">
              <a:ext uri="{FF2B5EF4-FFF2-40B4-BE49-F238E27FC236}">
                <a16:creationId xmlns:a16="http://schemas.microsoft.com/office/drawing/2014/main" id="{1B52D61C-A25C-41F6-BE28-9A476E355F5B}"/>
              </a:ext>
            </a:extLst>
          </p:cNvPr>
          <p:cNvCxnSpPr/>
          <p:nvPr/>
        </p:nvCxnSpPr>
        <p:spPr>
          <a:xfrm xmlns:a="http://schemas.openxmlformats.org/drawingml/2006/main" flipH="0" flipV="0">
            <a:off x="2055385" y="4323921"/>
            <a:ext cx="358760" cy="82317"/>
          </a:xfrm>
          <a:prstGeom xmlns:a="http://schemas.openxmlformats.org/drawingml/2006/main" prst="straightConnector1">
            <a:avLst/>
          </a:prstGeom>
          <a:ln xmlns:a="http://schemas.openxmlformats.org/drawingml/2006/main" w="6191">
            <a:solidFill>
              <a:srgbClr val="CBD1D5"/>
            </a:solidFill>
            <a:prstDash val="solid"/>
          </a:ln>
        </p:spPr>
      </p:cxnSp>
      <p:cxnSp>
        <p:nvCxnSpPr>
          <p:cNvPr id="35" name="">
            <a:extLst xmlns:a="http://schemas.openxmlformats.org/drawingml/2006/main">
              <a:ext uri="{FF2B5EF4-FFF2-40B4-BE49-F238E27FC236}">
                <a16:creationId xmlns:a16="http://schemas.microsoft.com/office/drawing/2014/main" id="{6F6DFA37-6DCA-48A3-9356-83EE8E1DDFDB}"/>
              </a:ext>
            </a:extLst>
          </p:cNvPr>
          <p:cNvCxnSpPr/>
          <p:nvPr/>
        </p:nvCxnSpPr>
        <p:spPr>
          <a:xfrm xmlns:a="http://schemas.openxmlformats.org/drawingml/2006/main" flipH="0" flipV="1">
            <a:off x="2414145" y="4310084"/>
            <a:ext cx="51008" cy="96153"/>
          </a:xfrm>
          <a:prstGeom xmlns:a="http://schemas.openxmlformats.org/drawingml/2006/main" prst="straightConnector1">
            <a:avLst/>
          </a:prstGeom>
          <a:ln xmlns:a="http://schemas.openxmlformats.org/drawingml/2006/main" w="6191">
            <a:solidFill>
              <a:srgbClr val="CBD1D5"/>
            </a:solidFill>
            <a:prstDash val="solid"/>
          </a:ln>
        </p:spPr>
      </p:cxnSp>
      <p:cxnSp>
        <p:nvCxnSpPr>
          <p:cNvPr id="36" name="">
            <a:extLst xmlns:a="http://schemas.openxmlformats.org/drawingml/2006/main">
              <a:ext uri="{FF2B5EF4-FFF2-40B4-BE49-F238E27FC236}">
                <a16:creationId xmlns:a16="http://schemas.microsoft.com/office/drawing/2014/main" id="{107CFBEB-3042-4C4F-A362-511D27F41BCB}"/>
              </a:ext>
            </a:extLst>
          </p:cNvPr>
          <p:cNvCxnSpPr/>
          <p:nvPr/>
        </p:nvCxnSpPr>
        <p:spPr>
          <a:xfrm xmlns:a="http://schemas.openxmlformats.org/drawingml/2006/main" flipH="0" flipV="1">
            <a:off x="2465153" y="4248405"/>
            <a:ext cx="116205" cy="61679"/>
          </a:xfrm>
          <a:prstGeom xmlns:a="http://schemas.openxmlformats.org/drawingml/2006/main" prst="straightConnector1">
            <a:avLst/>
          </a:prstGeom>
          <a:ln xmlns:a="http://schemas.openxmlformats.org/drawingml/2006/main" w="6191">
            <a:solidFill>
              <a:srgbClr val="CBD1D5"/>
            </a:solidFill>
            <a:prstDash val="solid"/>
          </a:ln>
        </p:spPr>
      </p:cxnSp>
      <p:cxnSp>
        <p:nvCxnSpPr>
          <p:cNvPr id="37" name="">
            <a:extLst xmlns:a="http://schemas.openxmlformats.org/drawingml/2006/main">
              <a:ext uri="{FF2B5EF4-FFF2-40B4-BE49-F238E27FC236}">
                <a16:creationId xmlns:a16="http://schemas.microsoft.com/office/drawing/2014/main" id="{D390304E-55E6-4C87-BF63-48472639733E}"/>
              </a:ext>
            </a:extLst>
          </p:cNvPr>
          <p:cNvCxnSpPr/>
          <p:nvPr/>
        </p:nvCxnSpPr>
        <p:spPr>
          <a:xfrm xmlns:a="http://schemas.openxmlformats.org/drawingml/2006/main" flipH="0" flipV="1">
            <a:off x="2581358" y="4221436"/>
            <a:ext cx="62908" cy="26970"/>
          </a:xfrm>
          <a:prstGeom xmlns:a="http://schemas.openxmlformats.org/drawingml/2006/main" prst="straightConnector1">
            <a:avLst/>
          </a:prstGeom>
          <a:ln xmlns:a="http://schemas.openxmlformats.org/drawingml/2006/main" w="6191">
            <a:solidFill>
              <a:srgbClr val="CBD1D5"/>
            </a:solidFill>
            <a:prstDash val="solid"/>
          </a:ln>
        </p:spPr>
      </p:cxnSp>
      <p:cxnSp>
        <p:nvCxnSpPr>
          <p:cNvPr id="38" name="">
            <a:extLst xmlns:a="http://schemas.openxmlformats.org/drawingml/2006/main">
              <a:ext uri="{FF2B5EF4-FFF2-40B4-BE49-F238E27FC236}">
                <a16:creationId xmlns:a16="http://schemas.microsoft.com/office/drawing/2014/main" id="{CDA7FBDC-2DA1-4C97-BBB2-A4FB6BCE2ABD}"/>
              </a:ext>
            </a:extLst>
          </p:cNvPr>
          <p:cNvCxnSpPr/>
          <p:nvPr/>
        </p:nvCxnSpPr>
        <p:spPr>
          <a:xfrm xmlns:a="http://schemas.openxmlformats.org/drawingml/2006/main" flipH="0" flipV="1">
            <a:off x="2644265" y="4205957"/>
            <a:ext cx="34887" cy="15478"/>
          </a:xfrm>
          <a:prstGeom xmlns:a="http://schemas.openxmlformats.org/drawingml/2006/main" prst="straightConnector1">
            <a:avLst/>
          </a:prstGeom>
          <a:ln xmlns:a="http://schemas.openxmlformats.org/drawingml/2006/main" w="6191">
            <a:solidFill>
              <a:srgbClr val="CBD1D5"/>
            </a:solidFill>
            <a:prstDash val="solid"/>
          </a:ln>
        </p:spPr>
      </p:cxnSp>
      <p:cxnSp>
        <p:nvCxnSpPr>
          <p:cNvPr id="39" name="">
            <a:extLst xmlns:a="http://schemas.openxmlformats.org/drawingml/2006/main">
              <a:ext uri="{FF2B5EF4-FFF2-40B4-BE49-F238E27FC236}">
                <a16:creationId xmlns:a16="http://schemas.microsoft.com/office/drawing/2014/main" id="{869F603F-8698-4EBF-BCFA-9742D2F71646}"/>
              </a:ext>
            </a:extLst>
          </p:cNvPr>
          <p:cNvCxnSpPr/>
          <p:nvPr/>
        </p:nvCxnSpPr>
        <p:spPr>
          <a:xfrm xmlns:a="http://schemas.openxmlformats.org/drawingml/2006/main" flipH="0" flipV="1">
            <a:off x="2679152" y="4100892"/>
            <a:ext cx="236218" cy="105065"/>
          </a:xfrm>
          <a:prstGeom xmlns:a="http://schemas.openxmlformats.org/drawingml/2006/main" prst="straightConnector1">
            <a:avLst/>
          </a:prstGeom>
          <a:ln xmlns:a="http://schemas.openxmlformats.org/drawingml/2006/main" w="6191">
            <a:solidFill>
              <a:srgbClr val="CBD1D5"/>
            </a:solidFill>
            <a:prstDash val="solid"/>
          </a:ln>
        </p:spPr>
      </p:cxnSp>
      <p:cxnSp>
        <p:nvCxnSpPr>
          <p:cNvPr id="40" name="">
            <a:extLst xmlns:a="http://schemas.openxmlformats.org/drawingml/2006/main">
              <a:ext uri="{FF2B5EF4-FFF2-40B4-BE49-F238E27FC236}">
                <a16:creationId xmlns:a16="http://schemas.microsoft.com/office/drawing/2014/main" id="{01DD9C16-784E-46DA-A92C-0C53341FF81D}"/>
              </a:ext>
            </a:extLst>
          </p:cNvPr>
          <p:cNvCxnSpPr/>
          <p:nvPr/>
        </p:nvCxnSpPr>
        <p:spPr>
          <a:xfrm xmlns:a="http://schemas.openxmlformats.org/drawingml/2006/main" flipH="1" flipV="1">
            <a:off x="2410331" y="4261773"/>
            <a:ext cx="54821" cy="48311"/>
          </a:xfrm>
          <a:prstGeom xmlns:a="http://schemas.openxmlformats.org/drawingml/2006/main" prst="straightConnector1">
            <a:avLst/>
          </a:prstGeom>
          <a:ln xmlns:a="http://schemas.openxmlformats.org/drawingml/2006/main" w="6191">
            <a:solidFill>
              <a:srgbClr val="CBD1D5"/>
            </a:solidFill>
            <a:prstDash val="solid"/>
          </a:ln>
        </p:spPr>
      </p:cxnSp>
      <p:cxnSp>
        <p:nvCxnSpPr>
          <p:cNvPr id="41" name="">
            <a:extLst xmlns:a="http://schemas.openxmlformats.org/drawingml/2006/main">
              <a:ext uri="{FF2B5EF4-FFF2-40B4-BE49-F238E27FC236}">
                <a16:creationId xmlns:a16="http://schemas.microsoft.com/office/drawing/2014/main" id="{CBB21F48-AA22-4DA3-A4D4-C605B9E541BF}"/>
              </a:ext>
            </a:extLst>
          </p:cNvPr>
          <p:cNvCxnSpPr/>
          <p:nvPr/>
        </p:nvCxnSpPr>
        <p:spPr>
          <a:xfrm xmlns:a="http://schemas.openxmlformats.org/drawingml/2006/main" flipH="1" flipV="1">
            <a:off x="2266748" y="4174297"/>
            <a:ext cx="143583" cy="87476"/>
          </a:xfrm>
          <a:prstGeom xmlns:a="http://schemas.openxmlformats.org/drawingml/2006/main" prst="straightConnector1">
            <a:avLst/>
          </a:prstGeom>
          <a:ln xmlns:a="http://schemas.openxmlformats.org/drawingml/2006/main" w="6191">
            <a:solidFill>
              <a:srgbClr val="CBD1D5"/>
            </a:solidFill>
            <a:prstDash val="solid"/>
          </a:ln>
        </p:spPr>
      </p:cxnSp>
      <p:cxnSp>
        <p:nvCxnSpPr>
          <p:cNvPr id="42" name="">
            <a:extLst xmlns:a="http://schemas.openxmlformats.org/drawingml/2006/main">
              <a:ext uri="{FF2B5EF4-FFF2-40B4-BE49-F238E27FC236}">
                <a16:creationId xmlns:a16="http://schemas.microsoft.com/office/drawing/2014/main" id="{FC0E1DAB-141C-4690-824A-F2B4550ED02C}"/>
              </a:ext>
            </a:extLst>
          </p:cNvPr>
          <p:cNvCxnSpPr/>
          <p:nvPr/>
        </p:nvCxnSpPr>
        <p:spPr>
          <a:xfrm xmlns:a="http://schemas.openxmlformats.org/drawingml/2006/main" flipH="1" flipV="1">
            <a:off x="2156876" y="4114025"/>
            <a:ext cx="109873" cy="60272"/>
          </a:xfrm>
          <a:prstGeom xmlns:a="http://schemas.openxmlformats.org/drawingml/2006/main" prst="straightConnector1">
            <a:avLst/>
          </a:prstGeom>
          <a:ln xmlns:a="http://schemas.openxmlformats.org/drawingml/2006/main" w="6191">
            <a:solidFill>
              <a:srgbClr val="CBD1D5"/>
            </a:solidFill>
            <a:prstDash val="solid"/>
          </a:ln>
        </p:spPr>
      </p:cxnSp>
      <p:cxnSp>
        <p:nvCxnSpPr>
          <p:cNvPr id="43" name="">
            <a:extLst xmlns:a="http://schemas.openxmlformats.org/drawingml/2006/main">
              <a:ext uri="{FF2B5EF4-FFF2-40B4-BE49-F238E27FC236}">
                <a16:creationId xmlns:a16="http://schemas.microsoft.com/office/drawing/2014/main" id="{4ADA63E0-DE55-438C-AD2F-1F20E80A9DE6}"/>
              </a:ext>
            </a:extLst>
          </p:cNvPr>
          <p:cNvCxnSpPr/>
          <p:nvPr/>
        </p:nvCxnSpPr>
        <p:spPr>
          <a:xfrm xmlns:a="http://schemas.openxmlformats.org/drawingml/2006/main" flipH="1" flipV="1">
            <a:off x="1892628" y="3998876"/>
            <a:ext cx="264248" cy="115149"/>
          </a:xfrm>
          <a:prstGeom xmlns:a="http://schemas.openxmlformats.org/drawingml/2006/main" prst="straightConnector1">
            <a:avLst/>
          </a:prstGeom>
          <a:ln xmlns:a="http://schemas.openxmlformats.org/drawingml/2006/main" w="6191">
            <a:solidFill>
              <a:srgbClr val="CBD1D5"/>
            </a:solidFill>
            <a:prstDash val="solid"/>
          </a:ln>
        </p:spPr>
      </p:cxnSp>
      <p:cxnSp>
        <p:nvCxnSpPr>
          <p:cNvPr id="44" name="">
            <a:extLst xmlns:a="http://schemas.openxmlformats.org/drawingml/2006/main">
              <a:ext uri="{FF2B5EF4-FFF2-40B4-BE49-F238E27FC236}">
                <a16:creationId xmlns:a16="http://schemas.microsoft.com/office/drawing/2014/main" id="{F995ACD9-FA66-48BA-86E6-E718DE2463A0}"/>
              </a:ext>
            </a:extLst>
          </p:cNvPr>
          <p:cNvCxnSpPr/>
          <p:nvPr/>
        </p:nvCxnSpPr>
        <p:spPr>
          <a:xfrm xmlns:a="http://schemas.openxmlformats.org/drawingml/2006/main" flipH="1" flipV="1">
            <a:off x="1823153" y="3969561"/>
            <a:ext cx="69474" cy="29315"/>
          </a:xfrm>
          <a:prstGeom xmlns:a="http://schemas.openxmlformats.org/drawingml/2006/main" prst="straightConnector1">
            <a:avLst/>
          </a:prstGeom>
          <a:ln xmlns:a="http://schemas.openxmlformats.org/drawingml/2006/main" w="6191">
            <a:solidFill>
              <a:srgbClr val="CBD1D5"/>
            </a:solidFill>
            <a:prstDash val="solid"/>
          </a:ln>
        </p:spPr>
      </p:cxnSp>
      <p:cxnSp>
        <p:nvCxnSpPr>
          <p:cNvPr id="45" name="">
            <a:extLst xmlns:a="http://schemas.openxmlformats.org/drawingml/2006/main">
              <a:ext uri="{FF2B5EF4-FFF2-40B4-BE49-F238E27FC236}">
                <a16:creationId xmlns:a16="http://schemas.microsoft.com/office/drawing/2014/main" id="{26ECFD83-26AC-40AE-941B-2C2727224705}"/>
              </a:ext>
            </a:extLst>
          </p:cNvPr>
          <p:cNvCxnSpPr/>
          <p:nvPr/>
        </p:nvCxnSpPr>
        <p:spPr>
          <a:xfrm xmlns:a="http://schemas.openxmlformats.org/drawingml/2006/main" flipH="0" flipV="1">
            <a:off x="1823153" y="3735509"/>
            <a:ext cx="86008" cy="234051"/>
          </a:xfrm>
          <a:prstGeom xmlns:a="http://schemas.openxmlformats.org/drawingml/2006/main" prst="straightConnector1">
            <a:avLst/>
          </a:prstGeom>
          <a:ln xmlns:a="http://schemas.openxmlformats.org/drawingml/2006/main" w="6191">
            <a:solidFill>
              <a:srgbClr val="CBD1D5"/>
            </a:solidFill>
            <a:prstDash val="solid"/>
          </a:ln>
        </p:spPr>
      </p:cxnSp>
      <p:cxnSp>
        <p:nvCxnSpPr>
          <p:cNvPr id="46" name="">
            <a:extLst xmlns:a="http://schemas.openxmlformats.org/drawingml/2006/main">
              <a:ext uri="{FF2B5EF4-FFF2-40B4-BE49-F238E27FC236}">
                <a16:creationId xmlns:a16="http://schemas.microsoft.com/office/drawing/2014/main" id="{1BA8868B-6FDE-4BFA-8AD2-5084E3A0EBE2}"/>
              </a:ext>
            </a:extLst>
          </p:cNvPr>
          <p:cNvCxnSpPr/>
          <p:nvPr/>
        </p:nvCxnSpPr>
        <p:spPr>
          <a:xfrm xmlns:a="http://schemas.openxmlformats.org/drawingml/2006/main" flipH="1" flipV="0">
            <a:off x="1903594" y="4315244"/>
            <a:ext cx="19700" cy="469"/>
          </a:xfrm>
          <a:prstGeom xmlns:a="http://schemas.openxmlformats.org/drawingml/2006/main" prst="straightConnector1">
            <a:avLst/>
          </a:prstGeom>
          <a:ln xmlns:a="http://schemas.openxmlformats.org/drawingml/2006/main" w="6191">
            <a:solidFill>
              <a:srgbClr val="CBD1D5"/>
            </a:solidFill>
            <a:prstDash val="solid"/>
          </a:ln>
        </p:spPr>
      </p:cxnSp>
      <p:cxnSp>
        <p:nvCxnSpPr>
          <p:cNvPr id="47" name="">
            <a:extLst xmlns:a="http://schemas.openxmlformats.org/drawingml/2006/main">
              <a:ext uri="{FF2B5EF4-FFF2-40B4-BE49-F238E27FC236}">
                <a16:creationId xmlns:a16="http://schemas.microsoft.com/office/drawing/2014/main" id="{03C63A10-A70B-4B2E-A065-BE8E7EAFFC14}"/>
              </a:ext>
            </a:extLst>
          </p:cNvPr>
          <p:cNvCxnSpPr/>
          <p:nvPr/>
        </p:nvCxnSpPr>
        <p:spPr>
          <a:xfrm xmlns:a="http://schemas.openxmlformats.org/drawingml/2006/main" flipH="1" flipV="0">
            <a:off x="1884832" y="4315713"/>
            <a:ext cx="18762" cy="40572"/>
          </a:xfrm>
          <a:prstGeom xmlns:a="http://schemas.openxmlformats.org/drawingml/2006/main" prst="straightConnector1">
            <a:avLst/>
          </a:prstGeom>
          <a:ln xmlns:a="http://schemas.openxmlformats.org/drawingml/2006/main" w="6191">
            <a:solidFill>
              <a:srgbClr val="CBD1D5"/>
            </a:solidFill>
            <a:prstDash val="solid"/>
          </a:ln>
        </p:spPr>
      </p:cxnSp>
      <p:cxnSp>
        <p:nvCxnSpPr>
          <p:cNvPr id="48" name="">
            <a:extLst xmlns:a="http://schemas.openxmlformats.org/drawingml/2006/main">
              <a:ext uri="{FF2B5EF4-FFF2-40B4-BE49-F238E27FC236}">
                <a16:creationId xmlns:a16="http://schemas.microsoft.com/office/drawing/2014/main" id="{C3C246A6-DBE0-4EF0-ABB7-36BA6E9C6A64}"/>
              </a:ext>
            </a:extLst>
          </p:cNvPr>
          <p:cNvCxnSpPr/>
          <p:nvPr/>
        </p:nvCxnSpPr>
        <p:spPr>
          <a:xfrm xmlns:a="http://schemas.openxmlformats.org/drawingml/2006/main" flipH="1" flipV="0">
            <a:off x="1874044" y="4356285"/>
            <a:ext cx="10788" cy="4690"/>
          </a:xfrm>
          <a:prstGeom xmlns:a="http://schemas.openxmlformats.org/drawingml/2006/main" prst="straightConnector1">
            <a:avLst/>
          </a:prstGeom>
          <a:ln xmlns:a="http://schemas.openxmlformats.org/drawingml/2006/main" w="6191">
            <a:solidFill>
              <a:srgbClr val="CBD1D5"/>
            </a:solidFill>
            <a:prstDash val="solid"/>
          </a:ln>
        </p:spPr>
      </p:cxnSp>
      <p:cxnSp>
        <p:nvCxnSpPr>
          <p:cNvPr id="49" name="">
            <a:extLst xmlns:a="http://schemas.openxmlformats.org/drawingml/2006/main">
              <a:ext uri="{FF2B5EF4-FFF2-40B4-BE49-F238E27FC236}">
                <a16:creationId xmlns:a16="http://schemas.microsoft.com/office/drawing/2014/main" id="{C474B0D9-0722-4932-9F1B-FCB48B4D9D48}"/>
              </a:ext>
            </a:extLst>
          </p:cNvPr>
          <p:cNvCxnSpPr/>
          <p:nvPr/>
        </p:nvCxnSpPr>
        <p:spPr>
          <a:xfrm xmlns:a="http://schemas.openxmlformats.org/drawingml/2006/main" flipH="1" flipV="0">
            <a:off x="1845902" y="4360975"/>
            <a:ext cx="28142" cy="68714"/>
          </a:xfrm>
          <a:prstGeom xmlns:a="http://schemas.openxmlformats.org/drawingml/2006/main" prst="straightConnector1">
            <a:avLst/>
          </a:prstGeom>
          <a:ln xmlns:a="http://schemas.openxmlformats.org/drawingml/2006/main" w="6191">
            <a:solidFill>
              <a:srgbClr val="CBD1D5"/>
            </a:solidFill>
            <a:prstDash val="solid"/>
          </a:ln>
        </p:spPr>
      </p:cxnSp>
      <p:cxnSp>
        <p:nvCxnSpPr>
          <p:cNvPr id="50" name="">
            <a:extLst xmlns:a="http://schemas.openxmlformats.org/drawingml/2006/main">
              <a:ext uri="{FF2B5EF4-FFF2-40B4-BE49-F238E27FC236}">
                <a16:creationId xmlns:a16="http://schemas.microsoft.com/office/drawing/2014/main" id="{51CF60A2-CED8-41F9-839F-BEB344A8218B}"/>
              </a:ext>
            </a:extLst>
          </p:cNvPr>
          <p:cNvCxnSpPr/>
          <p:nvPr/>
        </p:nvCxnSpPr>
        <p:spPr>
          <a:xfrm xmlns:a="http://schemas.openxmlformats.org/drawingml/2006/main" flipH="0" flipV="0">
            <a:off x="1845902" y="4429690"/>
            <a:ext cx="42565" cy="14071"/>
          </a:xfrm>
          <a:prstGeom xmlns:a="http://schemas.openxmlformats.org/drawingml/2006/main" prst="straightConnector1">
            <a:avLst/>
          </a:prstGeom>
          <a:ln xmlns:a="http://schemas.openxmlformats.org/drawingml/2006/main" w="6191">
            <a:solidFill>
              <a:srgbClr val="CBD1D5"/>
            </a:solidFill>
            <a:prstDash val="solid"/>
          </a:ln>
        </p:spPr>
      </p:cxnSp>
      <p:cxnSp>
        <p:nvCxnSpPr>
          <p:cNvPr id="51" name="">
            <a:extLst xmlns:a="http://schemas.openxmlformats.org/drawingml/2006/main">
              <a:ext uri="{FF2B5EF4-FFF2-40B4-BE49-F238E27FC236}">
                <a16:creationId xmlns:a16="http://schemas.microsoft.com/office/drawing/2014/main" id="{2B079B95-A169-4E45-8BAA-20D3C7420FD0}"/>
              </a:ext>
            </a:extLst>
          </p:cNvPr>
          <p:cNvCxnSpPr/>
          <p:nvPr/>
        </p:nvCxnSpPr>
        <p:spPr>
          <a:xfrm xmlns:a="http://schemas.openxmlformats.org/drawingml/2006/main" flipH="0" flipV="0">
            <a:off x="1888467" y="4443761"/>
            <a:ext cx="19700" cy="15244"/>
          </a:xfrm>
          <a:prstGeom xmlns:a="http://schemas.openxmlformats.org/drawingml/2006/main" prst="straightConnector1">
            <a:avLst/>
          </a:prstGeom>
          <a:ln xmlns:a="http://schemas.openxmlformats.org/drawingml/2006/main" w="6191">
            <a:solidFill>
              <a:srgbClr val="CBD1D5"/>
            </a:solidFill>
            <a:prstDash val="solid"/>
          </a:ln>
        </p:spPr>
      </p:cxnSp>
      <p:cxnSp>
        <p:nvCxnSpPr>
          <p:cNvPr id="52" name="">
            <a:extLst xmlns:a="http://schemas.openxmlformats.org/drawingml/2006/main">
              <a:ext uri="{FF2B5EF4-FFF2-40B4-BE49-F238E27FC236}">
                <a16:creationId xmlns:a16="http://schemas.microsoft.com/office/drawing/2014/main" id="{90CFFB90-0529-4CDA-92FA-31818EF9800C}"/>
              </a:ext>
            </a:extLst>
          </p:cNvPr>
          <p:cNvCxnSpPr/>
          <p:nvPr/>
        </p:nvCxnSpPr>
        <p:spPr>
          <a:xfrm xmlns:a="http://schemas.openxmlformats.org/drawingml/2006/main" flipH="0" flipV="0">
            <a:off x="1908167" y="4459005"/>
            <a:ext cx="20872" cy="3283"/>
          </a:xfrm>
          <a:prstGeom xmlns:a="http://schemas.openxmlformats.org/drawingml/2006/main" prst="straightConnector1">
            <a:avLst/>
          </a:prstGeom>
          <a:ln xmlns:a="http://schemas.openxmlformats.org/drawingml/2006/main" w="6191">
            <a:solidFill>
              <a:srgbClr val="CBD1D5"/>
            </a:solidFill>
            <a:prstDash val="solid"/>
          </a:ln>
        </p:spPr>
      </p:cxnSp>
      <p:cxnSp>
        <p:nvCxnSpPr>
          <p:cNvPr id="53" name="">
            <a:extLst xmlns:a="http://schemas.openxmlformats.org/drawingml/2006/main">
              <a:ext uri="{FF2B5EF4-FFF2-40B4-BE49-F238E27FC236}">
                <a16:creationId xmlns:a16="http://schemas.microsoft.com/office/drawing/2014/main" id="{8136A15D-86A5-426A-9480-03175B7453B8}"/>
              </a:ext>
            </a:extLst>
          </p:cNvPr>
          <p:cNvCxnSpPr/>
          <p:nvPr/>
        </p:nvCxnSpPr>
        <p:spPr>
          <a:xfrm xmlns:a="http://schemas.openxmlformats.org/drawingml/2006/main" flipH="0" flipV="0">
            <a:off x="1929039" y="4462288"/>
            <a:ext cx="48780" cy="34474"/>
          </a:xfrm>
          <a:prstGeom xmlns:a="http://schemas.openxmlformats.org/drawingml/2006/main" prst="straightConnector1">
            <a:avLst/>
          </a:prstGeom>
          <a:ln xmlns:a="http://schemas.openxmlformats.org/drawingml/2006/main" w="6191">
            <a:solidFill>
              <a:srgbClr val="CBD1D5"/>
            </a:solidFill>
            <a:prstDash val="solid"/>
          </a:ln>
        </p:spPr>
      </p:cxnSp>
      <p:cxnSp>
        <p:nvCxnSpPr>
          <p:cNvPr id="54" name="">
            <a:extLst xmlns:a="http://schemas.openxmlformats.org/drawingml/2006/main">
              <a:ext uri="{FF2B5EF4-FFF2-40B4-BE49-F238E27FC236}">
                <a16:creationId xmlns:a16="http://schemas.microsoft.com/office/drawing/2014/main" id="{4D0A74DD-1759-4CE8-BF65-22170BA23A1A}"/>
              </a:ext>
            </a:extLst>
          </p:cNvPr>
          <p:cNvCxnSpPr/>
          <p:nvPr/>
        </p:nvCxnSpPr>
        <p:spPr>
          <a:xfrm xmlns:a="http://schemas.openxmlformats.org/drawingml/2006/main" flipH="1" flipV="0">
            <a:off x="1977289" y="4496762"/>
            <a:ext cx="530" cy="26501"/>
          </a:xfrm>
          <a:prstGeom xmlns:a="http://schemas.openxmlformats.org/drawingml/2006/main" prst="straightConnector1">
            <a:avLst/>
          </a:prstGeom>
          <a:ln xmlns:a="http://schemas.openxmlformats.org/drawingml/2006/main" w="6191">
            <a:solidFill>
              <a:srgbClr val="CBD1D5"/>
            </a:solidFill>
            <a:prstDash val="solid"/>
          </a:ln>
        </p:spPr>
      </p:cxnSp>
      <p:cxnSp>
        <p:nvCxnSpPr>
          <p:cNvPr id="55" name="">
            <a:extLst xmlns:a="http://schemas.openxmlformats.org/drawingml/2006/main">
              <a:ext uri="{FF2B5EF4-FFF2-40B4-BE49-F238E27FC236}">
                <a16:creationId xmlns:a16="http://schemas.microsoft.com/office/drawing/2014/main" id="{03644217-32C1-4792-AB57-D9363D778287}"/>
              </a:ext>
            </a:extLst>
          </p:cNvPr>
          <p:cNvCxnSpPr/>
          <p:nvPr/>
        </p:nvCxnSpPr>
        <p:spPr>
          <a:xfrm xmlns:a="http://schemas.openxmlformats.org/drawingml/2006/main" flipH="1" flipV="0">
            <a:off x="1939649" y="4523263"/>
            <a:ext cx="37641" cy="76219"/>
          </a:xfrm>
          <a:prstGeom xmlns:a="http://schemas.openxmlformats.org/drawingml/2006/main" prst="straightConnector1">
            <a:avLst/>
          </a:prstGeom>
          <a:ln xmlns:a="http://schemas.openxmlformats.org/drawingml/2006/main" w="6191">
            <a:solidFill>
              <a:srgbClr val="CBD1D5"/>
            </a:solidFill>
            <a:prstDash val="solid"/>
          </a:ln>
        </p:spPr>
      </p:cxnSp>
      <p:cxnSp>
        <p:nvCxnSpPr>
          <p:cNvPr id="56" name="">
            <a:extLst xmlns:a="http://schemas.openxmlformats.org/drawingml/2006/main">
              <a:ext uri="{FF2B5EF4-FFF2-40B4-BE49-F238E27FC236}">
                <a16:creationId xmlns:a16="http://schemas.microsoft.com/office/drawing/2014/main" id="{8AA010D4-A40D-459B-8DA7-BF6B13944AA2}"/>
              </a:ext>
            </a:extLst>
          </p:cNvPr>
          <p:cNvCxnSpPr/>
          <p:nvPr/>
        </p:nvCxnSpPr>
        <p:spPr>
          <a:xfrm xmlns:a="http://schemas.openxmlformats.org/drawingml/2006/main" flipH="0" flipV="0">
            <a:off x="1939649" y="4599482"/>
            <a:ext cx="92049" cy="48077"/>
          </a:xfrm>
          <a:prstGeom xmlns:a="http://schemas.openxmlformats.org/drawingml/2006/main" prst="straightConnector1">
            <a:avLst/>
          </a:prstGeom>
          <a:ln xmlns:a="http://schemas.openxmlformats.org/drawingml/2006/main" w="6191">
            <a:solidFill>
              <a:srgbClr val="CBD1D5"/>
            </a:solidFill>
            <a:prstDash val="solid"/>
          </a:ln>
        </p:spPr>
      </p:cxnSp>
      <p:cxnSp>
        <p:nvCxnSpPr>
          <p:cNvPr id="57" name="">
            <a:extLst xmlns:a="http://schemas.openxmlformats.org/drawingml/2006/main">
              <a:ext uri="{FF2B5EF4-FFF2-40B4-BE49-F238E27FC236}">
                <a16:creationId xmlns:a16="http://schemas.microsoft.com/office/drawing/2014/main" id="{FA2F52EB-7D69-49B8-81E5-DDEEBCA78158}"/>
              </a:ext>
            </a:extLst>
          </p:cNvPr>
          <p:cNvCxnSpPr/>
          <p:nvPr/>
        </p:nvCxnSpPr>
        <p:spPr>
          <a:xfrm xmlns:a="http://schemas.openxmlformats.org/drawingml/2006/main" flipH="1" flipV="0">
            <a:off x="2025249" y="4647559"/>
            <a:ext cx="6449" cy="31191"/>
          </a:xfrm>
          <a:prstGeom xmlns:a="http://schemas.openxmlformats.org/drawingml/2006/main" prst="straightConnector1">
            <a:avLst/>
          </a:prstGeom>
          <a:ln xmlns:a="http://schemas.openxmlformats.org/drawingml/2006/main" w="6191">
            <a:solidFill>
              <a:srgbClr val="CBD1D5"/>
            </a:solidFill>
            <a:prstDash val="solid"/>
          </a:ln>
        </p:spPr>
      </p:cxnSp>
      <p:cxnSp>
        <p:nvCxnSpPr>
          <p:cNvPr id="58" name="">
            <a:extLst xmlns:a="http://schemas.openxmlformats.org/drawingml/2006/main">
              <a:ext uri="{FF2B5EF4-FFF2-40B4-BE49-F238E27FC236}">
                <a16:creationId xmlns:a16="http://schemas.microsoft.com/office/drawing/2014/main" id="{8F0D151E-5B61-441B-A932-89715D5E42C0}"/>
              </a:ext>
            </a:extLst>
          </p:cNvPr>
          <p:cNvCxnSpPr/>
          <p:nvPr/>
        </p:nvCxnSpPr>
        <p:spPr>
          <a:xfrm xmlns:a="http://schemas.openxmlformats.org/drawingml/2006/main" flipH="1" flipV="0">
            <a:off x="2019269" y="4678750"/>
            <a:ext cx="5980" cy="15713"/>
          </a:xfrm>
          <a:prstGeom xmlns:a="http://schemas.openxmlformats.org/drawingml/2006/main" prst="straightConnector1">
            <a:avLst/>
          </a:prstGeom>
          <a:ln xmlns:a="http://schemas.openxmlformats.org/drawingml/2006/main" w="6191">
            <a:solidFill>
              <a:srgbClr val="CBD1D5"/>
            </a:solidFill>
            <a:prstDash val="solid"/>
          </a:ln>
        </p:spPr>
      </p:cxnSp>
      <p:cxnSp>
        <p:nvCxnSpPr>
          <p:cNvPr id="59" name="">
            <a:extLst xmlns:a="http://schemas.openxmlformats.org/drawingml/2006/main">
              <a:ext uri="{FF2B5EF4-FFF2-40B4-BE49-F238E27FC236}">
                <a16:creationId xmlns:a16="http://schemas.microsoft.com/office/drawing/2014/main" id="{A224E997-D877-4E60-9C81-1263E90549D8}"/>
              </a:ext>
            </a:extLst>
          </p:cNvPr>
          <p:cNvCxnSpPr/>
          <p:nvPr/>
        </p:nvCxnSpPr>
        <p:spPr>
          <a:xfrm xmlns:a="http://schemas.openxmlformats.org/drawingml/2006/main" flipH="0" flipV="0">
            <a:off x="2019269" y="4694463"/>
            <a:ext cx="103953" cy="46670"/>
          </a:xfrm>
          <a:prstGeom xmlns:a="http://schemas.openxmlformats.org/drawingml/2006/main" prst="straightConnector1">
            <a:avLst/>
          </a:prstGeom>
          <a:ln xmlns:a="http://schemas.openxmlformats.org/drawingml/2006/main" w="6191">
            <a:solidFill>
              <a:srgbClr val="CBD1D5"/>
            </a:solidFill>
            <a:prstDash val="solid"/>
          </a:ln>
        </p:spPr>
      </p:cxnSp>
      <p:cxnSp>
        <p:nvCxnSpPr>
          <p:cNvPr id="60" name="">
            <a:extLst xmlns:a="http://schemas.openxmlformats.org/drawingml/2006/main">
              <a:ext uri="{FF2B5EF4-FFF2-40B4-BE49-F238E27FC236}">
                <a16:creationId xmlns:a16="http://schemas.microsoft.com/office/drawing/2014/main" id="{6627AFA1-E2A3-4B07-A8E5-C7FD18603DF1}"/>
              </a:ext>
            </a:extLst>
          </p:cNvPr>
          <p:cNvCxnSpPr/>
          <p:nvPr/>
        </p:nvCxnSpPr>
        <p:spPr>
          <a:xfrm xmlns:a="http://schemas.openxmlformats.org/drawingml/2006/main" flipH="0" flipV="1">
            <a:off x="2123222" y="4709941"/>
            <a:ext cx="11374" cy="31191"/>
          </a:xfrm>
          <a:prstGeom xmlns:a="http://schemas.openxmlformats.org/drawingml/2006/main" prst="straightConnector1">
            <a:avLst/>
          </a:prstGeom>
          <a:ln xmlns:a="http://schemas.openxmlformats.org/drawingml/2006/main" w="6191">
            <a:solidFill>
              <a:srgbClr val="CBD1D5"/>
            </a:solidFill>
            <a:prstDash val="solid"/>
          </a:ln>
        </p:spPr>
      </p:cxnSp>
      <p:cxnSp>
        <p:nvCxnSpPr>
          <p:cNvPr id="61" name="">
            <a:extLst xmlns:a="http://schemas.openxmlformats.org/drawingml/2006/main">
              <a:ext uri="{FF2B5EF4-FFF2-40B4-BE49-F238E27FC236}">
                <a16:creationId xmlns:a16="http://schemas.microsoft.com/office/drawing/2014/main" id="{BE22B390-410A-43D2-B7A7-A72BBCADA963}"/>
              </a:ext>
            </a:extLst>
          </p:cNvPr>
          <p:cNvCxnSpPr/>
          <p:nvPr/>
        </p:nvCxnSpPr>
        <p:spPr>
          <a:xfrm xmlns:a="http://schemas.openxmlformats.org/drawingml/2006/main" flipH="0" flipV="0">
            <a:off x="2134596" y="4709941"/>
            <a:ext cx="46140" cy="26266"/>
          </a:xfrm>
          <a:prstGeom xmlns:a="http://schemas.openxmlformats.org/drawingml/2006/main" prst="straightConnector1">
            <a:avLst/>
          </a:prstGeom>
          <a:ln xmlns:a="http://schemas.openxmlformats.org/drawingml/2006/main" w="6191">
            <a:solidFill>
              <a:srgbClr val="CBD1D5"/>
            </a:solidFill>
            <a:prstDash val="solid"/>
          </a:ln>
        </p:spPr>
      </p:cxnSp>
      <p:cxnSp>
        <p:nvCxnSpPr>
          <p:cNvPr id="62" name="">
            <a:extLst xmlns:a="http://schemas.openxmlformats.org/drawingml/2006/main">
              <a:ext uri="{FF2B5EF4-FFF2-40B4-BE49-F238E27FC236}">
                <a16:creationId xmlns:a16="http://schemas.microsoft.com/office/drawing/2014/main" id="{F7533631-1E78-41DE-98FF-3CFF966788DE}"/>
              </a:ext>
            </a:extLst>
          </p:cNvPr>
          <p:cNvCxnSpPr/>
          <p:nvPr/>
        </p:nvCxnSpPr>
        <p:spPr>
          <a:xfrm xmlns:a="http://schemas.openxmlformats.org/drawingml/2006/main" flipH="0" flipV="1">
            <a:off x="2180736" y="4694229"/>
            <a:ext cx="26266" cy="41979"/>
          </a:xfrm>
          <a:prstGeom xmlns:a="http://schemas.openxmlformats.org/drawingml/2006/main" prst="straightConnector1">
            <a:avLst/>
          </a:prstGeom>
          <a:ln xmlns:a="http://schemas.openxmlformats.org/drawingml/2006/main" w="6191">
            <a:solidFill>
              <a:srgbClr val="CBD1D5"/>
            </a:solidFill>
            <a:prstDash val="solid"/>
          </a:ln>
        </p:spPr>
      </p:cxnSp>
      <p:cxnSp>
        <p:nvCxnSpPr>
          <p:cNvPr id="63" name="">
            <a:extLst xmlns:a="http://schemas.openxmlformats.org/drawingml/2006/main">
              <a:ext uri="{FF2B5EF4-FFF2-40B4-BE49-F238E27FC236}">
                <a16:creationId xmlns:a16="http://schemas.microsoft.com/office/drawing/2014/main" id="{D810DF7C-84E0-44FE-B1AB-073A5D612BB5}"/>
              </a:ext>
            </a:extLst>
          </p:cNvPr>
          <p:cNvCxnSpPr/>
          <p:nvPr/>
        </p:nvCxnSpPr>
        <p:spPr>
          <a:xfrm xmlns:a="http://schemas.openxmlformats.org/drawingml/2006/main" flipH="0" flipV="0">
            <a:off x="2207002" y="4694229"/>
            <a:ext cx="80736" cy="47373"/>
          </a:xfrm>
          <a:prstGeom xmlns:a="http://schemas.openxmlformats.org/drawingml/2006/main" prst="straightConnector1">
            <a:avLst/>
          </a:prstGeom>
          <a:ln xmlns:a="http://schemas.openxmlformats.org/drawingml/2006/main" w="6191">
            <a:solidFill>
              <a:srgbClr val="CBD1D5"/>
            </a:solidFill>
            <a:prstDash val="solid"/>
          </a:ln>
        </p:spPr>
      </p:cxnSp>
      <p:cxnSp>
        <p:nvCxnSpPr>
          <p:cNvPr id="64" name="">
            <a:extLst xmlns:a="http://schemas.openxmlformats.org/drawingml/2006/main">
              <a:ext uri="{FF2B5EF4-FFF2-40B4-BE49-F238E27FC236}">
                <a16:creationId xmlns:a16="http://schemas.microsoft.com/office/drawing/2014/main" id="{0BFE356B-3AE3-4BD7-A4B8-5EBD2665FBD8}"/>
              </a:ext>
            </a:extLst>
          </p:cNvPr>
          <p:cNvCxnSpPr/>
          <p:nvPr/>
        </p:nvCxnSpPr>
        <p:spPr>
          <a:xfrm xmlns:a="http://schemas.openxmlformats.org/drawingml/2006/main" flipH="0" flipV="0">
            <a:off x="2287738" y="4741602"/>
            <a:ext cx="82668" cy="19465"/>
          </a:xfrm>
          <a:prstGeom xmlns:a="http://schemas.openxmlformats.org/drawingml/2006/main" prst="straightConnector1">
            <a:avLst/>
          </a:prstGeom>
          <a:ln xmlns:a="http://schemas.openxmlformats.org/drawingml/2006/main" w="6191">
            <a:solidFill>
              <a:srgbClr val="CBD1D5"/>
            </a:solidFill>
            <a:prstDash val="solid"/>
          </a:ln>
        </p:spPr>
      </p:cxnSp>
      <p:cxnSp>
        <p:nvCxnSpPr>
          <p:cNvPr id="65" name="">
            <a:extLst xmlns:a="http://schemas.openxmlformats.org/drawingml/2006/main">
              <a:ext uri="{FF2B5EF4-FFF2-40B4-BE49-F238E27FC236}">
                <a16:creationId xmlns:a16="http://schemas.microsoft.com/office/drawing/2014/main" id="{D247D8CB-2AA3-482A-A85D-F84FF7F4023D}"/>
              </a:ext>
            </a:extLst>
          </p:cNvPr>
          <p:cNvCxnSpPr/>
          <p:nvPr/>
        </p:nvCxnSpPr>
        <p:spPr>
          <a:xfrm xmlns:a="http://schemas.openxmlformats.org/drawingml/2006/main" flipH="0" flipV="0">
            <a:off x="2370406" y="4761067"/>
            <a:ext cx="131739" cy="32833"/>
          </a:xfrm>
          <a:prstGeom xmlns:a="http://schemas.openxmlformats.org/drawingml/2006/main" prst="straightConnector1">
            <a:avLst/>
          </a:prstGeom>
          <a:ln xmlns:a="http://schemas.openxmlformats.org/drawingml/2006/main" w="6191">
            <a:solidFill>
              <a:srgbClr val="CBD1D5"/>
            </a:solidFill>
            <a:prstDash val="solid"/>
          </a:ln>
        </p:spPr>
      </p:cxnSp>
      <p:cxnSp>
        <p:nvCxnSpPr>
          <p:cNvPr id="66" name="">
            <a:extLst xmlns:a="http://schemas.openxmlformats.org/drawingml/2006/main">
              <a:ext uri="{FF2B5EF4-FFF2-40B4-BE49-F238E27FC236}">
                <a16:creationId xmlns:a16="http://schemas.microsoft.com/office/drawing/2014/main" id="{ECD1D797-BF68-42EE-88FE-91911A72DFB1}"/>
              </a:ext>
            </a:extLst>
          </p:cNvPr>
          <p:cNvCxnSpPr/>
          <p:nvPr/>
        </p:nvCxnSpPr>
        <p:spPr>
          <a:xfrm xmlns:a="http://schemas.openxmlformats.org/drawingml/2006/main" flipH="0" flipV="1">
            <a:off x="2502146" y="4761536"/>
            <a:ext cx="352" cy="32364"/>
          </a:xfrm>
          <a:prstGeom xmlns:a="http://schemas.openxmlformats.org/drawingml/2006/main" prst="straightConnector1">
            <a:avLst/>
          </a:prstGeom>
          <a:ln xmlns:a="http://schemas.openxmlformats.org/drawingml/2006/main" w="6191">
            <a:solidFill>
              <a:srgbClr val="CBD1D5"/>
            </a:solidFill>
            <a:prstDash val="solid"/>
          </a:ln>
        </p:spPr>
      </p:cxnSp>
      <p:cxnSp>
        <p:nvCxnSpPr>
          <p:cNvPr id="67" name="">
            <a:extLst xmlns:a="http://schemas.openxmlformats.org/drawingml/2006/main">
              <a:ext uri="{FF2B5EF4-FFF2-40B4-BE49-F238E27FC236}">
                <a16:creationId xmlns:a16="http://schemas.microsoft.com/office/drawing/2014/main" id="{D710E97F-A4F4-4C78-89F2-F6F0ACC32869}"/>
              </a:ext>
            </a:extLst>
          </p:cNvPr>
          <p:cNvCxnSpPr/>
          <p:nvPr/>
        </p:nvCxnSpPr>
        <p:spPr>
          <a:xfrm xmlns:a="http://schemas.openxmlformats.org/drawingml/2006/main" flipH="0" flipV="0">
            <a:off x="2502498" y="4761536"/>
            <a:ext cx="330969" cy="67776"/>
          </a:xfrm>
          <a:prstGeom xmlns:a="http://schemas.openxmlformats.org/drawingml/2006/main" prst="straightConnector1">
            <a:avLst/>
          </a:prstGeom>
          <a:ln xmlns:a="http://schemas.openxmlformats.org/drawingml/2006/main" w="6191">
            <a:solidFill>
              <a:srgbClr val="CBD1D5"/>
            </a:solidFill>
            <a:prstDash val="solid"/>
          </a:ln>
        </p:spPr>
      </p:cxnSp>
      <p:cxnSp>
        <p:nvCxnSpPr>
          <p:cNvPr id="68" name="">
            <a:extLst xmlns:a="http://schemas.openxmlformats.org/drawingml/2006/main">
              <a:ext uri="{FF2B5EF4-FFF2-40B4-BE49-F238E27FC236}">
                <a16:creationId xmlns:a16="http://schemas.microsoft.com/office/drawing/2014/main" id="{108A6D39-B80D-4E69-BB0E-C2143842ED84}"/>
              </a:ext>
            </a:extLst>
          </p:cNvPr>
          <p:cNvCxnSpPr/>
          <p:nvPr/>
        </p:nvCxnSpPr>
        <p:spPr>
          <a:xfrm xmlns:a="http://schemas.openxmlformats.org/drawingml/2006/main" flipH="0" flipV="0">
            <a:off x="2833467" y="4829312"/>
            <a:ext cx="167682" cy="74812"/>
          </a:xfrm>
          <a:prstGeom xmlns:a="http://schemas.openxmlformats.org/drawingml/2006/main" prst="straightConnector1">
            <a:avLst/>
          </a:prstGeom>
          <a:ln xmlns:a="http://schemas.openxmlformats.org/drawingml/2006/main" w="6191">
            <a:solidFill>
              <a:srgbClr val="CBD1D5"/>
            </a:solidFill>
            <a:prstDash val="solid"/>
          </a:ln>
        </p:spPr>
      </p:cxnSp>
      <p:cxnSp>
        <p:nvCxnSpPr>
          <p:cNvPr id="69" name="">
            <a:extLst xmlns:a="http://schemas.openxmlformats.org/drawingml/2006/main">
              <a:ext uri="{FF2B5EF4-FFF2-40B4-BE49-F238E27FC236}">
                <a16:creationId xmlns:a16="http://schemas.microsoft.com/office/drawing/2014/main" id="{F8D86945-64A4-4F7D-87FE-183E8CD47B4A}"/>
              </a:ext>
            </a:extLst>
          </p:cNvPr>
          <p:cNvCxnSpPr/>
          <p:nvPr/>
        </p:nvCxnSpPr>
        <p:spPr>
          <a:xfrm xmlns:a="http://schemas.openxmlformats.org/drawingml/2006/main" flipH="0" flipV="0">
            <a:off x="3001149" y="4904124"/>
            <a:ext cx="352" cy="11257"/>
          </a:xfrm>
          <a:prstGeom xmlns:a="http://schemas.openxmlformats.org/drawingml/2006/main" prst="straightConnector1">
            <a:avLst/>
          </a:prstGeom>
          <a:ln xmlns:a="http://schemas.openxmlformats.org/drawingml/2006/main" w="6191">
            <a:solidFill>
              <a:srgbClr val="CBD1D5"/>
            </a:solidFill>
            <a:prstDash val="solid"/>
          </a:ln>
        </p:spPr>
      </p:cxnSp>
      <p:cxnSp>
        <p:nvCxnSpPr>
          <p:cNvPr id="70" name="">
            <a:extLst xmlns:a="http://schemas.openxmlformats.org/drawingml/2006/main">
              <a:ext uri="{FF2B5EF4-FFF2-40B4-BE49-F238E27FC236}">
                <a16:creationId xmlns:a16="http://schemas.microsoft.com/office/drawing/2014/main" id="{912C9A74-8B8F-44E2-A1FF-14971EA360FB}"/>
              </a:ext>
            </a:extLst>
          </p:cNvPr>
          <p:cNvCxnSpPr/>
          <p:nvPr/>
        </p:nvCxnSpPr>
        <p:spPr>
          <a:xfrm xmlns:a="http://schemas.openxmlformats.org/drawingml/2006/main" flipH="0" flipV="0">
            <a:off x="3001501" y="4915381"/>
            <a:ext cx="237039" cy="10084"/>
          </a:xfrm>
          <a:prstGeom xmlns:a="http://schemas.openxmlformats.org/drawingml/2006/main" prst="straightConnector1">
            <a:avLst/>
          </a:prstGeom>
          <a:ln xmlns:a="http://schemas.openxmlformats.org/drawingml/2006/main" w="6191">
            <a:solidFill>
              <a:srgbClr val="CBD1D5"/>
            </a:solidFill>
            <a:prstDash val="solid"/>
          </a:ln>
        </p:spPr>
      </p:cxnSp>
      <p:cxnSp>
        <p:nvCxnSpPr>
          <p:cNvPr id="71" name="">
            <a:extLst xmlns:a="http://schemas.openxmlformats.org/drawingml/2006/main">
              <a:ext uri="{FF2B5EF4-FFF2-40B4-BE49-F238E27FC236}">
                <a16:creationId xmlns:a16="http://schemas.microsoft.com/office/drawing/2014/main" id="{71E6FA4C-C752-4A66-847C-B2060694EAD4}"/>
              </a:ext>
            </a:extLst>
          </p:cNvPr>
          <p:cNvCxnSpPr/>
          <p:nvPr/>
        </p:nvCxnSpPr>
        <p:spPr>
          <a:xfrm xmlns:a="http://schemas.openxmlformats.org/drawingml/2006/main" flipH="0" flipV="0">
            <a:off x="3238540" y="4925466"/>
            <a:ext cx="1759" cy="19700"/>
          </a:xfrm>
          <a:prstGeom xmlns:a="http://schemas.openxmlformats.org/drawingml/2006/main" prst="straightConnector1">
            <a:avLst/>
          </a:prstGeom>
          <a:ln xmlns:a="http://schemas.openxmlformats.org/drawingml/2006/main" w="6191">
            <a:solidFill>
              <a:srgbClr val="CBD1D5"/>
            </a:solidFill>
            <a:prstDash val="solid"/>
          </a:ln>
        </p:spPr>
      </p:cxnSp>
      <p:cxnSp>
        <p:nvCxnSpPr>
          <p:cNvPr id="72" name="">
            <a:extLst xmlns:a="http://schemas.openxmlformats.org/drawingml/2006/main">
              <a:ext uri="{FF2B5EF4-FFF2-40B4-BE49-F238E27FC236}">
                <a16:creationId xmlns:a16="http://schemas.microsoft.com/office/drawing/2014/main" id="{3FEC7867-3482-452D-A751-60CF838FBB8D}"/>
              </a:ext>
            </a:extLst>
          </p:cNvPr>
          <p:cNvCxnSpPr/>
          <p:nvPr/>
        </p:nvCxnSpPr>
        <p:spPr>
          <a:xfrm xmlns:a="http://schemas.openxmlformats.org/drawingml/2006/main" flipH="0" flipV="0">
            <a:off x="3240299" y="4945165"/>
            <a:ext cx="153025" cy="80206"/>
          </a:xfrm>
          <a:prstGeom xmlns:a="http://schemas.openxmlformats.org/drawingml/2006/main" prst="straightConnector1">
            <a:avLst/>
          </a:prstGeom>
          <a:ln xmlns:a="http://schemas.openxmlformats.org/drawingml/2006/main" w="6191">
            <a:solidFill>
              <a:srgbClr val="CBD1D5"/>
            </a:solidFill>
            <a:prstDash val="solid"/>
          </a:ln>
        </p:spPr>
      </p:cxnSp>
      <p:cxnSp>
        <p:nvCxnSpPr>
          <p:cNvPr id="73" name="">
            <a:extLst xmlns:a="http://schemas.openxmlformats.org/drawingml/2006/main">
              <a:ext uri="{FF2B5EF4-FFF2-40B4-BE49-F238E27FC236}">
                <a16:creationId xmlns:a16="http://schemas.microsoft.com/office/drawing/2014/main" id="{0383ED00-EEB1-4365-A5E2-CB9CF9A64EA7}"/>
              </a:ext>
            </a:extLst>
          </p:cNvPr>
          <p:cNvCxnSpPr/>
          <p:nvPr/>
        </p:nvCxnSpPr>
        <p:spPr>
          <a:xfrm xmlns:a="http://schemas.openxmlformats.org/drawingml/2006/main" flipH="1" flipV="0">
            <a:off x="3372451" y="5025371"/>
            <a:ext cx="20872" cy="43152"/>
          </a:xfrm>
          <a:prstGeom xmlns:a="http://schemas.openxmlformats.org/drawingml/2006/main" prst="straightConnector1">
            <a:avLst/>
          </a:prstGeom>
          <a:ln xmlns:a="http://schemas.openxmlformats.org/drawingml/2006/main" w="6191">
            <a:solidFill>
              <a:srgbClr val="CBD1D5"/>
            </a:solidFill>
            <a:prstDash val="solid"/>
          </a:ln>
        </p:spPr>
      </p:cxnSp>
      <p:cxnSp>
        <p:nvCxnSpPr>
          <p:cNvPr id="74" name="">
            <a:extLst xmlns:a="http://schemas.openxmlformats.org/drawingml/2006/main">
              <a:ext uri="{FF2B5EF4-FFF2-40B4-BE49-F238E27FC236}">
                <a16:creationId xmlns:a16="http://schemas.microsoft.com/office/drawing/2014/main" id="{27426C1F-09DA-46C8-88DD-143F9FFFF124}"/>
              </a:ext>
            </a:extLst>
          </p:cNvPr>
          <p:cNvCxnSpPr/>
          <p:nvPr/>
        </p:nvCxnSpPr>
        <p:spPr>
          <a:xfrm xmlns:a="http://schemas.openxmlformats.org/drawingml/2006/main" flipH="0" flipV="0">
            <a:off x="3372451" y="5068523"/>
            <a:ext cx="58747" cy="5159"/>
          </a:xfrm>
          <a:prstGeom xmlns:a="http://schemas.openxmlformats.org/drawingml/2006/main" prst="straightConnector1">
            <a:avLst/>
          </a:prstGeom>
          <a:ln xmlns:a="http://schemas.openxmlformats.org/drawingml/2006/main" w="6191">
            <a:solidFill>
              <a:srgbClr val="CBD1D5"/>
            </a:solidFill>
            <a:prstDash val="solid"/>
          </a:ln>
        </p:spPr>
      </p:cxnSp>
      <p:cxnSp>
        <p:nvCxnSpPr>
          <p:cNvPr id="75" name="">
            <a:extLst xmlns:a="http://schemas.openxmlformats.org/drawingml/2006/main">
              <a:ext uri="{FF2B5EF4-FFF2-40B4-BE49-F238E27FC236}">
                <a16:creationId xmlns:a16="http://schemas.microsoft.com/office/drawing/2014/main" id="{6CDF048A-3B47-418C-93C3-792D6A2B1F05}"/>
              </a:ext>
            </a:extLst>
          </p:cNvPr>
          <p:cNvCxnSpPr/>
          <p:nvPr/>
        </p:nvCxnSpPr>
        <p:spPr>
          <a:xfrm xmlns:a="http://schemas.openxmlformats.org/drawingml/2006/main" flipH="0" flipV="0">
            <a:off x="3431198" y="5073682"/>
            <a:ext cx="328798" cy="13602"/>
          </a:xfrm>
          <a:prstGeom xmlns:a="http://schemas.openxmlformats.org/drawingml/2006/main" prst="straightConnector1">
            <a:avLst/>
          </a:prstGeom>
          <a:ln xmlns:a="http://schemas.openxmlformats.org/drawingml/2006/main" w="6191">
            <a:solidFill>
              <a:srgbClr val="CBD1D5"/>
            </a:solidFill>
            <a:prstDash val="solid"/>
          </a:ln>
        </p:spPr>
      </p:cxnSp>
      <p:cxnSp>
        <p:nvCxnSpPr>
          <p:cNvPr id="76" name="">
            <a:extLst xmlns:a="http://schemas.openxmlformats.org/drawingml/2006/main">
              <a:ext uri="{FF2B5EF4-FFF2-40B4-BE49-F238E27FC236}">
                <a16:creationId xmlns:a16="http://schemas.microsoft.com/office/drawing/2014/main" id="{FAFB7AD4-6855-4BDF-9084-0AAB48E5F1A2}"/>
              </a:ext>
            </a:extLst>
          </p:cNvPr>
          <p:cNvCxnSpPr/>
          <p:nvPr/>
        </p:nvCxnSpPr>
        <p:spPr>
          <a:xfrm xmlns:a="http://schemas.openxmlformats.org/drawingml/2006/main" flipH="0" flipV="0">
            <a:off x="3759996" y="5087285"/>
            <a:ext cx="178822" cy="111163"/>
          </a:xfrm>
          <a:prstGeom xmlns:a="http://schemas.openxmlformats.org/drawingml/2006/main" prst="straightConnector1">
            <a:avLst/>
          </a:prstGeom>
          <a:ln xmlns:a="http://schemas.openxmlformats.org/drawingml/2006/main" w="6191">
            <a:solidFill>
              <a:srgbClr val="CBD1D5"/>
            </a:solidFill>
            <a:prstDash val="solid"/>
          </a:ln>
        </p:spPr>
      </p:cxnSp>
      <p:cxnSp>
        <p:nvCxnSpPr>
          <p:cNvPr id="77" name="">
            <a:extLst xmlns:a="http://schemas.openxmlformats.org/drawingml/2006/main">
              <a:ext uri="{FF2B5EF4-FFF2-40B4-BE49-F238E27FC236}">
                <a16:creationId xmlns:a16="http://schemas.microsoft.com/office/drawing/2014/main" id="{9A630503-0540-4094-AEC3-F9D27E8E491C}"/>
              </a:ext>
            </a:extLst>
          </p:cNvPr>
          <p:cNvCxnSpPr/>
          <p:nvPr/>
        </p:nvCxnSpPr>
        <p:spPr>
          <a:xfrm xmlns:a="http://schemas.openxmlformats.org/drawingml/2006/main" flipH="0" flipV="1">
            <a:off x="3938818" y="5153888"/>
            <a:ext cx="29962" cy="44559"/>
          </a:xfrm>
          <a:prstGeom xmlns:a="http://schemas.openxmlformats.org/drawingml/2006/main" prst="straightConnector1">
            <a:avLst/>
          </a:prstGeom>
          <a:ln xmlns:a="http://schemas.openxmlformats.org/drawingml/2006/main" w="6191">
            <a:solidFill>
              <a:srgbClr val="CBD1D5"/>
            </a:solidFill>
            <a:prstDash val="solid"/>
          </a:ln>
        </p:spPr>
      </p:cxnSp>
      <p:cxnSp>
        <p:nvCxnSpPr>
          <p:cNvPr id="78" name="">
            <a:extLst xmlns:a="http://schemas.openxmlformats.org/drawingml/2006/main">
              <a:ext uri="{FF2B5EF4-FFF2-40B4-BE49-F238E27FC236}">
                <a16:creationId xmlns:a16="http://schemas.microsoft.com/office/drawing/2014/main" id="{7C035F37-D5C6-449C-816C-B55A06C5C1FE}"/>
              </a:ext>
            </a:extLst>
          </p:cNvPr>
          <p:cNvCxnSpPr/>
          <p:nvPr/>
        </p:nvCxnSpPr>
        <p:spPr>
          <a:xfrm xmlns:a="http://schemas.openxmlformats.org/drawingml/2006/main" flipH="0" flipV="1">
            <a:off x="3968780" y="5107219"/>
            <a:ext cx="80089" cy="46670"/>
          </a:xfrm>
          <a:prstGeom xmlns:a="http://schemas.openxmlformats.org/drawingml/2006/main" prst="straightConnector1">
            <a:avLst/>
          </a:prstGeom>
          <a:ln xmlns:a="http://schemas.openxmlformats.org/drawingml/2006/main" w="6191">
            <a:solidFill>
              <a:srgbClr val="CBD1D5"/>
            </a:solidFill>
            <a:prstDash val="solid"/>
          </a:ln>
        </p:spPr>
      </p:cxnSp>
      <p:cxnSp>
        <p:nvCxnSpPr>
          <p:cNvPr id="79" name="">
            <a:extLst xmlns:a="http://schemas.openxmlformats.org/drawingml/2006/main">
              <a:ext uri="{FF2B5EF4-FFF2-40B4-BE49-F238E27FC236}">
                <a16:creationId xmlns:a16="http://schemas.microsoft.com/office/drawing/2014/main" id="{5B9E5161-915F-4E87-BC36-B5BD0FCA1F85}"/>
              </a:ext>
            </a:extLst>
          </p:cNvPr>
          <p:cNvCxnSpPr/>
          <p:nvPr/>
        </p:nvCxnSpPr>
        <p:spPr>
          <a:xfrm xmlns:a="http://schemas.openxmlformats.org/drawingml/2006/main" flipH="0" flipV="1">
            <a:off x="4048869" y="5026309"/>
            <a:ext cx="75516" cy="80910"/>
          </a:xfrm>
          <a:prstGeom xmlns:a="http://schemas.openxmlformats.org/drawingml/2006/main" prst="straightConnector1">
            <a:avLst/>
          </a:prstGeom>
          <a:ln xmlns:a="http://schemas.openxmlformats.org/drawingml/2006/main" w="6191">
            <a:solidFill>
              <a:srgbClr val="CBD1D5"/>
            </a:solidFill>
            <a:prstDash val="solid"/>
          </a:ln>
        </p:spPr>
      </p:cxnSp>
      <p:cxnSp>
        <p:nvCxnSpPr>
          <p:cNvPr id="80" name="">
            <a:extLst xmlns:a="http://schemas.openxmlformats.org/drawingml/2006/main">
              <a:ext uri="{FF2B5EF4-FFF2-40B4-BE49-F238E27FC236}">
                <a16:creationId xmlns:a16="http://schemas.microsoft.com/office/drawing/2014/main" id="{082EF15C-5DA4-42F0-A851-29BF6103EF64}"/>
              </a:ext>
            </a:extLst>
          </p:cNvPr>
          <p:cNvCxnSpPr/>
          <p:nvPr/>
        </p:nvCxnSpPr>
        <p:spPr>
          <a:xfrm xmlns:a="http://schemas.openxmlformats.org/drawingml/2006/main" flipH="1" flipV="1">
            <a:off x="4050627" y="4950794"/>
            <a:ext cx="73757" cy="75516"/>
          </a:xfrm>
          <a:prstGeom xmlns:a="http://schemas.openxmlformats.org/drawingml/2006/main" prst="straightConnector1">
            <a:avLst/>
          </a:prstGeom>
          <a:ln xmlns:a="http://schemas.openxmlformats.org/drawingml/2006/main" w="6191">
            <a:solidFill>
              <a:srgbClr val="CBD1D5"/>
            </a:solidFill>
            <a:prstDash val="solid"/>
          </a:ln>
        </p:spPr>
      </p:cxnSp>
      <p:cxnSp>
        <p:nvCxnSpPr>
          <p:cNvPr id="81" name="">
            <a:extLst xmlns:a="http://schemas.openxmlformats.org/drawingml/2006/main">
              <a:ext uri="{FF2B5EF4-FFF2-40B4-BE49-F238E27FC236}">
                <a16:creationId xmlns:a16="http://schemas.microsoft.com/office/drawing/2014/main" id="{C1EBD087-4EAA-486A-BC40-B1DB8C0D420E}"/>
              </a:ext>
            </a:extLst>
          </p:cNvPr>
          <p:cNvCxnSpPr/>
          <p:nvPr/>
        </p:nvCxnSpPr>
        <p:spPr>
          <a:xfrm xmlns:a="http://schemas.openxmlformats.org/drawingml/2006/main" flipH="0" flipV="1">
            <a:off x="4050627" y="4892867"/>
            <a:ext cx="59507" cy="57927"/>
          </a:xfrm>
          <a:prstGeom xmlns:a="http://schemas.openxmlformats.org/drawingml/2006/main" prst="straightConnector1">
            <a:avLst/>
          </a:prstGeom>
          <a:ln xmlns:a="http://schemas.openxmlformats.org/drawingml/2006/main" w="6191">
            <a:solidFill>
              <a:srgbClr val="CBD1D5"/>
            </a:solidFill>
            <a:prstDash val="solid"/>
          </a:ln>
        </p:spPr>
      </p:cxnSp>
      <p:cxnSp>
        <p:nvCxnSpPr>
          <p:cNvPr id="82" name="">
            <a:extLst xmlns:a="http://schemas.openxmlformats.org/drawingml/2006/main">
              <a:ext uri="{FF2B5EF4-FFF2-40B4-BE49-F238E27FC236}">
                <a16:creationId xmlns:a16="http://schemas.microsoft.com/office/drawing/2014/main" id="{14133CCF-6C56-4251-893E-C32AAFC221E0}"/>
              </a:ext>
            </a:extLst>
          </p:cNvPr>
          <p:cNvCxnSpPr/>
          <p:nvPr/>
        </p:nvCxnSpPr>
        <p:spPr>
          <a:xfrm xmlns:a="http://schemas.openxmlformats.org/drawingml/2006/main" flipH="0" flipV="1">
            <a:off x="4110135" y="4878562"/>
            <a:ext cx="32950" cy="14306"/>
          </a:xfrm>
          <a:prstGeom xmlns:a="http://schemas.openxmlformats.org/drawingml/2006/main" prst="straightConnector1">
            <a:avLst/>
          </a:prstGeom>
          <a:ln xmlns:a="http://schemas.openxmlformats.org/drawingml/2006/main" w="6191">
            <a:solidFill>
              <a:srgbClr val="CBD1D5"/>
            </a:solidFill>
            <a:prstDash val="solid"/>
          </a:ln>
        </p:spPr>
      </p:cxnSp>
      <p:cxnSp>
        <p:nvCxnSpPr>
          <p:cNvPr id="83" name="">
            <a:extLst xmlns:a="http://schemas.openxmlformats.org/drawingml/2006/main">
              <a:ext uri="{FF2B5EF4-FFF2-40B4-BE49-F238E27FC236}">
                <a16:creationId xmlns:a16="http://schemas.microsoft.com/office/drawing/2014/main" id="{14F29F68-087E-41CA-B526-F9E89309F4EA}"/>
              </a:ext>
            </a:extLst>
          </p:cNvPr>
          <p:cNvCxnSpPr/>
          <p:nvPr/>
        </p:nvCxnSpPr>
        <p:spPr>
          <a:xfrm xmlns:a="http://schemas.openxmlformats.org/drawingml/2006/main" flipH="0" flipV="1">
            <a:off x="4143085" y="4732221"/>
            <a:ext cx="81440" cy="146341"/>
          </a:xfrm>
          <a:prstGeom xmlns:a="http://schemas.openxmlformats.org/drawingml/2006/main" prst="straightConnector1">
            <a:avLst/>
          </a:prstGeom>
          <a:ln xmlns:a="http://schemas.openxmlformats.org/drawingml/2006/main" w="6191">
            <a:solidFill>
              <a:srgbClr val="CBD1D5"/>
            </a:solidFill>
            <a:prstDash val="solid"/>
          </a:ln>
        </p:spPr>
      </p:cxnSp>
      <p:cxnSp>
        <p:nvCxnSpPr>
          <p:cNvPr id="84" name="">
            <a:extLst xmlns:a="http://schemas.openxmlformats.org/drawingml/2006/main">
              <a:ext uri="{FF2B5EF4-FFF2-40B4-BE49-F238E27FC236}">
                <a16:creationId xmlns:a16="http://schemas.microsoft.com/office/drawing/2014/main" id="{BFE83827-3D6F-4AA5-9FA3-B3274FEBD85A}"/>
              </a:ext>
            </a:extLst>
          </p:cNvPr>
          <p:cNvCxnSpPr/>
          <p:nvPr/>
        </p:nvCxnSpPr>
        <p:spPr>
          <a:xfrm xmlns:a="http://schemas.openxmlformats.org/drawingml/2006/main" flipH="0" flipV="1">
            <a:off x="4224524" y="4538507"/>
            <a:ext cx="75924" cy="193714"/>
          </a:xfrm>
          <a:prstGeom xmlns:a="http://schemas.openxmlformats.org/drawingml/2006/main" prst="straightConnector1">
            <a:avLst/>
          </a:prstGeom>
          <a:ln xmlns:a="http://schemas.openxmlformats.org/drawingml/2006/main" w="6191">
            <a:solidFill>
              <a:srgbClr val="CBD1D5"/>
            </a:solidFill>
            <a:prstDash val="solid"/>
          </a:ln>
        </p:spPr>
      </p:cxnSp>
      <p:cxnSp>
        <p:nvCxnSpPr>
          <p:cNvPr id="85" name="">
            <a:extLst xmlns:a="http://schemas.openxmlformats.org/drawingml/2006/main">
              <a:ext uri="{FF2B5EF4-FFF2-40B4-BE49-F238E27FC236}">
                <a16:creationId xmlns:a16="http://schemas.microsoft.com/office/drawing/2014/main" id="{3B14B95D-2692-458C-933B-4BFFE4734D65}"/>
              </a:ext>
            </a:extLst>
          </p:cNvPr>
          <p:cNvCxnSpPr/>
          <p:nvPr/>
        </p:nvCxnSpPr>
        <p:spPr>
          <a:xfrm xmlns:a="http://schemas.openxmlformats.org/drawingml/2006/main" flipH="0" flipV="0">
            <a:off x="4300448" y="4538507"/>
            <a:ext cx="9029" cy="3283"/>
          </a:xfrm>
          <a:prstGeom xmlns:a="http://schemas.openxmlformats.org/drawingml/2006/main" prst="straightConnector1">
            <a:avLst/>
          </a:prstGeom>
          <a:ln xmlns:a="http://schemas.openxmlformats.org/drawingml/2006/main" w="6191">
            <a:solidFill>
              <a:srgbClr val="CBD1D5"/>
            </a:solidFill>
            <a:prstDash val="solid"/>
          </a:ln>
        </p:spPr>
      </p:cxnSp>
      <p:cxnSp>
        <p:nvCxnSpPr>
          <p:cNvPr id="86" name="">
            <a:extLst xmlns:a="http://schemas.openxmlformats.org/drawingml/2006/main">
              <a:ext uri="{FF2B5EF4-FFF2-40B4-BE49-F238E27FC236}">
                <a16:creationId xmlns:a16="http://schemas.microsoft.com/office/drawing/2014/main" id="{390A3E10-25F5-434D-94AA-4B3E592B63A7}"/>
              </a:ext>
            </a:extLst>
          </p:cNvPr>
          <p:cNvCxnSpPr/>
          <p:nvPr/>
        </p:nvCxnSpPr>
        <p:spPr>
          <a:xfrm xmlns:a="http://schemas.openxmlformats.org/drawingml/2006/main" flipH="0" flipV="1">
            <a:off x="4309477" y="4493948"/>
            <a:ext cx="22927" cy="47842"/>
          </a:xfrm>
          <a:prstGeom xmlns:a="http://schemas.openxmlformats.org/drawingml/2006/main" prst="straightConnector1">
            <a:avLst/>
          </a:prstGeom>
          <a:ln xmlns:a="http://schemas.openxmlformats.org/drawingml/2006/main" w="6191">
            <a:solidFill>
              <a:srgbClr val="CBD1D5"/>
            </a:solidFill>
            <a:prstDash val="solid"/>
          </a:ln>
        </p:spPr>
      </p:cxnSp>
      <p:cxnSp>
        <p:nvCxnSpPr>
          <p:cNvPr id="87" name="">
            <a:extLst xmlns:a="http://schemas.openxmlformats.org/drawingml/2006/main">
              <a:ext uri="{FF2B5EF4-FFF2-40B4-BE49-F238E27FC236}">
                <a16:creationId xmlns:a16="http://schemas.microsoft.com/office/drawing/2014/main" id="{70B95F97-1494-4D28-8F39-C20214D524FA}"/>
              </a:ext>
            </a:extLst>
          </p:cNvPr>
          <p:cNvCxnSpPr/>
          <p:nvPr/>
        </p:nvCxnSpPr>
        <p:spPr>
          <a:xfrm xmlns:a="http://schemas.openxmlformats.org/drawingml/2006/main" flipH="1" flipV="1">
            <a:off x="4327948" y="4482691"/>
            <a:ext cx="4456" cy="11257"/>
          </a:xfrm>
          <a:prstGeom xmlns:a="http://schemas.openxmlformats.org/drawingml/2006/main" prst="straightConnector1">
            <a:avLst/>
          </a:prstGeom>
          <a:ln xmlns:a="http://schemas.openxmlformats.org/drawingml/2006/main" w="6191">
            <a:solidFill>
              <a:srgbClr val="CBD1D5"/>
            </a:solidFill>
            <a:prstDash val="solid"/>
          </a:ln>
        </p:spPr>
      </p:cxnSp>
      <p:cxnSp>
        <p:nvCxnSpPr>
          <p:cNvPr id="88" name="">
            <a:extLst xmlns:a="http://schemas.openxmlformats.org/drawingml/2006/main">
              <a:ext uri="{FF2B5EF4-FFF2-40B4-BE49-F238E27FC236}">
                <a16:creationId xmlns:a16="http://schemas.microsoft.com/office/drawing/2014/main" id="{3EE667F7-0418-4EB9-9A14-46FD8EF7ED9E}"/>
              </a:ext>
            </a:extLst>
          </p:cNvPr>
          <p:cNvCxnSpPr/>
          <p:nvPr/>
        </p:nvCxnSpPr>
        <p:spPr>
          <a:xfrm xmlns:a="http://schemas.openxmlformats.org/drawingml/2006/main" flipH="0" flipV="1">
            <a:off x="4327948" y="4422654"/>
            <a:ext cx="32420" cy="60037"/>
          </a:xfrm>
          <a:prstGeom xmlns:a="http://schemas.openxmlformats.org/drawingml/2006/main" prst="straightConnector1">
            <a:avLst/>
          </a:prstGeom>
          <a:ln xmlns:a="http://schemas.openxmlformats.org/drawingml/2006/main" w="6191">
            <a:solidFill>
              <a:srgbClr val="CBD1D5"/>
            </a:solidFill>
            <a:prstDash val="solid"/>
          </a:ln>
        </p:spPr>
      </p:cxnSp>
      <p:cxnSp>
        <p:nvCxnSpPr>
          <p:cNvPr id="89" name="">
            <a:extLst xmlns:a="http://schemas.openxmlformats.org/drawingml/2006/main">
              <a:ext uri="{FF2B5EF4-FFF2-40B4-BE49-F238E27FC236}">
                <a16:creationId xmlns:a16="http://schemas.microsoft.com/office/drawing/2014/main" id="{0C9133F5-61DE-4F6B-AA62-4F0226911E56}"/>
              </a:ext>
            </a:extLst>
          </p:cNvPr>
          <p:cNvCxnSpPr/>
          <p:nvPr/>
        </p:nvCxnSpPr>
        <p:spPr>
          <a:xfrm xmlns:a="http://schemas.openxmlformats.org/drawingml/2006/main" flipH="0" flipV="1">
            <a:off x="4360368" y="4413742"/>
            <a:ext cx="24390" cy="8912"/>
          </a:xfrm>
          <a:prstGeom xmlns:a="http://schemas.openxmlformats.org/drawingml/2006/main" prst="straightConnector1">
            <a:avLst/>
          </a:prstGeom>
          <a:ln xmlns:a="http://schemas.openxmlformats.org/drawingml/2006/main" w="6191">
            <a:solidFill>
              <a:srgbClr val="CBD1D5"/>
            </a:solidFill>
            <a:prstDash val="solid"/>
          </a:ln>
        </p:spPr>
      </p:cxnSp>
      <p:cxnSp>
        <p:nvCxnSpPr>
          <p:cNvPr id="90" name="">
            <a:extLst xmlns:a="http://schemas.openxmlformats.org/drawingml/2006/main">
              <a:ext uri="{FF2B5EF4-FFF2-40B4-BE49-F238E27FC236}">
                <a16:creationId xmlns:a16="http://schemas.microsoft.com/office/drawing/2014/main" id="{B2B2F130-3B1A-489E-9636-CED17B2295C4}"/>
              </a:ext>
            </a:extLst>
          </p:cNvPr>
          <p:cNvCxnSpPr/>
          <p:nvPr/>
        </p:nvCxnSpPr>
        <p:spPr>
          <a:xfrm xmlns:a="http://schemas.openxmlformats.org/drawingml/2006/main" flipH="0" flipV="1">
            <a:off x="4384758" y="4321810"/>
            <a:ext cx="32833" cy="91932"/>
          </a:xfrm>
          <a:prstGeom xmlns:a="http://schemas.openxmlformats.org/drawingml/2006/main" prst="straightConnector1">
            <a:avLst/>
          </a:prstGeom>
          <a:ln xmlns:a="http://schemas.openxmlformats.org/drawingml/2006/main" w="6191">
            <a:solidFill>
              <a:srgbClr val="CBD1D5"/>
            </a:solidFill>
            <a:prstDash val="solid"/>
          </a:ln>
        </p:spPr>
      </p:cxnSp>
      <p:cxnSp>
        <p:nvCxnSpPr>
          <p:cNvPr id="91" name="">
            <a:extLst xmlns:a="http://schemas.openxmlformats.org/drawingml/2006/main">
              <a:ext uri="{FF2B5EF4-FFF2-40B4-BE49-F238E27FC236}">
                <a16:creationId xmlns:a16="http://schemas.microsoft.com/office/drawing/2014/main" id="{EAF7DC98-A1A0-4645-A12B-8D551ADD1752}"/>
              </a:ext>
            </a:extLst>
          </p:cNvPr>
          <p:cNvCxnSpPr/>
          <p:nvPr/>
        </p:nvCxnSpPr>
        <p:spPr>
          <a:xfrm xmlns:a="http://schemas.openxmlformats.org/drawingml/2006/main" flipH="0" flipV="1">
            <a:off x="4417591" y="4237617"/>
            <a:ext cx="29611" cy="84193"/>
          </a:xfrm>
          <a:prstGeom xmlns:a="http://schemas.openxmlformats.org/drawingml/2006/main" prst="straightConnector1">
            <a:avLst/>
          </a:prstGeom>
          <a:ln xmlns:a="http://schemas.openxmlformats.org/drawingml/2006/main" w="6191">
            <a:solidFill>
              <a:srgbClr val="CBD1D5"/>
            </a:solidFill>
            <a:prstDash val="solid"/>
          </a:ln>
        </p:spPr>
      </p:cxnSp>
      <p:cxnSp>
        <p:nvCxnSpPr>
          <p:cNvPr id="92" name="">
            <a:extLst xmlns:a="http://schemas.openxmlformats.org/drawingml/2006/main">
              <a:ext uri="{FF2B5EF4-FFF2-40B4-BE49-F238E27FC236}">
                <a16:creationId xmlns:a16="http://schemas.microsoft.com/office/drawing/2014/main" id="{3C7F9026-8431-48C1-B4A5-2F59545A95FA}"/>
              </a:ext>
            </a:extLst>
          </p:cNvPr>
          <p:cNvCxnSpPr/>
          <p:nvPr/>
        </p:nvCxnSpPr>
        <p:spPr>
          <a:xfrm xmlns:a="http://schemas.openxmlformats.org/drawingml/2006/main" flipH="0" flipV="1">
            <a:off x="4447201" y="4205488"/>
            <a:ext cx="9029" cy="32129"/>
          </a:xfrm>
          <a:prstGeom xmlns:a="http://schemas.openxmlformats.org/drawingml/2006/main" prst="straightConnector1">
            <a:avLst/>
          </a:prstGeom>
          <a:ln xmlns:a="http://schemas.openxmlformats.org/drawingml/2006/main" w="6191">
            <a:solidFill>
              <a:srgbClr val="CBD1D5"/>
            </a:solidFill>
            <a:prstDash val="solid"/>
          </a:ln>
        </p:spPr>
      </p:cxnSp>
      <p:cxnSp>
        <p:nvCxnSpPr>
          <p:cNvPr id="93" name="">
            <a:extLst xmlns:a="http://schemas.openxmlformats.org/drawingml/2006/main">
              <a:ext uri="{FF2B5EF4-FFF2-40B4-BE49-F238E27FC236}">
                <a16:creationId xmlns:a16="http://schemas.microsoft.com/office/drawing/2014/main" id="{719321C0-6C87-4A12-845F-3ABA1194B93F}"/>
              </a:ext>
            </a:extLst>
          </p:cNvPr>
          <p:cNvCxnSpPr/>
          <p:nvPr/>
        </p:nvCxnSpPr>
        <p:spPr>
          <a:xfrm xmlns:a="http://schemas.openxmlformats.org/drawingml/2006/main" flipH="1" flipV="1">
            <a:off x="4448782" y="4182271"/>
            <a:ext cx="7448" cy="23218"/>
          </a:xfrm>
          <a:prstGeom xmlns:a="http://schemas.openxmlformats.org/drawingml/2006/main" prst="straightConnector1">
            <a:avLst/>
          </a:prstGeom>
          <a:ln xmlns:a="http://schemas.openxmlformats.org/drawingml/2006/main" w="6191">
            <a:solidFill>
              <a:srgbClr val="CBD1D5"/>
            </a:solidFill>
            <a:prstDash val="solid"/>
          </a:ln>
        </p:spPr>
      </p:cxnSp>
      <p:cxnSp>
        <p:nvCxnSpPr>
          <p:cNvPr id="94" name="">
            <a:extLst xmlns:a="http://schemas.openxmlformats.org/drawingml/2006/main">
              <a:ext uri="{FF2B5EF4-FFF2-40B4-BE49-F238E27FC236}">
                <a16:creationId xmlns:a16="http://schemas.microsoft.com/office/drawing/2014/main" id="{0135E27B-CB8C-4494-A7C5-7DA6EE3470BA}"/>
              </a:ext>
            </a:extLst>
          </p:cNvPr>
          <p:cNvCxnSpPr/>
          <p:nvPr/>
        </p:nvCxnSpPr>
        <p:spPr>
          <a:xfrm xmlns:a="http://schemas.openxmlformats.org/drawingml/2006/main" flipH="0" flipV="1">
            <a:off x="4448782" y="4168199"/>
            <a:ext cx="7331" cy="14071"/>
          </a:xfrm>
          <a:prstGeom xmlns:a="http://schemas.openxmlformats.org/drawingml/2006/main" prst="straightConnector1">
            <a:avLst/>
          </a:prstGeom>
          <a:ln xmlns:a="http://schemas.openxmlformats.org/drawingml/2006/main" w="6191">
            <a:solidFill>
              <a:srgbClr val="CBD1D5"/>
            </a:solidFill>
            <a:prstDash val="solid"/>
          </a:ln>
        </p:spPr>
      </p:cxnSp>
      <p:cxnSp>
        <p:nvCxnSpPr>
          <p:cNvPr id="95" name="">
            <a:extLst xmlns:a="http://schemas.openxmlformats.org/drawingml/2006/main">
              <a:ext uri="{FF2B5EF4-FFF2-40B4-BE49-F238E27FC236}">
                <a16:creationId xmlns:a16="http://schemas.microsoft.com/office/drawing/2014/main" id="{E3A9EF36-950C-461F-81A0-7A5F9CB32732}"/>
              </a:ext>
            </a:extLst>
          </p:cNvPr>
          <p:cNvCxnSpPr/>
          <p:nvPr/>
        </p:nvCxnSpPr>
        <p:spPr>
          <a:xfrm xmlns:a="http://schemas.openxmlformats.org/drawingml/2006/main" flipH="0" flipV="1">
            <a:off x="4456113" y="4133021"/>
            <a:ext cx="12134" cy="35178"/>
          </a:xfrm>
          <a:prstGeom xmlns:a="http://schemas.openxmlformats.org/drawingml/2006/main" prst="straightConnector1">
            <a:avLst/>
          </a:prstGeom>
          <a:ln xmlns:a="http://schemas.openxmlformats.org/drawingml/2006/main" w="6191">
            <a:solidFill>
              <a:srgbClr val="CBD1D5"/>
            </a:solidFill>
            <a:prstDash val="solid"/>
          </a:ln>
        </p:spPr>
      </p:cxnSp>
      <p:cxnSp>
        <p:nvCxnSpPr>
          <p:cNvPr id="96" name="">
            <a:extLst xmlns:a="http://schemas.openxmlformats.org/drawingml/2006/main">
              <a:ext uri="{FF2B5EF4-FFF2-40B4-BE49-F238E27FC236}">
                <a16:creationId xmlns:a16="http://schemas.microsoft.com/office/drawing/2014/main" id="{5AF62073-EF5E-4FDF-85E6-4062968588A9}"/>
              </a:ext>
            </a:extLst>
          </p:cNvPr>
          <p:cNvCxnSpPr/>
          <p:nvPr/>
        </p:nvCxnSpPr>
        <p:spPr>
          <a:xfrm xmlns:a="http://schemas.openxmlformats.org/drawingml/2006/main" flipH="1" flipV="1">
            <a:off x="4463618" y="4002628"/>
            <a:ext cx="4629" cy="130393"/>
          </a:xfrm>
          <a:prstGeom xmlns:a="http://schemas.openxmlformats.org/drawingml/2006/main" prst="straightConnector1">
            <a:avLst/>
          </a:prstGeom>
          <a:ln xmlns:a="http://schemas.openxmlformats.org/drawingml/2006/main" w="6191">
            <a:solidFill>
              <a:srgbClr val="CBD1D5"/>
            </a:solidFill>
            <a:prstDash val="solid"/>
          </a:ln>
        </p:spPr>
      </p:cxnSp>
      <p:cxnSp>
        <p:nvCxnSpPr>
          <p:cNvPr id="97" name="">
            <a:extLst xmlns:a="http://schemas.openxmlformats.org/drawingml/2006/main">
              <a:ext uri="{FF2B5EF4-FFF2-40B4-BE49-F238E27FC236}">
                <a16:creationId xmlns:a16="http://schemas.microsoft.com/office/drawing/2014/main" id="{1A68E810-ABAF-4171-9332-2E134F6C4A83}"/>
              </a:ext>
            </a:extLst>
          </p:cNvPr>
          <p:cNvCxnSpPr/>
          <p:nvPr/>
        </p:nvCxnSpPr>
        <p:spPr>
          <a:xfrm xmlns:a="http://schemas.openxmlformats.org/drawingml/2006/main" flipH="0" flipV="1">
            <a:off x="4465259" y="3920780"/>
            <a:ext cx="15244" cy="37289"/>
          </a:xfrm>
          <a:prstGeom xmlns:a="http://schemas.openxmlformats.org/drawingml/2006/main" prst="straightConnector1">
            <a:avLst/>
          </a:prstGeom>
          <a:ln xmlns:a="http://schemas.openxmlformats.org/drawingml/2006/main" w="6191">
            <a:solidFill>
              <a:srgbClr val="CBD1D5"/>
            </a:solidFill>
            <a:prstDash val="solid"/>
          </a:ln>
        </p:spPr>
      </p:cxnSp>
      <p:cxnSp>
        <p:nvCxnSpPr>
          <p:cNvPr id="98" name="">
            <a:extLst xmlns:a="http://schemas.openxmlformats.org/drawingml/2006/main">
              <a:ext uri="{FF2B5EF4-FFF2-40B4-BE49-F238E27FC236}">
                <a16:creationId xmlns:a16="http://schemas.microsoft.com/office/drawing/2014/main" id="{A2554F29-EB62-4CAD-94B9-E6631518CF2C}"/>
              </a:ext>
            </a:extLst>
          </p:cNvPr>
          <p:cNvCxnSpPr/>
          <p:nvPr/>
        </p:nvCxnSpPr>
        <p:spPr>
          <a:xfrm xmlns:a="http://schemas.openxmlformats.org/drawingml/2006/main" flipH="0" flipV="1">
            <a:off x="4480503" y="3802582"/>
            <a:ext cx="73053" cy="118198"/>
          </a:xfrm>
          <a:prstGeom xmlns:a="http://schemas.openxmlformats.org/drawingml/2006/main" prst="straightConnector1">
            <a:avLst/>
          </a:prstGeom>
          <a:ln xmlns:a="http://schemas.openxmlformats.org/drawingml/2006/main" w="6191">
            <a:solidFill>
              <a:srgbClr val="CBD1D5"/>
            </a:solidFill>
            <a:prstDash val="solid"/>
          </a:ln>
        </p:spPr>
      </p:cxnSp>
      <p:cxnSp>
        <p:nvCxnSpPr>
          <p:cNvPr id="99" name="">
            <a:extLst xmlns:a="http://schemas.openxmlformats.org/drawingml/2006/main">
              <a:ext uri="{FF2B5EF4-FFF2-40B4-BE49-F238E27FC236}">
                <a16:creationId xmlns:a16="http://schemas.microsoft.com/office/drawing/2014/main" id="{CBC8F08C-53BD-4CE9-A156-F33A4EB1FB8D}"/>
              </a:ext>
            </a:extLst>
          </p:cNvPr>
          <p:cNvCxnSpPr/>
          <p:nvPr/>
        </p:nvCxnSpPr>
        <p:spPr>
          <a:xfrm xmlns:a="http://schemas.openxmlformats.org/drawingml/2006/main" flipH="1" flipV="1">
            <a:off x="4553378" y="3750284"/>
            <a:ext cx="178" cy="52298"/>
          </a:xfrm>
          <a:prstGeom xmlns:a="http://schemas.openxmlformats.org/drawingml/2006/main" prst="straightConnector1">
            <a:avLst/>
          </a:prstGeom>
          <a:ln xmlns:a="http://schemas.openxmlformats.org/drawingml/2006/main" w="6191">
            <a:solidFill>
              <a:srgbClr val="CBD1D5"/>
            </a:solidFill>
            <a:prstDash val="solid"/>
          </a:ln>
        </p:spPr>
      </p:cxnSp>
      <p:cxnSp>
        <p:nvCxnSpPr>
          <p:cNvPr id="100" name="">
            <a:extLst xmlns:a="http://schemas.openxmlformats.org/drawingml/2006/main">
              <a:ext uri="{FF2B5EF4-FFF2-40B4-BE49-F238E27FC236}">
                <a16:creationId xmlns:a16="http://schemas.microsoft.com/office/drawing/2014/main" id="{74C70FA8-2368-477B-86ED-2926F3EC1B63}"/>
              </a:ext>
            </a:extLst>
          </p:cNvPr>
          <p:cNvCxnSpPr/>
          <p:nvPr/>
        </p:nvCxnSpPr>
        <p:spPr>
          <a:xfrm xmlns:a="http://schemas.openxmlformats.org/drawingml/2006/main" flipH="1" flipV="1">
            <a:off x="4522539" y="3701504"/>
            <a:ext cx="30839" cy="48780"/>
          </a:xfrm>
          <a:prstGeom xmlns:a="http://schemas.openxmlformats.org/drawingml/2006/main" prst="straightConnector1">
            <a:avLst/>
          </a:prstGeom>
          <a:ln xmlns:a="http://schemas.openxmlformats.org/drawingml/2006/main" w="6191">
            <a:solidFill>
              <a:srgbClr val="CBD1D5"/>
            </a:solidFill>
            <a:prstDash val="solid"/>
          </a:ln>
        </p:spPr>
      </p:cxnSp>
      <p:cxnSp>
        <p:nvCxnSpPr>
          <p:cNvPr id="101" name="">
            <a:extLst xmlns:a="http://schemas.openxmlformats.org/drawingml/2006/main">
              <a:ext uri="{FF2B5EF4-FFF2-40B4-BE49-F238E27FC236}">
                <a16:creationId xmlns:a16="http://schemas.microsoft.com/office/drawing/2014/main" id="{DFDFA357-4AA7-479F-A464-D6932336C8AD}"/>
              </a:ext>
            </a:extLst>
          </p:cNvPr>
          <p:cNvCxnSpPr/>
          <p:nvPr/>
        </p:nvCxnSpPr>
        <p:spPr>
          <a:xfrm xmlns:a="http://schemas.openxmlformats.org/drawingml/2006/main" flipH="1" flipV="1">
            <a:off x="4446146" y="3649675"/>
            <a:ext cx="76393" cy="51829"/>
          </a:xfrm>
          <a:prstGeom xmlns:a="http://schemas.openxmlformats.org/drawingml/2006/main" prst="straightConnector1">
            <a:avLst/>
          </a:prstGeom>
          <a:ln xmlns:a="http://schemas.openxmlformats.org/drawingml/2006/main" w="6191">
            <a:solidFill>
              <a:srgbClr val="CBD1D5"/>
            </a:solidFill>
            <a:prstDash val="solid"/>
          </a:ln>
        </p:spPr>
      </p:cxnSp>
      <p:cxnSp>
        <p:nvCxnSpPr>
          <p:cNvPr id="102" name="">
            <a:extLst xmlns:a="http://schemas.openxmlformats.org/drawingml/2006/main">
              <a:ext uri="{FF2B5EF4-FFF2-40B4-BE49-F238E27FC236}">
                <a16:creationId xmlns:a16="http://schemas.microsoft.com/office/drawing/2014/main" id="{DF655FE3-D6D3-4DE9-9322-7FAEE769B6C7}"/>
              </a:ext>
            </a:extLst>
          </p:cNvPr>
          <p:cNvCxnSpPr/>
          <p:nvPr/>
        </p:nvCxnSpPr>
        <p:spPr>
          <a:xfrm xmlns:a="http://schemas.openxmlformats.org/drawingml/2006/main" flipH="1" flipV="1">
            <a:off x="4372389" y="3592921"/>
            <a:ext cx="73757" cy="56754"/>
          </a:xfrm>
          <a:prstGeom xmlns:a="http://schemas.openxmlformats.org/drawingml/2006/main" prst="straightConnector1">
            <a:avLst/>
          </a:prstGeom>
          <a:ln xmlns:a="http://schemas.openxmlformats.org/drawingml/2006/main" w="6191">
            <a:solidFill>
              <a:srgbClr val="CBD1D5"/>
            </a:solidFill>
            <a:prstDash val="solid"/>
          </a:ln>
        </p:spPr>
      </p:cxnSp>
      <p:cxnSp>
        <p:nvCxnSpPr>
          <p:cNvPr id="103" name="">
            <a:extLst xmlns:a="http://schemas.openxmlformats.org/drawingml/2006/main">
              <a:ext uri="{FF2B5EF4-FFF2-40B4-BE49-F238E27FC236}">
                <a16:creationId xmlns:a16="http://schemas.microsoft.com/office/drawing/2014/main" id="{32E2B794-E7BE-4DE4-9EB9-0ED48E41CA82}"/>
              </a:ext>
            </a:extLst>
          </p:cNvPr>
          <p:cNvCxnSpPr/>
          <p:nvPr/>
        </p:nvCxnSpPr>
        <p:spPr>
          <a:xfrm xmlns:a="http://schemas.openxmlformats.org/drawingml/2006/main" flipH="1" flipV="1">
            <a:off x="4355560" y="3561730"/>
            <a:ext cx="16829" cy="31191"/>
          </a:xfrm>
          <a:prstGeom xmlns:a="http://schemas.openxmlformats.org/drawingml/2006/main" prst="straightConnector1">
            <a:avLst/>
          </a:prstGeom>
          <a:ln xmlns:a="http://schemas.openxmlformats.org/drawingml/2006/main" w="6191">
            <a:solidFill>
              <a:srgbClr val="CBD1D5"/>
            </a:solidFill>
            <a:prstDash val="solid"/>
          </a:ln>
        </p:spPr>
      </p:cxnSp>
      <p:cxnSp>
        <p:nvCxnSpPr>
          <p:cNvPr id="104" name="">
            <a:extLst xmlns:a="http://schemas.openxmlformats.org/drawingml/2006/main">
              <a:ext uri="{FF2B5EF4-FFF2-40B4-BE49-F238E27FC236}">
                <a16:creationId xmlns:a16="http://schemas.microsoft.com/office/drawing/2014/main" id="{D2B5C6DE-116F-429A-A02C-3068579598EC}"/>
              </a:ext>
            </a:extLst>
          </p:cNvPr>
          <p:cNvCxnSpPr/>
          <p:nvPr/>
        </p:nvCxnSpPr>
        <p:spPr>
          <a:xfrm xmlns:a="http://schemas.openxmlformats.org/drawingml/2006/main" flipH="1" flipV="1">
            <a:off x="4320678" y="3523503"/>
            <a:ext cx="34883" cy="38227"/>
          </a:xfrm>
          <a:prstGeom xmlns:a="http://schemas.openxmlformats.org/drawingml/2006/main" prst="straightConnector1">
            <a:avLst/>
          </a:prstGeom>
          <a:ln xmlns:a="http://schemas.openxmlformats.org/drawingml/2006/main" w="6191">
            <a:solidFill>
              <a:srgbClr val="CBD1D5"/>
            </a:solidFill>
            <a:prstDash val="solid"/>
          </a:ln>
        </p:spPr>
      </p:cxnSp>
      <p:cxnSp>
        <p:nvCxnSpPr>
          <p:cNvPr id="105" name="">
            <a:extLst xmlns:a="http://schemas.openxmlformats.org/drawingml/2006/main">
              <a:ext uri="{FF2B5EF4-FFF2-40B4-BE49-F238E27FC236}">
                <a16:creationId xmlns:a16="http://schemas.microsoft.com/office/drawing/2014/main" id="{B74327A1-370E-4DC9-B422-EC7169C2093C}"/>
              </a:ext>
            </a:extLst>
          </p:cNvPr>
          <p:cNvCxnSpPr/>
          <p:nvPr/>
        </p:nvCxnSpPr>
        <p:spPr>
          <a:xfrm xmlns:a="http://schemas.openxmlformats.org/drawingml/2006/main" flipH="1" flipV="1">
            <a:off x="4215612" y="3354883"/>
            <a:ext cx="105065" cy="168620"/>
          </a:xfrm>
          <a:prstGeom xmlns:a="http://schemas.openxmlformats.org/drawingml/2006/main" prst="straightConnector1">
            <a:avLst/>
          </a:prstGeom>
          <a:ln xmlns:a="http://schemas.openxmlformats.org/drawingml/2006/main" w="6191">
            <a:solidFill>
              <a:srgbClr val="CBD1D5"/>
            </a:solidFill>
            <a:prstDash val="solid"/>
          </a:ln>
        </p:spPr>
      </p:cxnSp>
      <p:cxnSp>
        <p:nvCxnSpPr>
          <p:cNvPr id="106" name="">
            <a:extLst xmlns:a="http://schemas.openxmlformats.org/drawingml/2006/main">
              <a:ext uri="{FF2B5EF4-FFF2-40B4-BE49-F238E27FC236}">
                <a16:creationId xmlns:a16="http://schemas.microsoft.com/office/drawing/2014/main" id="{14A16131-A0ED-47F4-B5A0-66241E1EC78F}"/>
              </a:ext>
            </a:extLst>
          </p:cNvPr>
          <p:cNvCxnSpPr/>
          <p:nvPr/>
        </p:nvCxnSpPr>
        <p:spPr>
          <a:xfrm xmlns:a="http://schemas.openxmlformats.org/drawingml/2006/main" flipH="0" flipV="1">
            <a:off x="4215612" y="3311731"/>
            <a:ext cx="33888" cy="43152"/>
          </a:xfrm>
          <a:prstGeom xmlns:a="http://schemas.openxmlformats.org/drawingml/2006/main" prst="straightConnector1">
            <a:avLst/>
          </a:prstGeom>
          <a:ln xmlns:a="http://schemas.openxmlformats.org/drawingml/2006/main" w="6191">
            <a:solidFill>
              <a:srgbClr val="CBD1D5"/>
            </a:solidFill>
            <a:prstDash val="solid"/>
          </a:ln>
        </p:spPr>
      </p:cxnSp>
      <p:cxnSp>
        <p:nvCxnSpPr>
          <p:cNvPr id="107" name="">
            <a:extLst xmlns:a="http://schemas.openxmlformats.org/drawingml/2006/main">
              <a:ext uri="{FF2B5EF4-FFF2-40B4-BE49-F238E27FC236}">
                <a16:creationId xmlns:a16="http://schemas.microsoft.com/office/drawing/2014/main" id="{876B494E-B72C-4F9A-BB65-8AAFAED2E2F4}"/>
              </a:ext>
            </a:extLst>
          </p:cNvPr>
          <p:cNvCxnSpPr/>
          <p:nvPr/>
        </p:nvCxnSpPr>
        <p:spPr>
          <a:xfrm xmlns:a="http://schemas.openxmlformats.org/drawingml/2006/main" flipH="1" flipV="1">
            <a:off x="4226400" y="3270690"/>
            <a:ext cx="23100" cy="41041"/>
          </a:xfrm>
          <a:prstGeom xmlns:a="http://schemas.openxmlformats.org/drawingml/2006/main" prst="straightConnector1">
            <a:avLst/>
          </a:prstGeom>
          <a:ln xmlns:a="http://schemas.openxmlformats.org/drawingml/2006/main" w="6191">
            <a:solidFill>
              <a:srgbClr val="CBD1D5"/>
            </a:solidFill>
            <a:prstDash val="solid"/>
          </a:ln>
        </p:spPr>
      </p:cxnSp>
      <p:cxnSp>
        <p:nvCxnSpPr>
          <p:cNvPr id="108" name="">
            <a:extLst xmlns:a="http://schemas.openxmlformats.org/drawingml/2006/main">
              <a:ext uri="{FF2B5EF4-FFF2-40B4-BE49-F238E27FC236}">
                <a16:creationId xmlns:a16="http://schemas.microsoft.com/office/drawing/2014/main" id="{8F79D783-E9C8-415C-A384-42DC0A582889}"/>
              </a:ext>
            </a:extLst>
          </p:cNvPr>
          <p:cNvCxnSpPr/>
          <p:nvPr/>
        </p:nvCxnSpPr>
        <p:spPr>
          <a:xfrm xmlns:a="http://schemas.openxmlformats.org/drawingml/2006/main" flipH="1" flipV="1">
            <a:off x="4153113" y="3245362"/>
            <a:ext cx="73288" cy="25328"/>
          </a:xfrm>
          <a:prstGeom xmlns:a="http://schemas.openxmlformats.org/drawingml/2006/main" prst="straightConnector1">
            <a:avLst/>
          </a:prstGeom>
          <a:ln xmlns:a="http://schemas.openxmlformats.org/drawingml/2006/main" w="6191">
            <a:solidFill>
              <a:srgbClr val="CBD1D5"/>
            </a:solidFill>
            <a:prstDash val="solid"/>
          </a:ln>
        </p:spPr>
      </p:cxnSp>
      <p:cxnSp>
        <p:nvCxnSpPr>
          <p:cNvPr id="109" name="">
            <a:extLst xmlns:a="http://schemas.openxmlformats.org/drawingml/2006/main">
              <a:ext uri="{FF2B5EF4-FFF2-40B4-BE49-F238E27FC236}">
                <a16:creationId xmlns:a16="http://schemas.microsoft.com/office/drawing/2014/main" id="{C3AD57F3-2FCD-4F9D-961E-AF5F8D0D1A3A}"/>
              </a:ext>
            </a:extLst>
          </p:cNvPr>
          <p:cNvCxnSpPr/>
          <p:nvPr/>
        </p:nvCxnSpPr>
        <p:spPr>
          <a:xfrm xmlns:a="http://schemas.openxmlformats.org/drawingml/2006/main" flipH="1" flipV="0">
            <a:off x="4137222" y="3245362"/>
            <a:ext cx="15891" cy="15713"/>
          </a:xfrm>
          <a:prstGeom xmlns:a="http://schemas.openxmlformats.org/drawingml/2006/main" prst="straightConnector1">
            <a:avLst/>
          </a:prstGeom>
          <a:ln xmlns:a="http://schemas.openxmlformats.org/drawingml/2006/main" w="6191">
            <a:solidFill>
              <a:srgbClr val="CBD1D5"/>
            </a:solidFill>
            <a:prstDash val="solid"/>
          </a:ln>
        </p:spPr>
      </p:cxnSp>
      <p:cxnSp>
        <p:nvCxnSpPr>
          <p:cNvPr id="110" name="">
            <a:extLst xmlns:a="http://schemas.openxmlformats.org/drawingml/2006/main">
              <a:ext uri="{FF2B5EF4-FFF2-40B4-BE49-F238E27FC236}">
                <a16:creationId xmlns:a16="http://schemas.microsoft.com/office/drawing/2014/main" id="{E34071A0-0E5B-41F0-BAB5-56D7B4961C76}"/>
              </a:ext>
            </a:extLst>
          </p:cNvPr>
          <p:cNvCxnSpPr/>
          <p:nvPr/>
        </p:nvCxnSpPr>
        <p:spPr>
          <a:xfrm xmlns:a="http://schemas.openxmlformats.org/drawingml/2006/main" flipH="1" flipV="1">
            <a:off x="4103512" y="3237623"/>
            <a:ext cx="33710" cy="23452"/>
          </a:xfrm>
          <a:prstGeom xmlns:a="http://schemas.openxmlformats.org/drawingml/2006/main" prst="straightConnector1">
            <a:avLst/>
          </a:prstGeom>
          <a:ln xmlns:a="http://schemas.openxmlformats.org/drawingml/2006/main" w="6191">
            <a:solidFill>
              <a:srgbClr val="CBD1D5"/>
            </a:solidFill>
            <a:prstDash val="solid"/>
          </a:ln>
        </p:spPr>
      </p:cxnSp>
      <p:cxnSp>
        <p:nvCxnSpPr>
          <p:cNvPr id="111" name="">
            <a:extLst xmlns:a="http://schemas.openxmlformats.org/drawingml/2006/main">
              <a:ext uri="{FF2B5EF4-FFF2-40B4-BE49-F238E27FC236}">
                <a16:creationId xmlns:a16="http://schemas.microsoft.com/office/drawing/2014/main" id="{29812940-EF5E-4993-BDC9-704AF61A0E1C}"/>
              </a:ext>
            </a:extLst>
          </p:cNvPr>
          <p:cNvCxnSpPr/>
          <p:nvPr/>
        </p:nvCxnSpPr>
        <p:spPr>
          <a:xfrm xmlns:a="http://schemas.openxmlformats.org/drawingml/2006/main" flipH="1" flipV="1">
            <a:off x="3824315" y="3148036"/>
            <a:ext cx="81261" cy="36116"/>
          </a:xfrm>
          <a:prstGeom xmlns:a="http://schemas.openxmlformats.org/drawingml/2006/main" prst="straightConnector1">
            <a:avLst/>
          </a:prstGeom>
          <a:ln xmlns:a="http://schemas.openxmlformats.org/drawingml/2006/main" w="6191">
            <a:solidFill>
              <a:srgbClr val="CBD1D5"/>
            </a:solidFill>
            <a:prstDash val="solid"/>
          </a:ln>
        </p:spPr>
      </p:cxnSp>
      <p:cxnSp>
        <p:nvCxnSpPr>
          <p:cNvPr id="112" name="">
            <a:extLst xmlns:a="http://schemas.openxmlformats.org/drawingml/2006/main">
              <a:ext uri="{FF2B5EF4-FFF2-40B4-BE49-F238E27FC236}">
                <a16:creationId xmlns:a16="http://schemas.microsoft.com/office/drawing/2014/main" id="{2F46CCA8-064F-4346-807F-EAE3833FCFEB}"/>
              </a:ext>
            </a:extLst>
          </p:cNvPr>
          <p:cNvCxnSpPr/>
          <p:nvPr/>
        </p:nvCxnSpPr>
        <p:spPr>
          <a:xfrm xmlns:a="http://schemas.openxmlformats.org/drawingml/2006/main" flipH="1" flipV="1">
            <a:off x="3733087" y="3078149"/>
            <a:ext cx="91228" cy="69887"/>
          </a:xfrm>
          <a:prstGeom xmlns:a="http://schemas.openxmlformats.org/drawingml/2006/main" prst="straightConnector1">
            <a:avLst/>
          </a:prstGeom>
          <a:ln xmlns:a="http://schemas.openxmlformats.org/drawingml/2006/main" w="6191">
            <a:solidFill>
              <a:srgbClr val="CBD1D5"/>
            </a:solidFill>
            <a:prstDash val="solid"/>
          </a:ln>
        </p:spPr>
      </p:cxnSp>
      <p:cxnSp>
        <p:nvCxnSpPr>
          <p:cNvPr id="113" name="">
            <a:extLst xmlns:a="http://schemas.openxmlformats.org/drawingml/2006/main">
              <a:ext uri="{FF2B5EF4-FFF2-40B4-BE49-F238E27FC236}">
                <a16:creationId xmlns:a16="http://schemas.microsoft.com/office/drawing/2014/main" id="{E2B8822D-C32C-478E-B93E-423895088134}"/>
              </a:ext>
            </a:extLst>
          </p:cNvPr>
          <p:cNvCxnSpPr/>
          <p:nvPr/>
        </p:nvCxnSpPr>
        <p:spPr>
          <a:xfrm xmlns:a="http://schemas.openxmlformats.org/drawingml/2006/main" flipH="1" flipV="1">
            <a:off x="3615709" y="3005682"/>
            <a:ext cx="117377" cy="72467"/>
          </a:xfrm>
          <a:prstGeom xmlns:a="http://schemas.openxmlformats.org/drawingml/2006/main" prst="straightConnector1">
            <a:avLst/>
          </a:prstGeom>
          <a:ln xmlns:a="http://schemas.openxmlformats.org/drawingml/2006/main" w="6191">
            <a:solidFill>
              <a:srgbClr val="CBD1D5"/>
            </a:solidFill>
            <a:prstDash val="solid"/>
          </a:ln>
        </p:spPr>
      </p:cxnSp>
      <p:cxnSp>
        <p:nvCxnSpPr>
          <p:cNvPr id="114" name="">
            <a:extLst xmlns:a="http://schemas.openxmlformats.org/drawingml/2006/main">
              <a:ext uri="{FF2B5EF4-FFF2-40B4-BE49-F238E27FC236}">
                <a16:creationId xmlns:a16="http://schemas.microsoft.com/office/drawing/2014/main" id="{94D4C065-4F76-4831-8777-721CFFB8EC38}"/>
              </a:ext>
            </a:extLst>
          </p:cNvPr>
          <p:cNvCxnSpPr/>
          <p:nvPr/>
        </p:nvCxnSpPr>
        <p:spPr>
          <a:xfrm xmlns:a="http://schemas.openxmlformats.org/drawingml/2006/main" flipH="1" flipV="1">
            <a:off x="3504195" y="2913281"/>
            <a:ext cx="111514" cy="92401"/>
          </a:xfrm>
          <a:prstGeom xmlns:a="http://schemas.openxmlformats.org/drawingml/2006/main" prst="straightConnector1">
            <a:avLst/>
          </a:prstGeom>
          <a:ln xmlns:a="http://schemas.openxmlformats.org/drawingml/2006/main" w="6191">
            <a:solidFill>
              <a:srgbClr val="CBD1D5"/>
            </a:solidFill>
            <a:prstDash val="solid"/>
          </a:ln>
        </p:spPr>
      </p:cxnSp>
      <p:cxnSp>
        <p:nvCxnSpPr>
          <p:cNvPr id="115" name="">
            <a:extLst xmlns:a="http://schemas.openxmlformats.org/drawingml/2006/main">
              <a:ext uri="{FF2B5EF4-FFF2-40B4-BE49-F238E27FC236}">
                <a16:creationId xmlns:a16="http://schemas.microsoft.com/office/drawing/2014/main" id="{3CE4C8BE-D6E4-4478-ACC1-DB0E37E73500}"/>
              </a:ext>
            </a:extLst>
          </p:cNvPr>
          <p:cNvCxnSpPr/>
          <p:nvPr/>
        </p:nvCxnSpPr>
        <p:spPr>
          <a:xfrm xmlns:a="http://schemas.openxmlformats.org/drawingml/2006/main" flipH="1" flipV="1">
            <a:off x="3285036" y="2762250"/>
            <a:ext cx="219159" cy="151031"/>
          </a:xfrm>
          <a:prstGeom xmlns:a="http://schemas.openxmlformats.org/drawingml/2006/main" prst="straightConnector1">
            <a:avLst/>
          </a:prstGeom>
          <a:ln xmlns:a="http://schemas.openxmlformats.org/drawingml/2006/main" w="6191">
            <a:solidFill>
              <a:srgbClr val="CBD1D5"/>
            </a:solidFill>
            <a:prstDash val="solid"/>
          </a:ln>
        </p:spPr>
      </p:cxnSp>
      <p:cxnSp>
        <p:nvCxnSpPr>
          <p:cNvPr id="116" name="">
            <a:extLst xmlns:a="http://schemas.openxmlformats.org/drawingml/2006/main">
              <a:ext uri="{FF2B5EF4-FFF2-40B4-BE49-F238E27FC236}">
                <a16:creationId xmlns:a16="http://schemas.microsoft.com/office/drawing/2014/main" id="{4F30CC44-4759-47B5-A0C0-D1F463F9CC26}"/>
              </a:ext>
            </a:extLst>
          </p:cNvPr>
          <p:cNvCxnSpPr/>
          <p:nvPr/>
        </p:nvCxnSpPr>
        <p:spPr>
          <a:xfrm xmlns:a="http://schemas.openxmlformats.org/drawingml/2006/main" flipH="0" flipV="1">
            <a:off x="4463618" y="3958069"/>
            <a:ext cx="1642" cy="44559"/>
          </a:xfrm>
          <a:prstGeom xmlns:a="http://schemas.openxmlformats.org/drawingml/2006/main" prst="straightConnector1">
            <a:avLst/>
          </a:prstGeom>
          <a:ln xmlns:a="http://schemas.openxmlformats.org/drawingml/2006/main" w="6191">
            <a:solidFill>
              <a:srgbClr val="CBD1D5"/>
            </a:solidFill>
            <a:prstDash val="solid"/>
          </a:ln>
        </p:spPr>
      </p:cxnSp>
      <p:cxnSp>
        <p:nvCxnSpPr>
          <p:cNvPr id="117" name="">
            <a:extLst xmlns:a="http://schemas.openxmlformats.org/drawingml/2006/main">
              <a:ext uri="{FF2B5EF4-FFF2-40B4-BE49-F238E27FC236}">
                <a16:creationId xmlns:a16="http://schemas.microsoft.com/office/drawing/2014/main" id="{B07DB6E8-ABB4-44CE-83B8-15EC71EDCD95}"/>
              </a:ext>
            </a:extLst>
          </p:cNvPr>
          <p:cNvCxnSpPr/>
          <p:nvPr/>
        </p:nvCxnSpPr>
        <p:spPr>
          <a:xfrm xmlns:a="http://schemas.openxmlformats.org/drawingml/2006/main" flipH="1" flipV="1">
            <a:off x="3991880" y="3203148"/>
            <a:ext cx="111632" cy="34474"/>
          </a:xfrm>
          <a:prstGeom xmlns:a="http://schemas.openxmlformats.org/drawingml/2006/main" prst="straightConnector1">
            <a:avLst/>
          </a:prstGeom>
          <a:ln xmlns:a="http://schemas.openxmlformats.org/drawingml/2006/main" w="6191">
            <a:solidFill>
              <a:srgbClr val="CBD1D5"/>
            </a:solidFill>
            <a:prstDash val="solid"/>
          </a:ln>
        </p:spPr>
      </p:cxnSp>
      <p:cxnSp>
        <p:nvCxnSpPr>
          <p:cNvPr id="118" name="">
            <a:extLst xmlns:a="http://schemas.openxmlformats.org/drawingml/2006/main">
              <a:ext uri="{FF2B5EF4-FFF2-40B4-BE49-F238E27FC236}">
                <a16:creationId xmlns:a16="http://schemas.microsoft.com/office/drawing/2014/main" id="{9E7BE157-D05F-4C59-B22B-D964CFF47D05}"/>
              </a:ext>
            </a:extLst>
          </p:cNvPr>
          <p:cNvCxnSpPr/>
          <p:nvPr/>
        </p:nvCxnSpPr>
        <p:spPr>
          <a:xfrm xmlns:a="http://schemas.openxmlformats.org/drawingml/2006/main" flipH="1" flipV="1">
            <a:off x="3905577" y="3184152"/>
            <a:ext cx="86303" cy="18996"/>
          </a:xfrm>
          <a:prstGeom xmlns:a="http://schemas.openxmlformats.org/drawingml/2006/main" prst="straightConnector1">
            <a:avLst/>
          </a:prstGeom>
          <a:ln xmlns:a="http://schemas.openxmlformats.org/drawingml/2006/main" w="6191">
            <a:solidFill>
              <a:srgbClr val="CBD1D5"/>
            </a:solidFill>
            <a:prstDash val="solid"/>
          </a:ln>
        </p:spPr>
      </p:cxnSp>
      <p:cxnSp>
        <p:nvCxnSpPr>
          <p:cNvPr id="119" name="">
            <a:extLst xmlns:a="http://schemas.openxmlformats.org/drawingml/2006/main">
              <a:ext uri="{FF2B5EF4-FFF2-40B4-BE49-F238E27FC236}">
                <a16:creationId xmlns:a16="http://schemas.microsoft.com/office/drawing/2014/main" id="{BFD95FA4-3638-43B7-8F4B-4C47767C8587}"/>
              </a:ext>
            </a:extLst>
          </p:cNvPr>
          <p:cNvCxnSpPr/>
          <p:nvPr/>
        </p:nvCxnSpPr>
        <p:spPr>
          <a:xfrm xmlns:a="http://schemas.openxmlformats.org/drawingml/2006/main" flipH="0" flipV="0">
            <a:off x="3285036" y="2762250"/>
            <a:ext cx="1229" cy="167448"/>
          </a:xfrm>
          <a:prstGeom xmlns:a="http://schemas.openxmlformats.org/drawingml/2006/main" prst="straightConnector1">
            <a:avLst/>
          </a:prstGeom>
          <a:ln xmlns:a="http://schemas.openxmlformats.org/drawingml/2006/main" w="6191">
            <a:solidFill>
              <a:srgbClr val="CBD1D5"/>
            </a:solidFill>
            <a:prstDash val="solid"/>
          </a:ln>
        </p:spPr>
      </p:cxnSp>
      <p:cxnSp>
        <p:nvCxnSpPr>
          <p:cNvPr id="120" name="">
            <a:extLst xmlns:a="http://schemas.openxmlformats.org/drawingml/2006/main">
              <a:ext uri="{FF2B5EF4-FFF2-40B4-BE49-F238E27FC236}">
                <a16:creationId xmlns:a16="http://schemas.microsoft.com/office/drawing/2014/main" id="{4AC6CA80-D787-4243-9A1A-C012556CEABE}"/>
              </a:ext>
            </a:extLst>
          </p:cNvPr>
          <p:cNvCxnSpPr/>
          <p:nvPr/>
        </p:nvCxnSpPr>
        <p:spPr>
          <a:xfrm xmlns:a="http://schemas.openxmlformats.org/drawingml/2006/main" flipH="1" flipV="0">
            <a:off x="3273896" y="2929698"/>
            <a:ext cx="12369" cy="328328"/>
          </a:xfrm>
          <a:prstGeom xmlns:a="http://schemas.openxmlformats.org/drawingml/2006/main" prst="straightConnector1">
            <a:avLst/>
          </a:prstGeom>
          <a:ln xmlns:a="http://schemas.openxmlformats.org/drawingml/2006/main" w="6191">
            <a:solidFill>
              <a:srgbClr val="CBD1D5"/>
            </a:solidFill>
            <a:prstDash val="solid"/>
          </a:ln>
        </p:spPr>
      </p:cxnSp>
      <p:cxnSp>
        <p:nvCxnSpPr>
          <p:cNvPr id="121" name="">
            <a:extLst xmlns:a="http://schemas.openxmlformats.org/drawingml/2006/main">
              <a:ext uri="{FF2B5EF4-FFF2-40B4-BE49-F238E27FC236}">
                <a16:creationId xmlns:a16="http://schemas.microsoft.com/office/drawing/2014/main" id="{212E4CDE-7F5B-4ED2-99B8-4ECFEE4C7EAD}"/>
              </a:ext>
            </a:extLst>
          </p:cNvPr>
          <p:cNvCxnSpPr/>
          <p:nvPr/>
        </p:nvCxnSpPr>
        <p:spPr>
          <a:xfrm xmlns:a="http://schemas.openxmlformats.org/drawingml/2006/main" flipH="1" flipV="1">
            <a:off x="3110374" y="3161169"/>
            <a:ext cx="163522" cy="96857"/>
          </a:xfrm>
          <a:prstGeom xmlns:a="http://schemas.openxmlformats.org/drawingml/2006/main" prst="straightConnector1">
            <a:avLst/>
          </a:prstGeom>
          <a:ln xmlns:a="http://schemas.openxmlformats.org/drawingml/2006/main" w="6191">
            <a:solidFill>
              <a:srgbClr val="CBD1D5"/>
            </a:solidFill>
            <a:prstDash val="solid"/>
          </a:ln>
        </p:spPr>
      </p:cxnSp>
      <p:cxnSp>
        <p:nvCxnSpPr>
          <p:cNvPr id="122" name="">
            <a:extLst xmlns:a="http://schemas.openxmlformats.org/drawingml/2006/main">
              <a:ext uri="{FF2B5EF4-FFF2-40B4-BE49-F238E27FC236}">
                <a16:creationId xmlns:a16="http://schemas.microsoft.com/office/drawing/2014/main" id="{A00BEA22-81AB-444C-B32A-2FFFFE87E4BE}"/>
              </a:ext>
            </a:extLst>
          </p:cNvPr>
          <p:cNvCxnSpPr/>
          <p:nvPr/>
        </p:nvCxnSpPr>
        <p:spPr>
          <a:xfrm xmlns:a="http://schemas.openxmlformats.org/drawingml/2006/main" flipH="1" flipV="1">
            <a:off x="3038142" y="3138655"/>
            <a:ext cx="72232" cy="22514"/>
          </a:xfrm>
          <a:prstGeom xmlns:a="http://schemas.openxmlformats.org/drawingml/2006/main" prst="straightConnector1">
            <a:avLst/>
          </a:prstGeom>
          <a:ln xmlns:a="http://schemas.openxmlformats.org/drawingml/2006/main" w="6191">
            <a:solidFill>
              <a:srgbClr val="CBD1D5"/>
            </a:solidFill>
            <a:prstDash val="solid"/>
          </a:ln>
        </p:spPr>
      </p:cxnSp>
      <p:cxnSp>
        <p:nvCxnSpPr>
          <p:cNvPr id="123" name="">
            <a:extLst xmlns:a="http://schemas.openxmlformats.org/drawingml/2006/main">
              <a:ext uri="{FF2B5EF4-FFF2-40B4-BE49-F238E27FC236}">
                <a16:creationId xmlns:a16="http://schemas.microsoft.com/office/drawing/2014/main" id="{80BAEEE5-9D36-4FED-9467-A82A787490EB}"/>
              </a:ext>
            </a:extLst>
          </p:cNvPr>
          <p:cNvCxnSpPr/>
          <p:nvPr/>
        </p:nvCxnSpPr>
        <p:spPr>
          <a:xfrm xmlns:a="http://schemas.openxmlformats.org/drawingml/2006/main" flipH="1" flipV="0">
            <a:off x="2955535" y="3138655"/>
            <a:ext cx="82607" cy="248123"/>
          </a:xfrm>
          <a:prstGeom xmlns:a="http://schemas.openxmlformats.org/drawingml/2006/main" prst="straightConnector1">
            <a:avLst/>
          </a:prstGeom>
          <a:ln xmlns:a="http://schemas.openxmlformats.org/drawingml/2006/main" w="6191">
            <a:solidFill>
              <a:srgbClr val="CBD1D5"/>
            </a:solidFill>
            <a:prstDash val="solid"/>
          </a:ln>
        </p:spPr>
      </p:cxnSp>
      <p:cxnSp>
        <p:nvCxnSpPr>
          <p:cNvPr id="124" name="">
            <a:extLst xmlns:a="http://schemas.openxmlformats.org/drawingml/2006/main">
              <a:ext uri="{FF2B5EF4-FFF2-40B4-BE49-F238E27FC236}">
                <a16:creationId xmlns:a16="http://schemas.microsoft.com/office/drawing/2014/main" id="{E602DDEF-34AD-407F-8739-9209235AECC7}"/>
              </a:ext>
            </a:extLst>
          </p:cNvPr>
          <p:cNvCxnSpPr/>
          <p:nvPr/>
        </p:nvCxnSpPr>
        <p:spPr>
          <a:xfrm xmlns:a="http://schemas.openxmlformats.org/drawingml/2006/main" flipH="1" flipV="1">
            <a:off x="2902472" y="3359339"/>
            <a:ext cx="53063" cy="27439"/>
          </a:xfrm>
          <a:prstGeom xmlns:a="http://schemas.openxmlformats.org/drawingml/2006/main" prst="straightConnector1">
            <a:avLst/>
          </a:prstGeom>
          <a:ln xmlns:a="http://schemas.openxmlformats.org/drawingml/2006/main" w="6191">
            <a:solidFill>
              <a:srgbClr val="CBD1D5"/>
            </a:solidFill>
            <a:prstDash val="solid"/>
          </a:ln>
        </p:spPr>
      </p:cxnSp>
      <p:cxnSp>
        <p:nvCxnSpPr>
          <p:cNvPr id="125" name="">
            <a:extLst xmlns:a="http://schemas.openxmlformats.org/drawingml/2006/main">
              <a:ext uri="{FF2B5EF4-FFF2-40B4-BE49-F238E27FC236}">
                <a16:creationId xmlns:a16="http://schemas.microsoft.com/office/drawing/2014/main" id="{FCB12E66-A71C-479E-8A8E-C5D8F48EE4FF}"/>
              </a:ext>
            </a:extLst>
          </p:cNvPr>
          <p:cNvCxnSpPr/>
          <p:nvPr/>
        </p:nvCxnSpPr>
        <p:spPr>
          <a:xfrm xmlns:a="http://schemas.openxmlformats.org/drawingml/2006/main" flipH="1" flipV="0">
            <a:off x="2893091" y="3359339"/>
            <a:ext cx="9381" cy="19700"/>
          </a:xfrm>
          <a:prstGeom xmlns:a="http://schemas.openxmlformats.org/drawingml/2006/main" prst="straightConnector1">
            <a:avLst/>
          </a:prstGeom>
          <a:ln xmlns:a="http://schemas.openxmlformats.org/drawingml/2006/main" w="6191">
            <a:solidFill>
              <a:srgbClr val="CBD1D5"/>
            </a:solidFill>
            <a:prstDash val="solid"/>
          </a:ln>
        </p:spPr>
      </p:cxnSp>
      <p:cxnSp>
        <p:nvCxnSpPr>
          <p:cNvPr id="126" name="">
            <a:extLst xmlns:a="http://schemas.openxmlformats.org/drawingml/2006/main">
              <a:ext uri="{FF2B5EF4-FFF2-40B4-BE49-F238E27FC236}">
                <a16:creationId xmlns:a16="http://schemas.microsoft.com/office/drawing/2014/main" id="{ED9F98F2-D251-48AA-A988-EABBD50951FD}"/>
              </a:ext>
            </a:extLst>
          </p:cNvPr>
          <p:cNvCxnSpPr/>
          <p:nvPr/>
        </p:nvCxnSpPr>
        <p:spPr>
          <a:xfrm xmlns:a="http://schemas.openxmlformats.org/drawingml/2006/main" flipH="0" flipV="0">
            <a:off x="2893091" y="3379038"/>
            <a:ext cx="270580" cy="164868"/>
          </a:xfrm>
          <a:prstGeom xmlns:a="http://schemas.openxmlformats.org/drawingml/2006/main" prst="straightConnector1">
            <a:avLst/>
          </a:prstGeom>
          <a:ln xmlns:a="http://schemas.openxmlformats.org/drawingml/2006/main" w="6191">
            <a:solidFill>
              <a:srgbClr val="CBD1D5"/>
            </a:solidFill>
            <a:prstDash val="solid"/>
          </a:ln>
        </p:spPr>
      </p:cxnSp>
      <p:cxnSp>
        <p:nvCxnSpPr>
          <p:cNvPr id="127" name="">
            <a:extLst xmlns:a="http://schemas.openxmlformats.org/drawingml/2006/main">
              <a:ext uri="{FF2B5EF4-FFF2-40B4-BE49-F238E27FC236}">
                <a16:creationId xmlns:a16="http://schemas.microsoft.com/office/drawing/2014/main" id="{8F96B0B5-5484-4D4E-BF55-68693E34B61F}"/>
              </a:ext>
            </a:extLst>
          </p:cNvPr>
          <p:cNvCxnSpPr/>
          <p:nvPr/>
        </p:nvCxnSpPr>
        <p:spPr>
          <a:xfrm xmlns:a="http://schemas.openxmlformats.org/drawingml/2006/main" flipH="0" flipV="0">
            <a:off x="3163672" y="3543906"/>
            <a:ext cx="4104" cy="23452"/>
          </a:xfrm>
          <a:prstGeom xmlns:a="http://schemas.openxmlformats.org/drawingml/2006/main" prst="straightConnector1">
            <a:avLst/>
          </a:prstGeom>
          <a:ln xmlns:a="http://schemas.openxmlformats.org/drawingml/2006/main" w="6191">
            <a:solidFill>
              <a:srgbClr val="CBD1D5"/>
            </a:solidFill>
            <a:prstDash val="solid"/>
          </a:ln>
        </p:spPr>
      </p:cxnSp>
      <p:cxnSp>
        <p:nvCxnSpPr>
          <p:cNvPr id="128" name="">
            <a:extLst xmlns:a="http://schemas.openxmlformats.org/drawingml/2006/main">
              <a:ext uri="{FF2B5EF4-FFF2-40B4-BE49-F238E27FC236}">
                <a16:creationId xmlns:a16="http://schemas.microsoft.com/office/drawing/2014/main" id="{742CB337-0B2B-4BAB-B501-4621EA25E1ED}"/>
              </a:ext>
            </a:extLst>
          </p:cNvPr>
          <p:cNvCxnSpPr/>
          <p:nvPr/>
        </p:nvCxnSpPr>
        <p:spPr>
          <a:xfrm xmlns:a="http://schemas.openxmlformats.org/drawingml/2006/main" flipH="1" flipV="1">
            <a:off x="2837862" y="3344564"/>
            <a:ext cx="55230" cy="34474"/>
          </a:xfrm>
          <a:prstGeom xmlns:a="http://schemas.openxmlformats.org/drawingml/2006/main" prst="straightConnector1">
            <a:avLst/>
          </a:prstGeom>
          <a:ln xmlns:a="http://schemas.openxmlformats.org/drawingml/2006/main" w="6191">
            <a:solidFill>
              <a:srgbClr val="CBD1D5"/>
            </a:solidFill>
            <a:prstDash val="solid"/>
          </a:ln>
        </p:spPr>
      </p:cxnSp>
      <p:cxnSp>
        <p:nvCxnSpPr>
          <p:cNvPr id="129" name="">
            <a:extLst xmlns:a="http://schemas.openxmlformats.org/drawingml/2006/main">
              <a:ext uri="{FF2B5EF4-FFF2-40B4-BE49-F238E27FC236}">
                <a16:creationId xmlns:a16="http://schemas.microsoft.com/office/drawing/2014/main" id="{0FAADA8F-A98B-482C-AB81-C48C5DD8195D}"/>
              </a:ext>
            </a:extLst>
          </p:cNvPr>
          <p:cNvCxnSpPr/>
          <p:nvPr/>
        </p:nvCxnSpPr>
        <p:spPr>
          <a:xfrm xmlns:a="http://schemas.openxmlformats.org/drawingml/2006/main" flipH="1" flipV="1">
            <a:off x="2747750" y="3319001"/>
            <a:ext cx="90112" cy="25563"/>
          </a:xfrm>
          <a:prstGeom xmlns:a="http://schemas.openxmlformats.org/drawingml/2006/main" prst="straightConnector1">
            <a:avLst/>
          </a:prstGeom>
          <a:ln xmlns:a="http://schemas.openxmlformats.org/drawingml/2006/main" w="6191">
            <a:solidFill>
              <a:srgbClr val="CBD1D5"/>
            </a:solidFill>
            <a:prstDash val="solid"/>
          </a:ln>
        </p:spPr>
      </p:cxnSp>
      <p:cxnSp>
        <p:nvCxnSpPr>
          <p:cNvPr id="130" name="">
            <a:extLst xmlns:a="http://schemas.openxmlformats.org/drawingml/2006/main">
              <a:ext uri="{FF2B5EF4-FFF2-40B4-BE49-F238E27FC236}">
                <a16:creationId xmlns:a16="http://schemas.microsoft.com/office/drawing/2014/main" id="{568F253B-C392-47D5-8C87-1B5C1AB62BD2}"/>
              </a:ext>
            </a:extLst>
          </p:cNvPr>
          <p:cNvCxnSpPr/>
          <p:nvPr/>
        </p:nvCxnSpPr>
        <p:spPr>
          <a:xfrm xmlns:a="http://schemas.openxmlformats.org/drawingml/2006/main" flipH="1" flipV="1">
            <a:off x="2639223" y="3312669"/>
            <a:ext cx="108527" cy="6332"/>
          </a:xfrm>
          <a:prstGeom xmlns:a="http://schemas.openxmlformats.org/drawingml/2006/main" prst="straightConnector1">
            <a:avLst/>
          </a:prstGeom>
          <a:ln xmlns:a="http://schemas.openxmlformats.org/drawingml/2006/main" w="6191">
            <a:solidFill>
              <a:srgbClr val="CBD1D5"/>
            </a:solidFill>
            <a:prstDash val="solid"/>
          </a:ln>
        </p:spPr>
      </p:cxnSp>
      <p:cxnSp>
        <p:nvCxnSpPr>
          <p:cNvPr id="131" name="">
            <a:extLst xmlns:a="http://schemas.openxmlformats.org/drawingml/2006/main">
              <a:ext uri="{FF2B5EF4-FFF2-40B4-BE49-F238E27FC236}">
                <a16:creationId xmlns:a16="http://schemas.microsoft.com/office/drawing/2014/main" id="{26AB2DFC-5862-4967-85B9-891107027B22}"/>
              </a:ext>
            </a:extLst>
          </p:cNvPr>
          <p:cNvCxnSpPr/>
          <p:nvPr/>
        </p:nvCxnSpPr>
        <p:spPr>
          <a:xfrm xmlns:a="http://schemas.openxmlformats.org/drawingml/2006/main" flipH="1" flipV="0">
            <a:off x="2553801" y="3312669"/>
            <a:ext cx="85422" cy="21107"/>
          </a:xfrm>
          <a:prstGeom xmlns:a="http://schemas.openxmlformats.org/drawingml/2006/main" prst="straightConnector1">
            <a:avLst/>
          </a:prstGeom>
          <a:ln xmlns:a="http://schemas.openxmlformats.org/drawingml/2006/main" w="6191">
            <a:solidFill>
              <a:srgbClr val="CBD1D5"/>
            </a:solidFill>
            <a:prstDash val="solid"/>
          </a:ln>
        </p:spPr>
      </p:cxnSp>
      <p:cxnSp>
        <p:nvCxnSpPr>
          <p:cNvPr id="132" name="">
            <a:extLst xmlns:a="http://schemas.openxmlformats.org/drawingml/2006/main">
              <a:ext uri="{FF2B5EF4-FFF2-40B4-BE49-F238E27FC236}">
                <a16:creationId xmlns:a16="http://schemas.microsoft.com/office/drawing/2014/main" id="{D6865FF5-4C34-4979-B17A-D2F67895B25D}"/>
              </a:ext>
            </a:extLst>
          </p:cNvPr>
          <p:cNvCxnSpPr/>
          <p:nvPr/>
        </p:nvCxnSpPr>
        <p:spPr>
          <a:xfrm xmlns:a="http://schemas.openxmlformats.org/drawingml/2006/main" flipH="1" flipV="0">
            <a:off x="2504435" y="3333776"/>
            <a:ext cx="49367" cy="101547"/>
          </a:xfrm>
          <a:prstGeom xmlns:a="http://schemas.openxmlformats.org/drawingml/2006/main" prst="straightConnector1">
            <a:avLst/>
          </a:prstGeom>
          <a:ln xmlns:a="http://schemas.openxmlformats.org/drawingml/2006/main" w="6191">
            <a:solidFill>
              <a:srgbClr val="CBD1D5"/>
            </a:solidFill>
            <a:prstDash val="solid"/>
          </a:ln>
        </p:spPr>
      </p:cxnSp>
      <p:cxnSp>
        <p:nvCxnSpPr>
          <p:cNvPr id="133" name="">
            <a:extLst xmlns:a="http://schemas.openxmlformats.org/drawingml/2006/main">
              <a:ext uri="{FF2B5EF4-FFF2-40B4-BE49-F238E27FC236}">
                <a16:creationId xmlns:a16="http://schemas.microsoft.com/office/drawing/2014/main" id="{C4AF1B7A-E9A9-41B9-A585-E90E329FA0D6}"/>
              </a:ext>
            </a:extLst>
          </p:cNvPr>
          <p:cNvCxnSpPr/>
          <p:nvPr/>
        </p:nvCxnSpPr>
        <p:spPr>
          <a:xfrm xmlns:a="http://schemas.openxmlformats.org/drawingml/2006/main" flipH="1" flipV="0">
            <a:off x="2454717" y="3435323"/>
            <a:ext cx="49718" cy="64259"/>
          </a:xfrm>
          <a:prstGeom xmlns:a="http://schemas.openxmlformats.org/drawingml/2006/main" prst="straightConnector1">
            <a:avLst/>
          </a:prstGeom>
          <a:ln xmlns:a="http://schemas.openxmlformats.org/drawingml/2006/main" w="6191">
            <a:solidFill>
              <a:srgbClr val="CBD1D5"/>
            </a:solidFill>
            <a:prstDash val="solid"/>
          </a:ln>
        </p:spPr>
      </p:cxnSp>
      <p:cxnSp>
        <p:nvCxnSpPr>
          <p:cNvPr id="134" name="">
            <a:extLst xmlns:a="http://schemas.openxmlformats.org/drawingml/2006/main">
              <a:ext uri="{FF2B5EF4-FFF2-40B4-BE49-F238E27FC236}">
                <a16:creationId xmlns:a16="http://schemas.microsoft.com/office/drawing/2014/main" id="{4EA5793B-3FE3-4876-8775-A9D8E3151BE4}"/>
              </a:ext>
            </a:extLst>
          </p:cNvPr>
          <p:cNvCxnSpPr/>
          <p:nvPr/>
        </p:nvCxnSpPr>
        <p:spPr>
          <a:xfrm xmlns:a="http://schemas.openxmlformats.org/drawingml/2006/main" flipH="0" flipV="0">
            <a:off x="2454717" y="3499582"/>
            <a:ext cx="2228" cy="11022"/>
          </a:xfrm>
          <a:prstGeom xmlns:a="http://schemas.openxmlformats.org/drawingml/2006/main" prst="straightConnector1">
            <a:avLst/>
          </a:prstGeom>
          <a:ln xmlns:a="http://schemas.openxmlformats.org/drawingml/2006/main" w="6191">
            <a:solidFill>
              <a:srgbClr val="CBD1D5"/>
            </a:solidFill>
            <a:prstDash val="solid"/>
          </a:ln>
        </p:spPr>
      </p:cxnSp>
      <p:cxnSp>
        <p:nvCxnSpPr>
          <p:cNvPr id="135" name="">
            <a:extLst xmlns:a="http://schemas.openxmlformats.org/drawingml/2006/main">
              <a:ext uri="{FF2B5EF4-FFF2-40B4-BE49-F238E27FC236}">
                <a16:creationId xmlns:a16="http://schemas.microsoft.com/office/drawing/2014/main" id="{1607E2A8-0851-4232-98DD-D8B20A87E490}"/>
              </a:ext>
            </a:extLst>
          </p:cNvPr>
          <p:cNvCxnSpPr/>
          <p:nvPr/>
        </p:nvCxnSpPr>
        <p:spPr>
          <a:xfrm xmlns:a="http://schemas.openxmlformats.org/drawingml/2006/main" flipH="0" flipV="0">
            <a:off x="2456944" y="3510604"/>
            <a:ext cx="219042" cy="115149"/>
          </a:xfrm>
          <a:prstGeom xmlns:a="http://schemas.openxmlformats.org/drawingml/2006/main" prst="straightConnector1">
            <a:avLst/>
          </a:prstGeom>
          <a:ln xmlns:a="http://schemas.openxmlformats.org/drawingml/2006/main" w="6191">
            <a:solidFill>
              <a:srgbClr val="CBD1D5"/>
            </a:solidFill>
            <a:prstDash val="solid"/>
          </a:ln>
        </p:spPr>
      </p:cxnSp>
      <p:cxnSp>
        <p:nvCxnSpPr>
          <p:cNvPr id="136" name="">
            <a:extLst xmlns:a="http://schemas.openxmlformats.org/drawingml/2006/main">
              <a:ext uri="{FF2B5EF4-FFF2-40B4-BE49-F238E27FC236}">
                <a16:creationId xmlns:a16="http://schemas.microsoft.com/office/drawing/2014/main" id="{BC64412E-4A85-4B58-A6FD-7F96D1E43F52}"/>
              </a:ext>
            </a:extLst>
          </p:cNvPr>
          <p:cNvCxnSpPr/>
          <p:nvPr/>
        </p:nvCxnSpPr>
        <p:spPr>
          <a:xfrm xmlns:a="http://schemas.openxmlformats.org/drawingml/2006/main" flipH="0" flipV="0">
            <a:off x="2675986" y="3625754"/>
            <a:ext cx="200571" cy="122889"/>
          </a:xfrm>
          <a:prstGeom xmlns:a="http://schemas.openxmlformats.org/drawingml/2006/main" prst="straightConnector1">
            <a:avLst/>
          </a:prstGeom>
          <a:ln xmlns:a="http://schemas.openxmlformats.org/drawingml/2006/main" w="6191">
            <a:solidFill>
              <a:srgbClr val="CBD1D5"/>
            </a:solidFill>
            <a:prstDash val="solid"/>
          </a:ln>
        </p:spPr>
      </p:cxnSp>
      <p:cxnSp>
        <p:nvCxnSpPr>
          <p:cNvPr id="137" name="">
            <a:extLst xmlns:a="http://schemas.openxmlformats.org/drawingml/2006/main">
              <a:ext uri="{FF2B5EF4-FFF2-40B4-BE49-F238E27FC236}">
                <a16:creationId xmlns:a16="http://schemas.microsoft.com/office/drawing/2014/main" id="{D5834FA0-7C5B-42D0-99C8-2CDC057F4958}"/>
              </a:ext>
            </a:extLst>
          </p:cNvPr>
          <p:cNvCxnSpPr/>
          <p:nvPr/>
        </p:nvCxnSpPr>
        <p:spPr>
          <a:xfrm xmlns:a="http://schemas.openxmlformats.org/drawingml/2006/main" flipH="0" flipV="1">
            <a:off x="2876558" y="3742780"/>
            <a:ext cx="4048" cy="5863"/>
          </a:xfrm>
          <a:prstGeom xmlns:a="http://schemas.openxmlformats.org/drawingml/2006/main" prst="straightConnector1">
            <a:avLst/>
          </a:prstGeom>
          <a:ln xmlns:a="http://schemas.openxmlformats.org/drawingml/2006/main" w="6191">
            <a:solidFill>
              <a:srgbClr val="CBD1D5"/>
            </a:solidFill>
            <a:prstDash val="solid"/>
          </a:ln>
        </p:spPr>
      </p:cxnSp>
      <p:cxnSp>
        <p:nvCxnSpPr>
          <p:cNvPr id="138" name="">
            <a:extLst xmlns:a="http://schemas.openxmlformats.org/drawingml/2006/main">
              <a:ext uri="{FF2B5EF4-FFF2-40B4-BE49-F238E27FC236}">
                <a16:creationId xmlns:a16="http://schemas.microsoft.com/office/drawing/2014/main" id="{703A8195-3BB6-4B5C-94E3-4724CCE04E9E}"/>
              </a:ext>
            </a:extLst>
          </p:cNvPr>
          <p:cNvCxnSpPr/>
          <p:nvPr/>
        </p:nvCxnSpPr>
        <p:spPr>
          <a:xfrm xmlns:a="http://schemas.openxmlformats.org/drawingml/2006/main" flipH="1" flipV="1">
            <a:off x="2341382" y="3446815"/>
            <a:ext cx="113334" cy="52767"/>
          </a:xfrm>
          <a:prstGeom xmlns:a="http://schemas.openxmlformats.org/drawingml/2006/main" prst="straightConnector1">
            <a:avLst/>
          </a:prstGeom>
          <a:ln xmlns:a="http://schemas.openxmlformats.org/drawingml/2006/main" w="6191">
            <a:solidFill>
              <a:srgbClr val="CBD1D5"/>
            </a:solidFill>
            <a:prstDash val="solid"/>
          </a:ln>
        </p:spPr>
      </p:cxnSp>
      <p:cxnSp>
        <p:nvCxnSpPr>
          <p:cNvPr id="139" name="">
            <a:extLst xmlns:a="http://schemas.openxmlformats.org/drawingml/2006/main">
              <a:ext uri="{FF2B5EF4-FFF2-40B4-BE49-F238E27FC236}">
                <a16:creationId xmlns:a16="http://schemas.microsoft.com/office/drawing/2014/main" id="{0E591A74-0CFE-481C-A586-A4EA3142411F}"/>
              </a:ext>
            </a:extLst>
          </p:cNvPr>
          <p:cNvCxnSpPr/>
          <p:nvPr/>
        </p:nvCxnSpPr>
        <p:spPr>
          <a:xfrm xmlns:a="http://schemas.openxmlformats.org/drawingml/2006/main" flipH="1" flipV="1">
            <a:off x="2193283" y="3369658"/>
            <a:ext cx="148100" cy="77157"/>
          </a:xfrm>
          <a:prstGeom xmlns:a="http://schemas.openxmlformats.org/drawingml/2006/main" prst="straightConnector1">
            <a:avLst/>
          </a:prstGeom>
          <a:ln xmlns:a="http://schemas.openxmlformats.org/drawingml/2006/main" w="6191">
            <a:solidFill>
              <a:srgbClr val="CBD1D5"/>
            </a:solidFill>
            <a:prstDash val="solid"/>
          </a:ln>
        </p:spPr>
      </p:cxnSp>
      <p:cxnSp>
        <p:nvCxnSpPr>
          <p:cNvPr id="140" name="">
            <a:extLst xmlns:a="http://schemas.openxmlformats.org/drawingml/2006/main">
              <a:ext uri="{FF2B5EF4-FFF2-40B4-BE49-F238E27FC236}">
                <a16:creationId xmlns:a16="http://schemas.microsoft.com/office/drawing/2014/main" id="{66A96BB5-9206-4377-96AB-5CCEE2F6C7CE}"/>
              </a:ext>
            </a:extLst>
          </p:cNvPr>
          <p:cNvCxnSpPr/>
          <p:nvPr/>
        </p:nvCxnSpPr>
        <p:spPr>
          <a:xfrm xmlns:a="http://schemas.openxmlformats.org/drawingml/2006/main" flipH="1" flipV="1">
            <a:off x="2114132" y="3328617"/>
            <a:ext cx="79151" cy="41041"/>
          </a:xfrm>
          <a:prstGeom xmlns:a="http://schemas.openxmlformats.org/drawingml/2006/main" prst="straightConnector1">
            <a:avLst/>
          </a:prstGeom>
          <a:ln xmlns:a="http://schemas.openxmlformats.org/drawingml/2006/main" w="6191">
            <a:solidFill>
              <a:srgbClr val="CBD1D5"/>
            </a:solidFill>
            <a:prstDash val="solid"/>
          </a:ln>
        </p:spPr>
      </p:cxnSp>
      <p:cxnSp>
        <p:nvCxnSpPr>
          <p:cNvPr id="141" name="">
            <a:extLst xmlns:a="http://schemas.openxmlformats.org/drawingml/2006/main">
              <a:ext uri="{FF2B5EF4-FFF2-40B4-BE49-F238E27FC236}">
                <a16:creationId xmlns:a16="http://schemas.microsoft.com/office/drawing/2014/main" id="{40B21ACF-B284-4CD2-9706-0459593FC43F}"/>
              </a:ext>
            </a:extLst>
          </p:cNvPr>
          <p:cNvCxnSpPr/>
          <p:nvPr/>
        </p:nvCxnSpPr>
        <p:spPr>
          <a:xfrm xmlns:a="http://schemas.openxmlformats.org/drawingml/2006/main" flipH="1" flipV="1">
            <a:off x="2111613" y="3315718"/>
            <a:ext cx="2519" cy="12899"/>
          </a:xfrm>
          <a:prstGeom xmlns:a="http://schemas.openxmlformats.org/drawingml/2006/main" prst="straightConnector1">
            <a:avLst/>
          </a:prstGeom>
          <a:ln xmlns:a="http://schemas.openxmlformats.org/drawingml/2006/main" w="6191">
            <a:solidFill>
              <a:srgbClr val="CBD1D5"/>
            </a:solidFill>
            <a:prstDash val="solid"/>
          </a:ln>
        </p:spPr>
      </p:cxnSp>
      <p:cxnSp>
        <p:nvCxnSpPr>
          <p:cNvPr id="142" name="">
            <a:extLst xmlns:a="http://schemas.openxmlformats.org/drawingml/2006/main">
              <a:ext uri="{FF2B5EF4-FFF2-40B4-BE49-F238E27FC236}">
                <a16:creationId xmlns:a16="http://schemas.microsoft.com/office/drawing/2014/main" id="{741CA4A3-7763-4B8E-A975-26EF178403E2}"/>
              </a:ext>
            </a:extLst>
          </p:cNvPr>
          <p:cNvCxnSpPr/>
          <p:nvPr/>
        </p:nvCxnSpPr>
        <p:spPr>
          <a:xfrm xmlns:a="http://schemas.openxmlformats.org/drawingml/2006/main" flipH="1" flipV="1">
            <a:off x="2056736" y="3289452"/>
            <a:ext cx="54878" cy="26266"/>
          </a:xfrm>
          <a:prstGeom xmlns:a="http://schemas.openxmlformats.org/drawingml/2006/main" prst="straightConnector1">
            <a:avLst/>
          </a:prstGeom>
          <a:ln xmlns:a="http://schemas.openxmlformats.org/drawingml/2006/main" w="6191">
            <a:solidFill>
              <a:srgbClr val="CBD1D5"/>
            </a:solidFill>
            <a:prstDash val="solid"/>
          </a:ln>
        </p:spPr>
      </p:cxnSp>
      <p:cxnSp>
        <p:nvCxnSpPr>
          <p:cNvPr id="143" name="">
            <a:extLst xmlns:a="http://schemas.openxmlformats.org/drawingml/2006/main">
              <a:ext uri="{FF2B5EF4-FFF2-40B4-BE49-F238E27FC236}">
                <a16:creationId xmlns:a16="http://schemas.microsoft.com/office/drawing/2014/main" id="{C24803FE-9345-480B-88A4-2DF283927F51}"/>
              </a:ext>
            </a:extLst>
          </p:cNvPr>
          <p:cNvCxnSpPr/>
          <p:nvPr/>
        </p:nvCxnSpPr>
        <p:spPr>
          <a:xfrm xmlns:a="http://schemas.openxmlformats.org/drawingml/2006/main" flipH="1" flipV="1">
            <a:off x="1902829" y="3217688"/>
            <a:ext cx="153906" cy="71763"/>
          </a:xfrm>
          <a:prstGeom xmlns:a="http://schemas.openxmlformats.org/drawingml/2006/main" prst="straightConnector1">
            <a:avLst/>
          </a:prstGeom>
          <a:ln xmlns:a="http://schemas.openxmlformats.org/drawingml/2006/main" w="6191">
            <a:solidFill>
              <a:srgbClr val="CBD1D5"/>
            </a:solidFill>
            <a:prstDash val="solid"/>
          </a:ln>
        </p:spPr>
      </p:cxnSp>
      <p:cxnSp>
        <p:nvCxnSpPr>
          <p:cNvPr id="144" name="">
            <a:extLst xmlns:a="http://schemas.openxmlformats.org/drawingml/2006/main">
              <a:ext uri="{FF2B5EF4-FFF2-40B4-BE49-F238E27FC236}">
                <a16:creationId xmlns:a16="http://schemas.microsoft.com/office/drawing/2014/main" id="{FC7B6673-6733-473F-8520-D32705C8EF61}"/>
              </a:ext>
            </a:extLst>
          </p:cNvPr>
          <p:cNvCxnSpPr/>
          <p:nvPr/>
        </p:nvCxnSpPr>
        <p:spPr>
          <a:xfrm xmlns:a="http://schemas.openxmlformats.org/drawingml/2006/main" flipH="1" flipV="0">
            <a:off x="1887295" y="3217688"/>
            <a:ext cx="15535" cy="103658"/>
          </a:xfrm>
          <a:prstGeom xmlns:a="http://schemas.openxmlformats.org/drawingml/2006/main" prst="straightConnector1">
            <a:avLst/>
          </a:prstGeom>
          <a:ln xmlns:a="http://schemas.openxmlformats.org/drawingml/2006/main" w="6191">
            <a:solidFill>
              <a:srgbClr val="CBD1D5"/>
            </a:solidFill>
            <a:prstDash val="solid"/>
          </a:ln>
        </p:spPr>
      </p:cxnSp>
      <p:cxnSp>
        <p:nvCxnSpPr>
          <p:cNvPr id="145" name="">
            <a:extLst xmlns:a="http://schemas.openxmlformats.org/drawingml/2006/main">
              <a:ext uri="{FF2B5EF4-FFF2-40B4-BE49-F238E27FC236}">
                <a16:creationId xmlns:a16="http://schemas.microsoft.com/office/drawing/2014/main" id="{27AD5D56-7D8A-4244-A452-72C033E5458D}"/>
              </a:ext>
            </a:extLst>
          </p:cNvPr>
          <p:cNvCxnSpPr/>
          <p:nvPr/>
        </p:nvCxnSpPr>
        <p:spPr>
          <a:xfrm xmlns:a="http://schemas.openxmlformats.org/drawingml/2006/main" flipH="1" flipV="0">
            <a:off x="1847131" y="3332838"/>
            <a:ext cx="31135" cy="81144"/>
          </a:xfrm>
          <a:prstGeom xmlns:a="http://schemas.openxmlformats.org/drawingml/2006/main" prst="straightConnector1">
            <a:avLst/>
          </a:prstGeom>
          <a:ln xmlns:a="http://schemas.openxmlformats.org/drawingml/2006/main" w="6191">
            <a:solidFill>
              <a:srgbClr val="CBD1D5"/>
            </a:solidFill>
            <a:prstDash val="solid"/>
          </a:ln>
        </p:spPr>
      </p:cxnSp>
      <p:cxnSp>
        <p:nvCxnSpPr>
          <p:cNvPr id="146" name="">
            <a:extLst xmlns:a="http://schemas.openxmlformats.org/drawingml/2006/main">
              <a:ext uri="{FF2B5EF4-FFF2-40B4-BE49-F238E27FC236}">
                <a16:creationId xmlns:a16="http://schemas.microsoft.com/office/drawing/2014/main" id="{A5ED7C5C-32E6-4FE6-BE95-128EF86DA10E}"/>
              </a:ext>
            </a:extLst>
          </p:cNvPr>
          <p:cNvCxnSpPr/>
          <p:nvPr/>
        </p:nvCxnSpPr>
        <p:spPr>
          <a:xfrm xmlns:a="http://schemas.openxmlformats.org/drawingml/2006/main" flipH="0" flipV="0">
            <a:off x="1847131" y="3413982"/>
            <a:ext cx="67720" cy="26735"/>
          </a:xfrm>
          <a:prstGeom xmlns:a="http://schemas.openxmlformats.org/drawingml/2006/main" prst="straightConnector1">
            <a:avLst/>
          </a:prstGeom>
          <a:ln xmlns:a="http://schemas.openxmlformats.org/drawingml/2006/main" w="6191">
            <a:solidFill>
              <a:srgbClr val="CBD1D5"/>
            </a:solidFill>
            <a:prstDash val="solid"/>
          </a:ln>
        </p:spPr>
      </p:cxnSp>
      <p:cxnSp>
        <p:nvCxnSpPr>
          <p:cNvPr id="147" name="">
            <a:extLst xmlns:a="http://schemas.openxmlformats.org/drawingml/2006/main">
              <a:ext uri="{FF2B5EF4-FFF2-40B4-BE49-F238E27FC236}">
                <a16:creationId xmlns:a16="http://schemas.microsoft.com/office/drawing/2014/main" id="{3DE2CF03-9372-4059-A093-B127109B532E}"/>
              </a:ext>
            </a:extLst>
          </p:cNvPr>
          <p:cNvCxnSpPr/>
          <p:nvPr/>
        </p:nvCxnSpPr>
        <p:spPr>
          <a:xfrm xmlns:a="http://schemas.openxmlformats.org/drawingml/2006/main" flipH="1" flipV="0">
            <a:off x="1909396" y="3440717"/>
            <a:ext cx="5455" cy="15478"/>
          </a:xfrm>
          <a:prstGeom xmlns:a="http://schemas.openxmlformats.org/drawingml/2006/main" prst="straightConnector1">
            <a:avLst/>
          </a:prstGeom>
          <a:ln xmlns:a="http://schemas.openxmlformats.org/drawingml/2006/main" w="6191">
            <a:solidFill>
              <a:srgbClr val="CBD1D5"/>
            </a:solidFill>
            <a:prstDash val="solid"/>
          </a:ln>
        </p:spPr>
      </p:cxnSp>
      <p:cxnSp>
        <p:nvCxnSpPr>
          <p:cNvPr id="148" name="">
            <a:extLst xmlns:a="http://schemas.openxmlformats.org/drawingml/2006/main">
              <a:ext uri="{FF2B5EF4-FFF2-40B4-BE49-F238E27FC236}">
                <a16:creationId xmlns:a16="http://schemas.microsoft.com/office/drawing/2014/main" id="{4A92551A-68EC-4632-A3B7-1767CC250A4C}"/>
              </a:ext>
            </a:extLst>
          </p:cNvPr>
          <p:cNvCxnSpPr/>
          <p:nvPr/>
        </p:nvCxnSpPr>
        <p:spPr>
          <a:xfrm xmlns:a="http://schemas.openxmlformats.org/drawingml/2006/main" flipH="1" flipV="0">
            <a:off x="1878266" y="3321346"/>
            <a:ext cx="9029" cy="11491"/>
          </a:xfrm>
          <a:prstGeom xmlns:a="http://schemas.openxmlformats.org/drawingml/2006/main" prst="straightConnector1">
            <a:avLst/>
          </a:prstGeom>
          <a:ln xmlns:a="http://schemas.openxmlformats.org/drawingml/2006/main" w="6191">
            <a:solidFill>
              <a:srgbClr val="CBD1D5"/>
            </a:solidFill>
            <a:prstDash val="solid"/>
          </a:ln>
        </p:spPr>
      </p:cxnSp>
      <p:cxnSp>
        <p:nvCxnSpPr>
          <p:cNvPr id="149" name="">
            <a:extLst xmlns:a="http://schemas.openxmlformats.org/drawingml/2006/main">
              <a:ext uri="{FF2B5EF4-FFF2-40B4-BE49-F238E27FC236}">
                <a16:creationId xmlns:a16="http://schemas.microsoft.com/office/drawing/2014/main" id="{D9310484-58EC-435F-8AD8-42D4617FD989}"/>
              </a:ext>
            </a:extLst>
          </p:cNvPr>
          <p:cNvCxnSpPr/>
          <p:nvPr/>
        </p:nvCxnSpPr>
        <p:spPr>
          <a:xfrm xmlns:a="http://schemas.openxmlformats.org/drawingml/2006/main" flipH="1" flipV="0">
            <a:off x="1891103" y="3456196"/>
            <a:ext cx="18293" cy="7974"/>
          </a:xfrm>
          <a:prstGeom xmlns:a="http://schemas.openxmlformats.org/drawingml/2006/main" prst="straightConnector1">
            <a:avLst/>
          </a:prstGeom>
          <a:ln xmlns:a="http://schemas.openxmlformats.org/drawingml/2006/main" w="6191">
            <a:solidFill>
              <a:srgbClr val="CBD1D5"/>
            </a:solidFill>
            <a:prstDash val="solid"/>
          </a:ln>
        </p:spPr>
      </p:cxnSp>
      <p:cxnSp>
        <p:nvCxnSpPr>
          <p:cNvPr id="150" name="">
            <a:extLst xmlns:a="http://schemas.openxmlformats.org/drawingml/2006/main">
              <a:ext uri="{FF2B5EF4-FFF2-40B4-BE49-F238E27FC236}">
                <a16:creationId xmlns:a16="http://schemas.microsoft.com/office/drawing/2014/main" id="{818049DE-5233-46AC-ADD4-24459ADBB97E}"/>
              </a:ext>
            </a:extLst>
          </p:cNvPr>
          <p:cNvCxnSpPr/>
          <p:nvPr/>
        </p:nvCxnSpPr>
        <p:spPr>
          <a:xfrm xmlns:a="http://schemas.openxmlformats.org/drawingml/2006/main" flipH="1" flipV="0">
            <a:off x="1830541" y="3464169"/>
            <a:ext cx="60563" cy="155956"/>
          </a:xfrm>
          <a:prstGeom xmlns:a="http://schemas.openxmlformats.org/drawingml/2006/main" prst="straightConnector1">
            <a:avLst/>
          </a:prstGeom>
          <a:ln xmlns:a="http://schemas.openxmlformats.org/drawingml/2006/main" w="6191">
            <a:solidFill>
              <a:srgbClr val="CBD1D5"/>
            </a:solidFill>
            <a:prstDash val="solid"/>
          </a:ln>
        </p:spPr>
      </p:cxnSp>
      <p:cxnSp>
        <p:nvCxnSpPr>
          <p:cNvPr id="151" name="">
            <a:extLst xmlns:a="http://schemas.openxmlformats.org/drawingml/2006/main">
              <a:ext uri="{FF2B5EF4-FFF2-40B4-BE49-F238E27FC236}">
                <a16:creationId xmlns:a16="http://schemas.microsoft.com/office/drawing/2014/main" id="{3B4DE5F9-880E-4EB6-A795-FF4607587197}"/>
              </a:ext>
            </a:extLst>
          </p:cNvPr>
          <p:cNvCxnSpPr/>
          <p:nvPr/>
        </p:nvCxnSpPr>
        <p:spPr>
          <a:xfrm xmlns:a="http://schemas.openxmlformats.org/drawingml/2006/main" flipH="1" flipV="0">
            <a:off x="1809082" y="3620125"/>
            <a:ext cx="21459" cy="56285"/>
          </a:xfrm>
          <a:prstGeom xmlns:a="http://schemas.openxmlformats.org/drawingml/2006/main" prst="straightConnector1">
            <a:avLst/>
          </a:prstGeom>
          <a:ln xmlns:a="http://schemas.openxmlformats.org/drawingml/2006/main" w="6191">
            <a:solidFill>
              <a:srgbClr val="CBD1D5"/>
            </a:solidFill>
            <a:prstDash val="solid"/>
          </a:ln>
        </p:spPr>
      </p:cxnSp>
      <p:cxnSp>
        <p:nvCxnSpPr>
          <p:cNvPr id="152" name="">
            <a:extLst xmlns:a="http://schemas.openxmlformats.org/drawingml/2006/main">
              <a:ext uri="{FF2B5EF4-FFF2-40B4-BE49-F238E27FC236}">
                <a16:creationId xmlns:a16="http://schemas.microsoft.com/office/drawing/2014/main" id="{5D8663BD-A2CF-4B0F-B6CF-827AF4C56A7C}"/>
              </a:ext>
            </a:extLst>
          </p:cNvPr>
          <p:cNvCxnSpPr/>
          <p:nvPr/>
        </p:nvCxnSpPr>
        <p:spPr>
          <a:xfrm xmlns:a="http://schemas.openxmlformats.org/drawingml/2006/main" flipH="0" flipV="0">
            <a:off x="1809082" y="3676410"/>
            <a:ext cx="62734" cy="21107"/>
          </a:xfrm>
          <a:prstGeom xmlns:a="http://schemas.openxmlformats.org/drawingml/2006/main" prst="straightConnector1">
            <a:avLst/>
          </a:prstGeom>
          <a:ln xmlns:a="http://schemas.openxmlformats.org/drawingml/2006/main" w="6191">
            <a:solidFill>
              <a:srgbClr val="CBD1D5"/>
            </a:solidFill>
            <a:prstDash val="solid"/>
          </a:ln>
        </p:spPr>
      </p:cxnSp>
      <p:cxnSp>
        <p:nvCxnSpPr>
          <p:cNvPr id="153" name="">
            <a:extLst xmlns:a="http://schemas.openxmlformats.org/drawingml/2006/main">
              <a:ext uri="{FF2B5EF4-FFF2-40B4-BE49-F238E27FC236}">
                <a16:creationId xmlns:a16="http://schemas.microsoft.com/office/drawing/2014/main" id="{C61CB13F-E9F5-47B3-9228-17108E213234}"/>
              </a:ext>
            </a:extLst>
          </p:cNvPr>
          <p:cNvCxnSpPr/>
          <p:nvPr/>
        </p:nvCxnSpPr>
        <p:spPr>
          <a:xfrm xmlns:a="http://schemas.openxmlformats.org/drawingml/2006/main" flipH="0" flipV="0">
            <a:off x="1871816" y="3697517"/>
            <a:ext cx="37345" cy="37992"/>
          </a:xfrm>
          <a:prstGeom xmlns:a="http://schemas.openxmlformats.org/drawingml/2006/main" prst="straightConnector1">
            <a:avLst/>
          </a:prstGeom>
          <a:ln xmlns:a="http://schemas.openxmlformats.org/drawingml/2006/main" w="6191">
            <a:solidFill>
              <a:srgbClr val="CBD1D5"/>
            </a:solidFill>
            <a:prstDash val="solid"/>
          </a:ln>
        </p:spPr>
      </p:cxnSp>
      <p:cxnSp>
        <p:nvCxnSpPr>
          <p:cNvPr id="154" name="">
            <a:extLst xmlns:a="http://schemas.openxmlformats.org/drawingml/2006/main">
              <a:ext uri="{FF2B5EF4-FFF2-40B4-BE49-F238E27FC236}">
                <a16:creationId xmlns:a16="http://schemas.microsoft.com/office/drawing/2014/main" id="{5799C2C5-04C1-45D6-BD37-52BAAF557606}"/>
              </a:ext>
            </a:extLst>
          </p:cNvPr>
          <p:cNvCxnSpPr/>
          <p:nvPr/>
        </p:nvCxnSpPr>
        <p:spPr>
          <a:xfrm xmlns:a="http://schemas.openxmlformats.org/drawingml/2006/main" flipH="0" flipV="0">
            <a:off x="1909161" y="3735509"/>
            <a:ext cx="240618" cy="101078"/>
          </a:xfrm>
          <a:prstGeom xmlns:a="http://schemas.openxmlformats.org/drawingml/2006/main" prst="straightConnector1">
            <a:avLst/>
          </a:prstGeom>
          <a:ln xmlns:a="http://schemas.openxmlformats.org/drawingml/2006/main" w="6191">
            <a:solidFill>
              <a:srgbClr val="CBD1D5"/>
            </a:solidFill>
            <a:prstDash val="solid"/>
          </a:ln>
        </p:spPr>
      </p:cxnSp>
      <p:cxnSp>
        <p:nvCxnSpPr>
          <p:cNvPr id="155" name="">
            <a:extLst xmlns:a="http://schemas.openxmlformats.org/drawingml/2006/main">
              <a:ext uri="{FF2B5EF4-FFF2-40B4-BE49-F238E27FC236}">
                <a16:creationId xmlns:a16="http://schemas.microsoft.com/office/drawing/2014/main" id="{F4603D7A-0DA9-4F0B-93F8-A67A3D6D11E0}"/>
              </a:ext>
            </a:extLst>
          </p:cNvPr>
          <p:cNvCxnSpPr/>
          <p:nvPr/>
        </p:nvCxnSpPr>
        <p:spPr>
          <a:xfrm xmlns:a="http://schemas.openxmlformats.org/drawingml/2006/main" flipH="0" flipV="0">
            <a:off x="2149779" y="3836588"/>
            <a:ext cx="118198" cy="49484"/>
          </a:xfrm>
          <a:prstGeom xmlns:a="http://schemas.openxmlformats.org/drawingml/2006/main" prst="straightConnector1">
            <a:avLst/>
          </a:prstGeom>
          <a:ln xmlns:a="http://schemas.openxmlformats.org/drawingml/2006/main" w="6191">
            <a:solidFill>
              <a:srgbClr val="CBD1D5"/>
            </a:solidFill>
            <a:prstDash val="solid"/>
          </a:ln>
        </p:spPr>
      </p:cxnSp>
      <p:cxnSp>
        <p:nvCxnSpPr>
          <p:cNvPr id="156" name="">
            <a:extLst xmlns:a="http://schemas.openxmlformats.org/drawingml/2006/main">
              <a:ext uri="{FF2B5EF4-FFF2-40B4-BE49-F238E27FC236}">
                <a16:creationId xmlns:a16="http://schemas.microsoft.com/office/drawing/2014/main" id="{29270DF3-4E57-4D42-9959-89E8C6F80237}"/>
              </a:ext>
            </a:extLst>
          </p:cNvPr>
          <p:cNvCxnSpPr/>
          <p:nvPr/>
        </p:nvCxnSpPr>
        <p:spPr>
          <a:xfrm xmlns:a="http://schemas.openxmlformats.org/drawingml/2006/main" flipH="0" flipV="1">
            <a:off x="2915371" y="3952675"/>
            <a:ext cx="882" cy="148217"/>
          </a:xfrm>
          <a:prstGeom xmlns:a="http://schemas.openxmlformats.org/drawingml/2006/main" prst="straightConnector1">
            <a:avLst/>
          </a:prstGeom>
          <a:ln xmlns:a="http://schemas.openxmlformats.org/drawingml/2006/main" w="6191">
            <a:solidFill>
              <a:srgbClr val="CBD1D5"/>
            </a:solidFill>
            <a:prstDash val="solid"/>
          </a:ln>
        </p:spPr>
      </p:cxnSp>
      <p:cxnSp>
        <p:nvCxnSpPr>
          <p:cNvPr id="157" name="">
            <a:extLst xmlns:a="http://schemas.openxmlformats.org/drawingml/2006/main">
              <a:ext uri="{FF2B5EF4-FFF2-40B4-BE49-F238E27FC236}">
                <a16:creationId xmlns:a16="http://schemas.microsoft.com/office/drawing/2014/main" id="{3DE3E65C-EC53-4E74-B2F4-8DB094ABC986}"/>
              </a:ext>
            </a:extLst>
          </p:cNvPr>
          <p:cNvCxnSpPr/>
          <p:nvPr/>
        </p:nvCxnSpPr>
        <p:spPr>
          <a:xfrm xmlns:a="http://schemas.openxmlformats.org/drawingml/2006/main" flipH="0" flipV="1">
            <a:off x="2916253" y="3819233"/>
            <a:ext cx="2697" cy="133442"/>
          </a:xfrm>
          <a:prstGeom xmlns:a="http://schemas.openxmlformats.org/drawingml/2006/main" prst="straightConnector1">
            <a:avLst/>
          </a:prstGeom>
          <a:ln xmlns:a="http://schemas.openxmlformats.org/drawingml/2006/main" w="6191">
            <a:solidFill>
              <a:srgbClr val="CBD1D5"/>
            </a:solidFill>
            <a:prstDash val="solid"/>
          </a:ln>
        </p:spPr>
      </p:cxnSp>
      <p:cxnSp>
        <p:nvCxnSpPr>
          <p:cNvPr id="158" name="">
            <a:extLst xmlns:a="http://schemas.openxmlformats.org/drawingml/2006/main">
              <a:ext uri="{FF2B5EF4-FFF2-40B4-BE49-F238E27FC236}">
                <a16:creationId xmlns:a16="http://schemas.microsoft.com/office/drawing/2014/main" id="{80AAC503-306F-4BCE-9E4A-BE26B70EC002}"/>
              </a:ext>
            </a:extLst>
          </p:cNvPr>
          <p:cNvCxnSpPr/>
          <p:nvPr/>
        </p:nvCxnSpPr>
        <p:spPr>
          <a:xfrm xmlns:a="http://schemas.openxmlformats.org/drawingml/2006/main" flipH="0" flipV="1">
            <a:off x="2918950" y="3776081"/>
            <a:ext cx="15652" cy="43152"/>
          </a:xfrm>
          <a:prstGeom xmlns:a="http://schemas.openxmlformats.org/drawingml/2006/main" prst="straightConnector1">
            <a:avLst/>
          </a:prstGeom>
          <a:ln xmlns:a="http://schemas.openxmlformats.org/drawingml/2006/main" w="6191">
            <a:solidFill>
              <a:srgbClr val="CBD1D5"/>
            </a:solidFill>
            <a:prstDash val="solid"/>
          </a:ln>
        </p:spPr>
      </p:cxnSp>
      <p:cxnSp>
        <p:nvCxnSpPr>
          <p:cNvPr id="159" name="">
            <a:extLst xmlns:a="http://schemas.openxmlformats.org/drawingml/2006/main">
              <a:ext uri="{FF2B5EF4-FFF2-40B4-BE49-F238E27FC236}">
                <a16:creationId xmlns:a16="http://schemas.microsoft.com/office/drawing/2014/main" id="{20FB0B03-32D1-42A3-AD28-9300F509E36C}"/>
              </a:ext>
            </a:extLst>
          </p:cNvPr>
          <p:cNvCxnSpPr/>
          <p:nvPr/>
        </p:nvCxnSpPr>
        <p:spPr>
          <a:xfrm xmlns:a="http://schemas.openxmlformats.org/drawingml/2006/main" flipH="1" flipV="1">
            <a:off x="2881661" y="3654131"/>
            <a:ext cx="57692" cy="108817"/>
          </a:xfrm>
          <a:prstGeom xmlns:a="http://schemas.openxmlformats.org/drawingml/2006/main" prst="straightConnector1">
            <a:avLst/>
          </a:prstGeom>
          <a:ln xmlns:a="http://schemas.openxmlformats.org/drawingml/2006/main" w="6191">
            <a:solidFill>
              <a:srgbClr val="CBD1D5"/>
            </a:solidFill>
            <a:prstDash val="solid"/>
          </a:ln>
        </p:spPr>
      </p:cxnSp>
      <p:cxnSp>
        <p:nvCxnSpPr>
          <p:cNvPr id="160" name="">
            <a:extLst xmlns:a="http://schemas.openxmlformats.org/drawingml/2006/main">
              <a:ext uri="{FF2B5EF4-FFF2-40B4-BE49-F238E27FC236}">
                <a16:creationId xmlns:a16="http://schemas.microsoft.com/office/drawing/2014/main" id="{C3F66411-4103-4770-A7BF-00FCE2D10E06}"/>
              </a:ext>
            </a:extLst>
          </p:cNvPr>
          <p:cNvCxnSpPr/>
          <p:nvPr/>
        </p:nvCxnSpPr>
        <p:spPr>
          <a:xfrm xmlns:a="http://schemas.openxmlformats.org/drawingml/2006/main" flipH="0" flipV="1">
            <a:off x="2881661" y="3567358"/>
            <a:ext cx="286115" cy="86773"/>
          </a:xfrm>
          <a:prstGeom xmlns:a="http://schemas.openxmlformats.org/drawingml/2006/main" prst="straightConnector1">
            <a:avLst/>
          </a:prstGeom>
          <a:ln xmlns:a="http://schemas.openxmlformats.org/drawingml/2006/main" w="6191">
            <a:solidFill>
              <a:srgbClr val="CBD1D5"/>
            </a:solidFill>
            <a:prstDash val="solid"/>
          </a:ln>
        </p:spPr>
      </p:cxnSp>
      <p:cxnSp>
        <p:nvCxnSpPr>
          <p:cNvPr id="161" name="">
            <a:extLst xmlns:a="http://schemas.openxmlformats.org/drawingml/2006/main">
              <a:ext uri="{FF2B5EF4-FFF2-40B4-BE49-F238E27FC236}">
                <a16:creationId xmlns:a16="http://schemas.microsoft.com/office/drawing/2014/main" id="{E86C65A7-423E-4F51-8B03-B92C89CE6309}"/>
              </a:ext>
            </a:extLst>
          </p:cNvPr>
          <p:cNvCxnSpPr/>
          <p:nvPr/>
        </p:nvCxnSpPr>
        <p:spPr>
          <a:xfrm xmlns:a="http://schemas.openxmlformats.org/drawingml/2006/main" flipH="0" flipV="0">
            <a:off x="3167776" y="3567358"/>
            <a:ext cx="195529" cy="0"/>
          </a:xfrm>
          <a:prstGeom xmlns:a="http://schemas.openxmlformats.org/drawingml/2006/main" prst="straightConnector1">
            <a:avLst/>
          </a:prstGeom>
          <a:ln xmlns:a="http://schemas.openxmlformats.org/drawingml/2006/main" w="6191">
            <a:solidFill>
              <a:srgbClr val="CBD1D5"/>
            </a:solidFill>
            <a:prstDash val="solid"/>
          </a:ln>
        </p:spPr>
      </p:cxnSp>
      <p:cxnSp>
        <p:nvCxnSpPr>
          <p:cNvPr id="162" name="">
            <a:extLst xmlns:a="http://schemas.openxmlformats.org/drawingml/2006/main">
              <a:ext uri="{FF2B5EF4-FFF2-40B4-BE49-F238E27FC236}">
                <a16:creationId xmlns:a16="http://schemas.microsoft.com/office/drawing/2014/main" id="{E9BE6B20-834A-4B94-913D-0C2112253B88}"/>
              </a:ext>
            </a:extLst>
          </p:cNvPr>
          <p:cNvCxnSpPr/>
          <p:nvPr/>
        </p:nvCxnSpPr>
        <p:spPr>
          <a:xfrm xmlns:a="http://schemas.openxmlformats.org/drawingml/2006/main" flipH="0" flipV="0">
            <a:off x="3363305" y="3567358"/>
            <a:ext cx="34535" cy="45966"/>
          </a:xfrm>
          <a:prstGeom xmlns:a="http://schemas.openxmlformats.org/drawingml/2006/main" prst="straightConnector1">
            <a:avLst/>
          </a:prstGeom>
          <a:ln xmlns:a="http://schemas.openxmlformats.org/drawingml/2006/main" w="6191">
            <a:solidFill>
              <a:srgbClr val="CBD1D5"/>
            </a:solidFill>
            <a:prstDash val="solid"/>
          </a:ln>
        </p:spPr>
      </p:cxnSp>
      <p:cxnSp>
        <p:nvCxnSpPr>
          <p:cNvPr id="163" name="">
            <a:extLst xmlns:a="http://schemas.openxmlformats.org/drawingml/2006/main">
              <a:ext uri="{FF2B5EF4-FFF2-40B4-BE49-F238E27FC236}">
                <a16:creationId xmlns:a16="http://schemas.microsoft.com/office/drawing/2014/main" id="{0895BE9E-FE78-4F9C-B4F0-9CBD7507E26A}"/>
              </a:ext>
            </a:extLst>
          </p:cNvPr>
          <p:cNvCxnSpPr/>
          <p:nvPr/>
        </p:nvCxnSpPr>
        <p:spPr>
          <a:xfrm xmlns:a="http://schemas.openxmlformats.org/drawingml/2006/main" flipH="1" flipV="0">
            <a:off x="2934601" y="3762948"/>
            <a:ext cx="4751" cy="13133"/>
          </a:xfrm>
          <a:prstGeom xmlns:a="http://schemas.openxmlformats.org/drawingml/2006/main" prst="straightConnector1">
            <a:avLst/>
          </a:prstGeom>
          <a:ln xmlns:a="http://schemas.openxmlformats.org/drawingml/2006/main" w="6191">
            <a:solidFill>
              <a:srgbClr val="CBD1D5"/>
            </a:solidFill>
            <a:prstDash val="solid"/>
          </a:ln>
        </p:spPr>
      </p:cxnSp>
      <p:cxnSp>
        <p:nvCxnSpPr>
          <p:cNvPr id="164" name="">
            <a:extLst xmlns:a="http://schemas.openxmlformats.org/drawingml/2006/main">
              <a:ext uri="{FF2B5EF4-FFF2-40B4-BE49-F238E27FC236}">
                <a16:creationId xmlns:a16="http://schemas.microsoft.com/office/drawing/2014/main" id="{CF70B7F2-481C-4437-B074-7E4BC19310E8}"/>
              </a:ext>
            </a:extLst>
          </p:cNvPr>
          <p:cNvCxnSpPr/>
          <p:nvPr/>
        </p:nvCxnSpPr>
        <p:spPr>
          <a:xfrm xmlns:a="http://schemas.openxmlformats.org/drawingml/2006/main" flipH="0" flipV="0">
            <a:off x="2915371" y="4100892"/>
            <a:ext cx="1055" cy="15713"/>
          </a:xfrm>
          <a:prstGeom xmlns:a="http://schemas.openxmlformats.org/drawingml/2006/main" prst="straightConnector1">
            <a:avLst/>
          </a:prstGeom>
          <a:ln xmlns:a="http://schemas.openxmlformats.org/drawingml/2006/main" w="6191">
            <a:solidFill>
              <a:srgbClr val="CBD1D5"/>
            </a:solidFill>
            <a:prstDash val="solid"/>
          </a:ln>
        </p:spPr>
      </p:cxnSp>
      <p:cxnSp>
        <p:nvCxnSpPr>
          <p:cNvPr id="165" name="">
            <a:extLst xmlns:a="http://schemas.openxmlformats.org/drawingml/2006/main">
              <a:ext uri="{FF2B5EF4-FFF2-40B4-BE49-F238E27FC236}">
                <a16:creationId xmlns:a16="http://schemas.microsoft.com/office/drawing/2014/main" id="{227B1D4B-D519-4FB5-B9CA-8EEB9ADF1F9D}"/>
              </a:ext>
            </a:extLst>
          </p:cNvPr>
          <p:cNvCxnSpPr/>
          <p:nvPr/>
        </p:nvCxnSpPr>
        <p:spPr>
          <a:xfrm xmlns:a="http://schemas.openxmlformats.org/drawingml/2006/main" flipH="0" flipV="0">
            <a:off x="2916426" y="4116605"/>
            <a:ext cx="168681" cy="54643"/>
          </a:xfrm>
          <a:prstGeom xmlns:a="http://schemas.openxmlformats.org/drawingml/2006/main" prst="straightConnector1">
            <a:avLst/>
          </a:prstGeom>
          <a:ln xmlns:a="http://schemas.openxmlformats.org/drawingml/2006/main" w="6191">
            <a:solidFill>
              <a:srgbClr val="CBD1D5"/>
            </a:solidFill>
            <a:prstDash val="solid"/>
          </a:ln>
        </p:spPr>
      </p:cxnSp>
      <p:cxnSp>
        <p:nvCxnSpPr>
          <p:cNvPr id="166" name="">
            <a:extLst xmlns:a="http://schemas.openxmlformats.org/drawingml/2006/main">
              <a:ext uri="{FF2B5EF4-FFF2-40B4-BE49-F238E27FC236}">
                <a16:creationId xmlns:a16="http://schemas.microsoft.com/office/drawing/2014/main" id="{E1B2F585-625A-49FD-91D4-22C41028CDE6}"/>
              </a:ext>
            </a:extLst>
          </p:cNvPr>
          <p:cNvCxnSpPr/>
          <p:nvPr/>
        </p:nvCxnSpPr>
        <p:spPr>
          <a:xfrm xmlns:a="http://schemas.openxmlformats.org/drawingml/2006/main" flipH="0" flipV="0">
            <a:off x="3085107" y="4171248"/>
            <a:ext cx="279079" cy="98030"/>
          </a:xfrm>
          <a:prstGeom xmlns:a="http://schemas.openxmlformats.org/drawingml/2006/main" prst="straightConnector1">
            <a:avLst/>
          </a:prstGeom>
          <a:ln xmlns:a="http://schemas.openxmlformats.org/drawingml/2006/main" w="6191">
            <a:solidFill>
              <a:srgbClr val="CBD1D5"/>
            </a:solidFill>
            <a:prstDash val="solid"/>
          </a:ln>
        </p:spPr>
      </p:cxnSp>
      <p:cxnSp>
        <p:nvCxnSpPr>
          <p:cNvPr id="167" name="">
            <a:extLst xmlns:a="http://schemas.openxmlformats.org/drawingml/2006/main">
              <a:ext uri="{FF2B5EF4-FFF2-40B4-BE49-F238E27FC236}">
                <a16:creationId xmlns:a16="http://schemas.microsoft.com/office/drawing/2014/main" id="{F2AC0B35-05AA-4E55-A859-8B9613A55331}"/>
              </a:ext>
            </a:extLst>
          </p:cNvPr>
          <p:cNvCxnSpPr/>
          <p:nvPr/>
        </p:nvCxnSpPr>
        <p:spPr>
          <a:xfrm xmlns:a="http://schemas.openxmlformats.org/drawingml/2006/main" flipH="0" flipV="1">
            <a:off x="3364186" y="4209944"/>
            <a:ext cx="19582" cy="59334"/>
          </a:xfrm>
          <a:prstGeom xmlns:a="http://schemas.openxmlformats.org/drawingml/2006/main" prst="straightConnector1">
            <a:avLst/>
          </a:prstGeom>
          <a:ln xmlns:a="http://schemas.openxmlformats.org/drawingml/2006/main" w="6191">
            <a:solidFill>
              <a:srgbClr val="CBD1D5"/>
            </a:solidFill>
            <a:prstDash val="solid"/>
          </a:ln>
        </p:spPr>
      </p:cxnSp>
      <p:cxnSp>
        <p:nvCxnSpPr>
          <p:cNvPr id="168" name="">
            <a:extLst xmlns:a="http://schemas.openxmlformats.org/drawingml/2006/main">
              <a:ext uri="{FF2B5EF4-FFF2-40B4-BE49-F238E27FC236}">
                <a16:creationId xmlns:a16="http://schemas.microsoft.com/office/drawing/2014/main" id="{4BB3B212-D5A0-465B-BC17-A2D3CE29213F}"/>
              </a:ext>
            </a:extLst>
          </p:cNvPr>
          <p:cNvCxnSpPr/>
          <p:nvPr/>
        </p:nvCxnSpPr>
        <p:spPr>
          <a:xfrm xmlns:a="http://schemas.openxmlformats.org/drawingml/2006/main" flipH="0" flipV="1">
            <a:off x="3383769" y="4068997"/>
            <a:ext cx="82434" cy="140947"/>
          </a:xfrm>
          <a:prstGeom xmlns:a="http://schemas.openxmlformats.org/drawingml/2006/main" prst="straightConnector1">
            <a:avLst/>
          </a:prstGeom>
          <a:ln xmlns:a="http://schemas.openxmlformats.org/drawingml/2006/main" w="6191">
            <a:solidFill>
              <a:srgbClr val="CBD1D5"/>
            </a:solidFill>
            <a:prstDash val="solid"/>
          </a:ln>
        </p:spPr>
      </p:cxnSp>
      <p:cxnSp>
        <p:nvCxnSpPr>
          <p:cNvPr id="169" name="">
            <a:extLst xmlns:a="http://schemas.openxmlformats.org/drawingml/2006/main">
              <a:ext uri="{FF2B5EF4-FFF2-40B4-BE49-F238E27FC236}">
                <a16:creationId xmlns:a16="http://schemas.microsoft.com/office/drawing/2014/main" id="{4D76DE63-FB8B-42B9-AC6F-CFA6A88CC000}"/>
              </a:ext>
            </a:extLst>
          </p:cNvPr>
          <p:cNvCxnSpPr/>
          <p:nvPr/>
        </p:nvCxnSpPr>
        <p:spPr>
          <a:xfrm xmlns:a="http://schemas.openxmlformats.org/drawingml/2006/main" flipH="0" flipV="1">
            <a:off x="3466203" y="3951268"/>
            <a:ext cx="70942" cy="117729"/>
          </a:xfrm>
          <a:prstGeom xmlns:a="http://schemas.openxmlformats.org/drawingml/2006/main" prst="straightConnector1">
            <a:avLst/>
          </a:prstGeom>
          <a:ln xmlns:a="http://schemas.openxmlformats.org/drawingml/2006/main" w="6191">
            <a:solidFill>
              <a:srgbClr val="CBD1D5"/>
            </a:solidFill>
            <a:prstDash val="solid"/>
          </a:ln>
        </p:spPr>
      </p:cxnSp>
      <p:cxnSp>
        <p:nvCxnSpPr>
          <p:cNvPr id="170" name="">
            <a:extLst xmlns:a="http://schemas.openxmlformats.org/drawingml/2006/main">
              <a:ext uri="{FF2B5EF4-FFF2-40B4-BE49-F238E27FC236}">
                <a16:creationId xmlns:a16="http://schemas.microsoft.com/office/drawing/2014/main" id="{8682A485-2669-4465-A6FA-C68F35F56C87}"/>
              </a:ext>
            </a:extLst>
          </p:cNvPr>
          <p:cNvCxnSpPr/>
          <p:nvPr/>
        </p:nvCxnSpPr>
        <p:spPr>
          <a:xfrm xmlns:a="http://schemas.openxmlformats.org/drawingml/2006/main" flipH="0" flipV="1">
            <a:off x="3537145" y="3756382"/>
            <a:ext cx="121186" cy="194886"/>
          </a:xfrm>
          <a:prstGeom xmlns:a="http://schemas.openxmlformats.org/drawingml/2006/main" prst="straightConnector1">
            <a:avLst/>
          </a:prstGeom>
          <a:ln xmlns:a="http://schemas.openxmlformats.org/drawingml/2006/main" w="6191">
            <a:solidFill>
              <a:srgbClr val="CBD1D5"/>
            </a:solidFill>
            <a:prstDash val="solid"/>
          </a:ln>
        </p:spPr>
      </p:cxnSp>
      <p:cxnSp>
        <p:nvCxnSpPr>
          <p:cNvPr id="171" name="">
            <a:extLst xmlns:a="http://schemas.openxmlformats.org/drawingml/2006/main">
              <a:ext uri="{FF2B5EF4-FFF2-40B4-BE49-F238E27FC236}">
                <a16:creationId xmlns:a16="http://schemas.microsoft.com/office/drawing/2014/main" id="{4AB7145C-B4AB-4C0D-9FCE-0B5C51E5124A}"/>
              </a:ext>
            </a:extLst>
          </p:cNvPr>
          <p:cNvCxnSpPr/>
          <p:nvPr/>
        </p:nvCxnSpPr>
        <p:spPr>
          <a:xfrm xmlns:a="http://schemas.openxmlformats.org/drawingml/2006/main" flipH="0" flipV="1">
            <a:off x="3520668" y="3981052"/>
            <a:ext cx="64845" cy="119605"/>
          </a:xfrm>
          <a:prstGeom xmlns:a="http://schemas.openxmlformats.org/drawingml/2006/main" prst="straightConnector1">
            <a:avLst/>
          </a:prstGeom>
          <a:ln xmlns:a="http://schemas.openxmlformats.org/drawingml/2006/main" w="6191">
            <a:solidFill>
              <a:srgbClr val="CBD1D5"/>
            </a:solidFill>
            <a:prstDash val="solid"/>
          </a:ln>
        </p:spPr>
      </p:cxnSp>
      <p:cxnSp>
        <p:nvCxnSpPr>
          <p:cNvPr id="172" name="">
            <a:extLst xmlns:a="http://schemas.openxmlformats.org/drawingml/2006/main">
              <a:ext uri="{FF2B5EF4-FFF2-40B4-BE49-F238E27FC236}">
                <a16:creationId xmlns:a16="http://schemas.microsoft.com/office/drawing/2014/main" id="{DDDCA3D5-2A82-44D4-ADF8-074062361AEE}"/>
              </a:ext>
            </a:extLst>
          </p:cNvPr>
          <p:cNvCxnSpPr/>
          <p:nvPr/>
        </p:nvCxnSpPr>
        <p:spPr>
          <a:xfrm xmlns:a="http://schemas.openxmlformats.org/drawingml/2006/main" flipH="0" flipV="1">
            <a:off x="3585513" y="3781944"/>
            <a:ext cx="111927" cy="199108"/>
          </a:xfrm>
          <a:prstGeom xmlns:a="http://schemas.openxmlformats.org/drawingml/2006/main" prst="straightConnector1">
            <a:avLst/>
          </a:prstGeom>
          <a:ln xmlns:a="http://schemas.openxmlformats.org/drawingml/2006/main" w="6191">
            <a:solidFill>
              <a:srgbClr val="CBD1D5"/>
            </a:solidFill>
            <a:prstDash val="solid"/>
          </a:ln>
        </p:spPr>
      </p:cxnSp>
      <p:cxnSp>
        <p:nvCxnSpPr>
          <p:cNvPr id="173" name="">
            <a:extLst xmlns:a="http://schemas.openxmlformats.org/drawingml/2006/main">
              <a:ext uri="{FF2B5EF4-FFF2-40B4-BE49-F238E27FC236}">
                <a16:creationId xmlns:a16="http://schemas.microsoft.com/office/drawing/2014/main" id="{3F0B886C-2791-4BA1-9D05-AF62A3200914}"/>
              </a:ext>
            </a:extLst>
          </p:cNvPr>
          <p:cNvCxnSpPr/>
          <p:nvPr/>
        </p:nvCxnSpPr>
        <p:spPr>
          <a:xfrm xmlns:a="http://schemas.openxmlformats.org/drawingml/2006/main" flipH="0" flipV="0">
            <a:off x="3289665" y="3976127"/>
            <a:ext cx="109052" cy="56050"/>
          </a:xfrm>
          <a:prstGeom xmlns:a="http://schemas.openxmlformats.org/drawingml/2006/main" prst="straightConnector1">
            <a:avLst/>
          </a:prstGeom>
          <a:ln xmlns:a="http://schemas.openxmlformats.org/drawingml/2006/main" w="6191">
            <a:solidFill>
              <a:srgbClr val="CBD1D5"/>
            </a:solidFill>
            <a:prstDash val="solid"/>
          </a:ln>
        </p:spPr>
      </p:cxnSp>
      <p:cxnSp>
        <p:nvCxnSpPr>
          <p:cNvPr id="174" name="">
            <a:extLst xmlns:a="http://schemas.openxmlformats.org/drawingml/2006/main">
              <a:ext uri="{FF2B5EF4-FFF2-40B4-BE49-F238E27FC236}">
                <a16:creationId xmlns:a16="http://schemas.microsoft.com/office/drawing/2014/main" id="{D03267A1-1342-4C7C-8AB1-F09BFC9534B2}"/>
              </a:ext>
            </a:extLst>
          </p:cNvPr>
          <p:cNvCxnSpPr/>
          <p:nvPr/>
        </p:nvCxnSpPr>
        <p:spPr>
          <a:xfrm xmlns:a="http://schemas.openxmlformats.org/drawingml/2006/main" flipH="0" flipV="0">
            <a:off x="3398717" y="4032178"/>
            <a:ext cx="67486" cy="36820"/>
          </a:xfrm>
          <a:prstGeom xmlns:a="http://schemas.openxmlformats.org/drawingml/2006/main" prst="straightConnector1">
            <a:avLst/>
          </a:prstGeom>
          <a:ln xmlns:a="http://schemas.openxmlformats.org/drawingml/2006/main" w="6191">
            <a:solidFill>
              <a:srgbClr val="CBD1D5"/>
            </a:solidFill>
            <a:prstDash val="solid"/>
          </a:ln>
        </p:spPr>
      </p:cxnSp>
      <p:cxnSp>
        <p:nvCxnSpPr>
          <p:cNvPr id="175" name="">
            <a:extLst xmlns:a="http://schemas.openxmlformats.org/drawingml/2006/main">
              <a:ext uri="{FF2B5EF4-FFF2-40B4-BE49-F238E27FC236}">
                <a16:creationId xmlns:a16="http://schemas.microsoft.com/office/drawing/2014/main" id="{AEAFBA04-9870-48EB-94BA-4DFEA2F338AD}"/>
              </a:ext>
            </a:extLst>
          </p:cNvPr>
          <p:cNvCxnSpPr/>
          <p:nvPr/>
        </p:nvCxnSpPr>
        <p:spPr>
          <a:xfrm xmlns:a="http://schemas.openxmlformats.org/drawingml/2006/main" flipH="0" flipV="0">
            <a:off x="3439702" y="3580257"/>
            <a:ext cx="154488" cy="125703"/>
          </a:xfrm>
          <a:prstGeom xmlns:a="http://schemas.openxmlformats.org/drawingml/2006/main" prst="straightConnector1">
            <a:avLst/>
          </a:prstGeom>
          <a:ln xmlns:a="http://schemas.openxmlformats.org/drawingml/2006/main" w="6191">
            <a:solidFill>
              <a:srgbClr val="CBD1D5"/>
            </a:solidFill>
            <a:prstDash val="solid"/>
          </a:ln>
        </p:spPr>
      </p:cxnSp>
      <p:cxnSp>
        <p:nvCxnSpPr>
          <p:cNvPr id="176" name="">
            <a:extLst xmlns:a="http://schemas.openxmlformats.org/drawingml/2006/main">
              <a:ext uri="{FF2B5EF4-FFF2-40B4-BE49-F238E27FC236}">
                <a16:creationId xmlns:a16="http://schemas.microsoft.com/office/drawing/2014/main" id="{52BDFEE6-4C09-4B8A-97C7-3809EB0A6462}"/>
              </a:ext>
            </a:extLst>
          </p:cNvPr>
          <p:cNvCxnSpPr/>
          <p:nvPr/>
        </p:nvCxnSpPr>
        <p:spPr>
          <a:xfrm xmlns:a="http://schemas.openxmlformats.org/drawingml/2006/main" flipH="0" flipV="0">
            <a:off x="3594190" y="3705960"/>
            <a:ext cx="64141" cy="50422"/>
          </a:xfrm>
          <a:prstGeom xmlns:a="http://schemas.openxmlformats.org/drawingml/2006/main" prst="straightConnector1">
            <a:avLst/>
          </a:prstGeom>
          <a:ln xmlns:a="http://schemas.openxmlformats.org/drawingml/2006/main" w="6191">
            <a:solidFill>
              <a:srgbClr val="CBD1D5"/>
            </a:solidFill>
            <a:prstDash val="solid"/>
          </a:ln>
        </p:spPr>
      </p:cxnSp>
      <p:cxnSp>
        <p:nvCxnSpPr>
          <p:cNvPr id="177" name="">
            <a:extLst xmlns:a="http://schemas.openxmlformats.org/drawingml/2006/main">
              <a:ext uri="{FF2B5EF4-FFF2-40B4-BE49-F238E27FC236}">
                <a16:creationId xmlns:a16="http://schemas.microsoft.com/office/drawing/2014/main" id="{A81430D1-8B68-4802-83D1-E38894749FCF}"/>
              </a:ext>
            </a:extLst>
          </p:cNvPr>
          <p:cNvCxnSpPr/>
          <p:nvPr/>
        </p:nvCxnSpPr>
        <p:spPr>
          <a:xfrm xmlns:a="http://schemas.openxmlformats.org/drawingml/2006/main" flipH="0" flipV="0">
            <a:off x="3658331" y="3756382"/>
            <a:ext cx="39109" cy="25563"/>
          </a:xfrm>
          <a:prstGeom xmlns:a="http://schemas.openxmlformats.org/drawingml/2006/main" prst="straightConnector1">
            <a:avLst/>
          </a:prstGeom>
          <a:ln xmlns:a="http://schemas.openxmlformats.org/drawingml/2006/main" w="6191">
            <a:solidFill>
              <a:srgbClr val="CBD1D5"/>
            </a:solidFill>
            <a:prstDash val="solid"/>
          </a:ln>
        </p:spPr>
      </p:cxnSp>
      <p:cxnSp>
        <p:nvCxnSpPr>
          <p:cNvPr id="178" name="">
            <a:extLst xmlns:a="http://schemas.openxmlformats.org/drawingml/2006/main">
              <a:ext uri="{FF2B5EF4-FFF2-40B4-BE49-F238E27FC236}">
                <a16:creationId xmlns:a16="http://schemas.microsoft.com/office/drawing/2014/main" id="{D4A7EF5B-8978-4EDE-96BF-E177059538F2}"/>
              </a:ext>
            </a:extLst>
          </p:cNvPr>
          <p:cNvCxnSpPr/>
          <p:nvPr/>
        </p:nvCxnSpPr>
        <p:spPr>
          <a:xfrm xmlns:a="http://schemas.openxmlformats.org/drawingml/2006/main" flipH="0" flipV="0">
            <a:off x="3697440" y="3781944"/>
            <a:ext cx="125290" cy="72467"/>
          </a:xfrm>
          <a:prstGeom xmlns:a="http://schemas.openxmlformats.org/drawingml/2006/main" prst="straightConnector1">
            <a:avLst/>
          </a:prstGeom>
          <a:ln xmlns:a="http://schemas.openxmlformats.org/drawingml/2006/main" w="6191">
            <a:solidFill>
              <a:srgbClr val="CBD1D5"/>
            </a:solidFill>
            <a:prstDash val="solid"/>
          </a:ln>
        </p:spPr>
      </p:cxnSp>
      <p:cxnSp>
        <p:nvCxnSpPr>
          <p:cNvPr id="179" name="">
            <a:extLst xmlns:a="http://schemas.openxmlformats.org/drawingml/2006/main">
              <a:ext uri="{FF2B5EF4-FFF2-40B4-BE49-F238E27FC236}">
                <a16:creationId xmlns:a16="http://schemas.microsoft.com/office/drawing/2014/main" id="{068B8DA1-BEE1-40E8-A0FD-D58203DAF0BB}"/>
              </a:ext>
            </a:extLst>
          </p:cNvPr>
          <p:cNvCxnSpPr/>
          <p:nvPr/>
        </p:nvCxnSpPr>
        <p:spPr>
          <a:xfrm xmlns:a="http://schemas.openxmlformats.org/drawingml/2006/main" flipH="0" flipV="1">
            <a:off x="2915371" y="4046249"/>
            <a:ext cx="121777" cy="54643"/>
          </a:xfrm>
          <a:prstGeom xmlns:a="http://schemas.openxmlformats.org/drawingml/2006/main" prst="straightConnector1">
            <a:avLst/>
          </a:prstGeom>
          <a:ln xmlns:a="http://schemas.openxmlformats.org/drawingml/2006/main" w="6191">
            <a:solidFill>
              <a:srgbClr val="CBD1D5"/>
            </a:solidFill>
            <a:prstDash val="solid"/>
          </a:ln>
        </p:spPr>
      </p:cxnSp>
      <p:cxnSp>
        <p:nvCxnSpPr>
          <p:cNvPr id="180" name="">
            <a:extLst xmlns:a="http://schemas.openxmlformats.org/drawingml/2006/main">
              <a:ext uri="{FF2B5EF4-FFF2-40B4-BE49-F238E27FC236}">
                <a16:creationId xmlns:a16="http://schemas.microsoft.com/office/drawing/2014/main" id="{6B3144AD-9673-46D0-B8F4-B5F7913B0BDF}"/>
              </a:ext>
            </a:extLst>
          </p:cNvPr>
          <p:cNvCxnSpPr/>
          <p:nvPr/>
        </p:nvCxnSpPr>
        <p:spPr>
          <a:xfrm xmlns:a="http://schemas.openxmlformats.org/drawingml/2006/main" flipH="0" flipV="1">
            <a:off x="3037148" y="3986681"/>
            <a:ext cx="29198" cy="59568"/>
          </a:xfrm>
          <a:prstGeom xmlns:a="http://schemas.openxmlformats.org/drawingml/2006/main" prst="straightConnector1">
            <a:avLst/>
          </a:prstGeom>
          <a:ln xmlns:a="http://schemas.openxmlformats.org/drawingml/2006/main" w="6191">
            <a:solidFill>
              <a:srgbClr val="CBD1D5"/>
            </a:solidFill>
            <a:prstDash val="solid"/>
          </a:ln>
        </p:spPr>
      </p:cxnSp>
      <p:cxnSp>
        <p:nvCxnSpPr>
          <p:cNvPr id="181" name="">
            <a:extLst xmlns:a="http://schemas.openxmlformats.org/drawingml/2006/main">
              <a:ext uri="{FF2B5EF4-FFF2-40B4-BE49-F238E27FC236}">
                <a16:creationId xmlns:a16="http://schemas.microsoft.com/office/drawing/2014/main" id="{D965A0B5-1116-499D-A3E9-E81B534282BF}"/>
              </a:ext>
            </a:extLst>
          </p:cNvPr>
          <p:cNvCxnSpPr/>
          <p:nvPr/>
        </p:nvCxnSpPr>
        <p:spPr>
          <a:xfrm xmlns:a="http://schemas.openxmlformats.org/drawingml/2006/main" flipH="0" flipV="1">
            <a:off x="3066346" y="3967685"/>
            <a:ext cx="19756" cy="18996"/>
          </a:xfrm>
          <a:prstGeom xmlns:a="http://schemas.openxmlformats.org/drawingml/2006/main" prst="straightConnector1">
            <a:avLst/>
          </a:prstGeom>
          <a:ln xmlns:a="http://schemas.openxmlformats.org/drawingml/2006/main" w="6191">
            <a:solidFill>
              <a:srgbClr val="CBD1D5"/>
            </a:solidFill>
            <a:prstDash val="solid"/>
          </a:ln>
        </p:spPr>
      </p:cxnSp>
      <p:cxnSp>
        <p:nvCxnSpPr>
          <p:cNvPr id="182" name="">
            <a:extLst xmlns:a="http://schemas.openxmlformats.org/drawingml/2006/main">
              <a:ext uri="{FF2B5EF4-FFF2-40B4-BE49-F238E27FC236}">
                <a16:creationId xmlns:a16="http://schemas.microsoft.com/office/drawing/2014/main" id="{8495B70F-846B-457A-BFB9-3C458157B8D5}"/>
              </a:ext>
            </a:extLst>
          </p:cNvPr>
          <p:cNvCxnSpPr/>
          <p:nvPr/>
        </p:nvCxnSpPr>
        <p:spPr>
          <a:xfrm xmlns:a="http://schemas.openxmlformats.org/drawingml/2006/main" flipH="0" flipV="1">
            <a:off x="3086102" y="3939777"/>
            <a:ext cx="24803" cy="27908"/>
          </a:xfrm>
          <a:prstGeom xmlns:a="http://schemas.openxmlformats.org/drawingml/2006/main" prst="straightConnector1">
            <a:avLst/>
          </a:prstGeom>
          <a:ln xmlns:a="http://schemas.openxmlformats.org/drawingml/2006/main" w="6191">
            <a:solidFill>
              <a:srgbClr val="CBD1D5"/>
            </a:solidFill>
            <a:prstDash val="solid"/>
          </a:ln>
        </p:spPr>
      </p:cxnSp>
      <p:cxnSp>
        <p:nvCxnSpPr>
          <p:cNvPr id="183" name="">
            <a:extLst xmlns:a="http://schemas.openxmlformats.org/drawingml/2006/main">
              <a:ext uri="{FF2B5EF4-FFF2-40B4-BE49-F238E27FC236}">
                <a16:creationId xmlns:a16="http://schemas.microsoft.com/office/drawing/2014/main" id="{1663D730-316A-41AD-B861-D408697DC28A}"/>
              </a:ext>
            </a:extLst>
          </p:cNvPr>
          <p:cNvCxnSpPr/>
          <p:nvPr/>
        </p:nvCxnSpPr>
        <p:spPr>
          <a:xfrm xmlns:a="http://schemas.openxmlformats.org/drawingml/2006/main" flipH="0" flipV="1">
            <a:off x="3110904" y="3934852"/>
            <a:ext cx="17880" cy="4925"/>
          </a:xfrm>
          <a:prstGeom xmlns:a="http://schemas.openxmlformats.org/drawingml/2006/main" prst="straightConnector1">
            <a:avLst/>
          </a:prstGeom>
          <a:ln xmlns:a="http://schemas.openxmlformats.org/drawingml/2006/main" w="6191">
            <a:solidFill>
              <a:srgbClr val="CBD1D5"/>
            </a:solidFill>
            <a:prstDash val="solid"/>
          </a:ln>
        </p:spPr>
      </p:cxnSp>
      <p:cxnSp>
        <p:nvCxnSpPr>
          <p:cNvPr id="184" name="">
            <a:extLst xmlns:a="http://schemas.openxmlformats.org/drawingml/2006/main">
              <a:ext uri="{FF2B5EF4-FFF2-40B4-BE49-F238E27FC236}">
                <a16:creationId xmlns:a16="http://schemas.microsoft.com/office/drawing/2014/main" id="{D0191C65-AEAE-4385-8B3E-20D3B5600E8F}"/>
              </a:ext>
            </a:extLst>
          </p:cNvPr>
          <p:cNvCxnSpPr/>
          <p:nvPr/>
        </p:nvCxnSpPr>
        <p:spPr>
          <a:xfrm xmlns:a="http://schemas.openxmlformats.org/drawingml/2006/main" flipH="0" flipV="1">
            <a:off x="3128784" y="3878098"/>
            <a:ext cx="16534" cy="56754"/>
          </a:xfrm>
          <a:prstGeom xmlns:a="http://schemas.openxmlformats.org/drawingml/2006/main" prst="straightConnector1">
            <a:avLst/>
          </a:prstGeom>
          <a:ln xmlns:a="http://schemas.openxmlformats.org/drawingml/2006/main" w="6191">
            <a:solidFill>
              <a:srgbClr val="CBD1D5"/>
            </a:solidFill>
            <a:prstDash val="solid"/>
          </a:ln>
        </p:spPr>
      </p:cxnSp>
      <p:cxnSp>
        <p:nvCxnSpPr>
          <p:cNvPr id="185" name="">
            <a:extLst xmlns:a="http://schemas.openxmlformats.org/drawingml/2006/main">
              <a:ext uri="{FF2B5EF4-FFF2-40B4-BE49-F238E27FC236}">
                <a16:creationId xmlns:a16="http://schemas.microsoft.com/office/drawing/2014/main" id="{B48EB0B2-E1EF-484F-9039-691CF08A8419}"/>
              </a:ext>
            </a:extLst>
          </p:cNvPr>
          <p:cNvCxnSpPr/>
          <p:nvPr/>
        </p:nvCxnSpPr>
        <p:spPr>
          <a:xfrm xmlns:a="http://schemas.openxmlformats.org/drawingml/2006/main" flipH="0" flipV="0">
            <a:off x="2880605" y="3742780"/>
            <a:ext cx="24681" cy="14775"/>
          </a:xfrm>
          <a:prstGeom xmlns:a="http://schemas.openxmlformats.org/drawingml/2006/main" prst="straightConnector1">
            <a:avLst/>
          </a:prstGeom>
          <a:ln xmlns:a="http://schemas.openxmlformats.org/drawingml/2006/main" w="6191">
            <a:solidFill>
              <a:srgbClr val="CBD1D5"/>
            </a:solidFill>
            <a:prstDash val="solid"/>
          </a:ln>
        </p:spPr>
      </p:cxnSp>
      <p:cxnSp>
        <p:nvCxnSpPr>
          <p:cNvPr id="186" name="">
            <a:extLst xmlns:a="http://schemas.openxmlformats.org/drawingml/2006/main">
              <a:ext uri="{FF2B5EF4-FFF2-40B4-BE49-F238E27FC236}">
                <a16:creationId xmlns:a16="http://schemas.microsoft.com/office/drawing/2014/main" id="{73A60B93-83DE-4D56-8F61-13BD1F339466}"/>
              </a:ext>
            </a:extLst>
          </p:cNvPr>
          <p:cNvCxnSpPr/>
          <p:nvPr/>
        </p:nvCxnSpPr>
        <p:spPr>
          <a:xfrm xmlns:a="http://schemas.openxmlformats.org/drawingml/2006/main" flipH="0" flipV="0">
            <a:off x="2905286" y="3757554"/>
            <a:ext cx="29315" cy="18527"/>
          </a:xfrm>
          <a:prstGeom xmlns:a="http://schemas.openxmlformats.org/drawingml/2006/main" prst="straightConnector1">
            <a:avLst/>
          </a:prstGeom>
          <a:ln xmlns:a="http://schemas.openxmlformats.org/drawingml/2006/main" w="6191">
            <a:solidFill>
              <a:srgbClr val="CBD1D5"/>
            </a:solidFill>
            <a:prstDash val="solid"/>
          </a:ln>
        </p:spPr>
      </p:cxnSp>
      <p:cxnSp>
        <p:nvCxnSpPr>
          <p:cNvPr id="187" name="">
            <a:extLst xmlns:a="http://schemas.openxmlformats.org/drawingml/2006/main">
              <a:ext uri="{FF2B5EF4-FFF2-40B4-BE49-F238E27FC236}">
                <a16:creationId xmlns:a16="http://schemas.microsoft.com/office/drawing/2014/main" id="{9BBA3434-8DEC-41AF-889B-B6EC0892CB5B}"/>
              </a:ext>
            </a:extLst>
          </p:cNvPr>
          <p:cNvCxnSpPr/>
          <p:nvPr/>
        </p:nvCxnSpPr>
        <p:spPr>
          <a:xfrm xmlns:a="http://schemas.openxmlformats.org/drawingml/2006/main" flipH="0" flipV="0">
            <a:off x="2934601" y="3776081"/>
            <a:ext cx="34005" cy="19231"/>
          </a:xfrm>
          <a:prstGeom xmlns:a="http://schemas.openxmlformats.org/drawingml/2006/main" prst="straightConnector1">
            <a:avLst/>
          </a:prstGeom>
          <a:ln xmlns:a="http://schemas.openxmlformats.org/drawingml/2006/main" w="6191">
            <a:solidFill>
              <a:srgbClr val="CBD1D5"/>
            </a:solidFill>
            <a:prstDash val="solid"/>
          </a:ln>
        </p:spPr>
      </p:cxnSp>
      <p:cxnSp>
        <p:nvCxnSpPr>
          <p:cNvPr id="188" name="">
            <a:extLst xmlns:a="http://schemas.openxmlformats.org/drawingml/2006/main">
              <a:ext uri="{FF2B5EF4-FFF2-40B4-BE49-F238E27FC236}">
                <a16:creationId xmlns:a16="http://schemas.microsoft.com/office/drawing/2014/main" id="{0F5712AB-3EE9-453F-B1E9-B91B321292AD}"/>
              </a:ext>
            </a:extLst>
          </p:cNvPr>
          <p:cNvCxnSpPr/>
          <p:nvPr/>
        </p:nvCxnSpPr>
        <p:spPr>
          <a:xfrm xmlns:a="http://schemas.openxmlformats.org/drawingml/2006/main" flipH="0" flipV="0">
            <a:off x="2968607" y="3795312"/>
            <a:ext cx="51477" cy="20872"/>
          </a:xfrm>
          <a:prstGeom xmlns:a="http://schemas.openxmlformats.org/drawingml/2006/main" prst="straightConnector1">
            <a:avLst/>
          </a:prstGeom>
          <a:ln xmlns:a="http://schemas.openxmlformats.org/drawingml/2006/main" w="6191">
            <a:solidFill>
              <a:srgbClr val="CBD1D5"/>
            </a:solidFill>
            <a:prstDash val="solid"/>
          </a:ln>
        </p:spPr>
      </p:cxnSp>
      <p:cxnSp>
        <p:nvCxnSpPr>
          <p:cNvPr id="189" name="">
            <a:extLst xmlns:a="http://schemas.openxmlformats.org/drawingml/2006/main">
              <a:ext uri="{FF2B5EF4-FFF2-40B4-BE49-F238E27FC236}">
                <a16:creationId xmlns:a16="http://schemas.microsoft.com/office/drawing/2014/main" id="{215C14E4-BC94-45CE-8E68-BA970C1C3953}"/>
              </a:ext>
            </a:extLst>
          </p:cNvPr>
          <p:cNvCxnSpPr/>
          <p:nvPr/>
        </p:nvCxnSpPr>
        <p:spPr>
          <a:xfrm xmlns:a="http://schemas.openxmlformats.org/drawingml/2006/main" flipH="0" flipV="0">
            <a:off x="3020084" y="3816184"/>
            <a:ext cx="125234" cy="61913"/>
          </a:xfrm>
          <a:prstGeom xmlns:a="http://schemas.openxmlformats.org/drawingml/2006/main" prst="straightConnector1">
            <a:avLst/>
          </a:prstGeom>
          <a:ln xmlns:a="http://schemas.openxmlformats.org/drawingml/2006/main" w="6191">
            <a:solidFill>
              <a:srgbClr val="CBD1D5"/>
            </a:solidFill>
            <a:prstDash val="solid"/>
          </a:ln>
        </p:spPr>
      </p:cxnSp>
      <p:cxnSp>
        <p:nvCxnSpPr>
          <p:cNvPr id="190" name="">
            <a:extLst xmlns:a="http://schemas.openxmlformats.org/drawingml/2006/main">
              <a:ext uri="{FF2B5EF4-FFF2-40B4-BE49-F238E27FC236}">
                <a16:creationId xmlns:a16="http://schemas.microsoft.com/office/drawing/2014/main" id="{A8758789-4083-4C13-8343-9326375BF1A0}"/>
              </a:ext>
            </a:extLst>
          </p:cNvPr>
          <p:cNvCxnSpPr/>
          <p:nvPr/>
        </p:nvCxnSpPr>
        <p:spPr>
          <a:xfrm xmlns:a="http://schemas.openxmlformats.org/drawingml/2006/main" flipH="0" flipV="0">
            <a:off x="3145318" y="3878098"/>
            <a:ext cx="7387" cy="3049"/>
          </a:xfrm>
          <a:prstGeom xmlns:a="http://schemas.openxmlformats.org/drawingml/2006/main" prst="straightConnector1">
            <a:avLst/>
          </a:prstGeom>
          <a:ln xmlns:a="http://schemas.openxmlformats.org/drawingml/2006/main" w="6191">
            <a:solidFill>
              <a:srgbClr val="CBD1D5"/>
            </a:solidFill>
            <a:prstDash val="solid"/>
          </a:ln>
        </p:spPr>
      </p:cxnSp>
      <p:cxnSp>
        <p:nvCxnSpPr>
          <p:cNvPr id="191" name="">
            <a:extLst xmlns:a="http://schemas.openxmlformats.org/drawingml/2006/main">
              <a:ext uri="{FF2B5EF4-FFF2-40B4-BE49-F238E27FC236}">
                <a16:creationId xmlns:a16="http://schemas.microsoft.com/office/drawing/2014/main" id="{657DCA5B-549E-49DF-9C95-AD5C6F85BB57}"/>
              </a:ext>
            </a:extLst>
          </p:cNvPr>
          <p:cNvCxnSpPr/>
          <p:nvPr/>
        </p:nvCxnSpPr>
        <p:spPr>
          <a:xfrm xmlns:a="http://schemas.openxmlformats.org/drawingml/2006/main" flipH="0" flipV="0">
            <a:off x="3152705" y="3881147"/>
            <a:ext cx="22575" cy="15478"/>
          </a:xfrm>
          <a:prstGeom xmlns:a="http://schemas.openxmlformats.org/drawingml/2006/main" prst="straightConnector1">
            <a:avLst/>
          </a:prstGeom>
          <a:ln xmlns:a="http://schemas.openxmlformats.org/drawingml/2006/main" w="6191">
            <a:solidFill>
              <a:srgbClr val="CBD1D5"/>
            </a:solidFill>
            <a:prstDash val="solid"/>
          </a:ln>
        </p:spPr>
      </p:cxnSp>
      <p:cxnSp>
        <p:nvCxnSpPr>
          <p:cNvPr id="192" name="">
            <a:extLst xmlns:a="http://schemas.openxmlformats.org/drawingml/2006/main">
              <a:ext uri="{FF2B5EF4-FFF2-40B4-BE49-F238E27FC236}">
                <a16:creationId xmlns:a16="http://schemas.microsoft.com/office/drawing/2014/main" id="{762B21EC-E47E-4865-8F5F-A15840123F70}"/>
              </a:ext>
            </a:extLst>
          </p:cNvPr>
          <p:cNvCxnSpPr/>
          <p:nvPr/>
        </p:nvCxnSpPr>
        <p:spPr>
          <a:xfrm xmlns:a="http://schemas.openxmlformats.org/drawingml/2006/main" flipH="0" flipV="0">
            <a:off x="3175280" y="3896625"/>
            <a:ext cx="49601" cy="39868"/>
          </a:xfrm>
          <a:prstGeom xmlns:a="http://schemas.openxmlformats.org/drawingml/2006/main" prst="straightConnector1">
            <a:avLst/>
          </a:prstGeom>
          <a:ln xmlns:a="http://schemas.openxmlformats.org/drawingml/2006/main" w="6191">
            <a:solidFill>
              <a:srgbClr val="CBD1D5"/>
            </a:solidFill>
            <a:prstDash val="solid"/>
          </a:ln>
        </p:spPr>
      </p:cxnSp>
      <p:cxnSp>
        <p:nvCxnSpPr>
          <p:cNvPr id="193" name="">
            <a:extLst xmlns:a="http://schemas.openxmlformats.org/drawingml/2006/main">
              <a:ext uri="{FF2B5EF4-FFF2-40B4-BE49-F238E27FC236}">
                <a16:creationId xmlns:a16="http://schemas.microsoft.com/office/drawing/2014/main" id="{09934DCD-98E8-4027-885F-868A2397C964}"/>
              </a:ext>
            </a:extLst>
          </p:cNvPr>
          <p:cNvCxnSpPr/>
          <p:nvPr/>
        </p:nvCxnSpPr>
        <p:spPr>
          <a:xfrm xmlns:a="http://schemas.openxmlformats.org/drawingml/2006/main" flipH="0" flipV="1">
            <a:off x="3175280" y="3789684"/>
            <a:ext cx="54348" cy="106941"/>
          </a:xfrm>
          <a:prstGeom xmlns:a="http://schemas.openxmlformats.org/drawingml/2006/main" prst="straightConnector1">
            <a:avLst/>
          </a:prstGeom>
          <a:ln xmlns:a="http://schemas.openxmlformats.org/drawingml/2006/main" w="6191">
            <a:solidFill>
              <a:srgbClr val="CBD1D5"/>
            </a:solidFill>
            <a:prstDash val="solid"/>
          </a:ln>
        </p:spPr>
      </p:cxnSp>
      <p:cxnSp>
        <p:nvCxnSpPr>
          <p:cNvPr id="194" name="">
            <a:extLst xmlns:a="http://schemas.openxmlformats.org/drawingml/2006/main">
              <a:ext uri="{FF2B5EF4-FFF2-40B4-BE49-F238E27FC236}">
                <a16:creationId xmlns:a16="http://schemas.microsoft.com/office/drawing/2014/main" id="{436AB34E-1789-46B7-B5A9-2A584A9834A7}"/>
              </a:ext>
            </a:extLst>
          </p:cNvPr>
          <p:cNvCxnSpPr/>
          <p:nvPr/>
        </p:nvCxnSpPr>
        <p:spPr>
          <a:xfrm xmlns:a="http://schemas.openxmlformats.org/drawingml/2006/main" flipH="0" flipV="0">
            <a:off x="3229628" y="3789684"/>
            <a:ext cx="18644" cy="4221"/>
          </a:xfrm>
          <a:prstGeom xmlns:a="http://schemas.openxmlformats.org/drawingml/2006/main" prst="straightConnector1">
            <a:avLst/>
          </a:prstGeom>
          <a:ln xmlns:a="http://schemas.openxmlformats.org/drawingml/2006/main" w="6191">
            <a:solidFill>
              <a:srgbClr val="CBD1D5"/>
            </a:solidFill>
            <a:prstDash val="solid"/>
          </a:ln>
        </p:spPr>
      </p:cxnSp>
      <p:cxnSp>
        <p:nvCxnSpPr>
          <p:cNvPr id="195" name="">
            <a:extLst xmlns:a="http://schemas.openxmlformats.org/drawingml/2006/main">
              <a:ext uri="{FF2B5EF4-FFF2-40B4-BE49-F238E27FC236}">
                <a16:creationId xmlns:a16="http://schemas.microsoft.com/office/drawing/2014/main" id="{31986F5D-638C-4401-98E7-57AA1562FD74}"/>
              </a:ext>
            </a:extLst>
          </p:cNvPr>
          <p:cNvCxnSpPr/>
          <p:nvPr/>
        </p:nvCxnSpPr>
        <p:spPr>
          <a:xfrm xmlns:a="http://schemas.openxmlformats.org/drawingml/2006/main" flipH="0" flipV="0">
            <a:off x="3224881" y="3936493"/>
            <a:ext cx="64784" cy="39634"/>
          </a:xfrm>
          <a:prstGeom xmlns:a="http://schemas.openxmlformats.org/drawingml/2006/main" prst="straightConnector1">
            <a:avLst/>
          </a:prstGeom>
          <a:ln xmlns:a="http://schemas.openxmlformats.org/drawingml/2006/main" w="6191">
            <a:solidFill>
              <a:srgbClr val="CBD1D5"/>
            </a:solidFill>
            <a:prstDash val="solid"/>
          </a:ln>
        </p:spPr>
      </p:cxnSp>
      <p:cxnSp>
        <p:nvCxnSpPr>
          <p:cNvPr id="196" name="">
            <a:extLst xmlns:a="http://schemas.openxmlformats.org/drawingml/2006/main">
              <a:ext uri="{FF2B5EF4-FFF2-40B4-BE49-F238E27FC236}">
                <a16:creationId xmlns:a16="http://schemas.microsoft.com/office/drawing/2014/main" id="{2186C692-3C97-40BE-9B54-1D6B7E53C9C4}"/>
              </a:ext>
            </a:extLst>
          </p:cNvPr>
          <p:cNvCxnSpPr/>
          <p:nvPr/>
        </p:nvCxnSpPr>
        <p:spPr>
          <a:xfrm xmlns:a="http://schemas.openxmlformats.org/drawingml/2006/main" flipH="0" flipV="1">
            <a:off x="3248272" y="3738324"/>
            <a:ext cx="31895" cy="55581"/>
          </a:xfrm>
          <a:prstGeom xmlns:a="http://schemas.openxmlformats.org/drawingml/2006/main" prst="straightConnector1">
            <a:avLst/>
          </a:prstGeom>
          <a:ln xmlns:a="http://schemas.openxmlformats.org/drawingml/2006/main" w="6191">
            <a:solidFill>
              <a:srgbClr val="CBD1D5"/>
            </a:solidFill>
            <a:prstDash val="solid"/>
          </a:ln>
        </p:spPr>
      </p:cxnSp>
      <p:cxnSp>
        <p:nvCxnSpPr>
          <p:cNvPr id="197" name="">
            <a:extLst xmlns:a="http://schemas.openxmlformats.org/drawingml/2006/main">
              <a:ext uri="{FF2B5EF4-FFF2-40B4-BE49-F238E27FC236}">
                <a16:creationId xmlns:a16="http://schemas.microsoft.com/office/drawing/2014/main" id="{282C0EB7-1C5B-42C3-ADBF-64313A74403A}"/>
              </a:ext>
            </a:extLst>
          </p:cNvPr>
          <p:cNvCxnSpPr/>
          <p:nvPr/>
        </p:nvCxnSpPr>
        <p:spPr>
          <a:xfrm xmlns:a="http://schemas.openxmlformats.org/drawingml/2006/main" flipH="0" flipV="0">
            <a:off x="3280167" y="3738324"/>
            <a:ext cx="23630" cy="12899"/>
          </a:xfrm>
          <a:prstGeom xmlns:a="http://schemas.openxmlformats.org/drawingml/2006/main" prst="straightConnector1">
            <a:avLst/>
          </a:prstGeom>
          <a:ln xmlns:a="http://schemas.openxmlformats.org/drawingml/2006/main" w="6191">
            <a:solidFill>
              <a:srgbClr val="CBD1D5"/>
            </a:solidFill>
            <a:prstDash val="solid"/>
          </a:ln>
        </p:spPr>
      </p:cxnSp>
      <p:cxnSp>
        <p:nvCxnSpPr>
          <p:cNvPr id="198" name="">
            <a:extLst xmlns:a="http://schemas.openxmlformats.org/drawingml/2006/main">
              <a:ext uri="{FF2B5EF4-FFF2-40B4-BE49-F238E27FC236}">
                <a16:creationId xmlns:a16="http://schemas.microsoft.com/office/drawing/2014/main" id="{196F9817-CE73-430C-B632-416B74EE5394}"/>
              </a:ext>
            </a:extLst>
          </p:cNvPr>
          <p:cNvCxnSpPr/>
          <p:nvPr/>
        </p:nvCxnSpPr>
        <p:spPr>
          <a:xfrm xmlns:a="http://schemas.openxmlformats.org/drawingml/2006/main" flipH="0" flipV="1">
            <a:off x="3303797" y="3684149"/>
            <a:ext cx="37523" cy="67073"/>
          </a:xfrm>
          <a:prstGeom xmlns:a="http://schemas.openxmlformats.org/drawingml/2006/main" prst="straightConnector1">
            <a:avLst/>
          </a:prstGeom>
          <a:ln xmlns:a="http://schemas.openxmlformats.org/drawingml/2006/main" w="6191">
            <a:solidFill>
              <a:srgbClr val="CBD1D5"/>
            </a:solidFill>
            <a:prstDash val="solid"/>
          </a:ln>
        </p:spPr>
      </p:cxnSp>
      <p:cxnSp>
        <p:nvCxnSpPr>
          <p:cNvPr id="199" name="">
            <a:extLst xmlns:a="http://schemas.openxmlformats.org/drawingml/2006/main">
              <a:ext uri="{FF2B5EF4-FFF2-40B4-BE49-F238E27FC236}">
                <a16:creationId xmlns:a16="http://schemas.microsoft.com/office/drawing/2014/main" id="{88728CF7-FAC9-470F-B845-669F3FB56A78}"/>
              </a:ext>
            </a:extLst>
          </p:cNvPr>
          <p:cNvCxnSpPr/>
          <p:nvPr/>
        </p:nvCxnSpPr>
        <p:spPr>
          <a:xfrm xmlns:a="http://schemas.openxmlformats.org/drawingml/2006/main" flipH="0" flipV="1">
            <a:off x="3341321" y="3613324"/>
            <a:ext cx="56519" cy="70825"/>
          </a:xfrm>
          <a:prstGeom xmlns:a="http://schemas.openxmlformats.org/drawingml/2006/main" prst="straightConnector1">
            <a:avLst/>
          </a:prstGeom>
          <a:ln xmlns:a="http://schemas.openxmlformats.org/drawingml/2006/main" w="6191">
            <a:solidFill>
              <a:srgbClr val="CBD1D5"/>
            </a:solidFill>
            <a:prstDash val="solid"/>
          </a:ln>
        </p:spPr>
      </p:cxnSp>
      <p:cxnSp>
        <p:nvCxnSpPr>
          <p:cNvPr id="200" name="">
            <a:extLst xmlns:a="http://schemas.openxmlformats.org/drawingml/2006/main">
              <a:ext uri="{FF2B5EF4-FFF2-40B4-BE49-F238E27FC236}">
                <a16:creationId xmlns:a16="http://schemas.microsoft.com/office/drawing/2014/main" id="{582CE5B4-A529-4E01-8F3A-44770B5EF334}"/>
              </a:ext>
            </a:extLst>
          </p:cNvPr>
          <p:cNvCxnSpPr/>
          <p:nvPr/>
        </p:nvCxnSpPr>
        <p:spPr>
          <a:xfrm xmlns:a="http://schemas.openxmlformats.org/drawingml/2006/main" flipH="0" flipV="0">
            <a:off x="3303797" y="3751222"/>
            <a:ext cx="99258" cy="48077"/>
          </a:xfrm>
          <a:prstGeom xmlns:a="http://schemas.openxmlformats.org/drawingml/2006/main" prst="straightConnector1">
            <a:avLst/>
          </a:prstGeom>
          <a:ln xmlns:a="http://schemas.openxmlformats.org/drawingml/2006/main" w="6191">
            <a:solidFill>
              <a:srgbClr val="CBD1D5"/>
            </a:solidFill>
            <a:prstDash val="solid"/>
          </a:ln>
        </p:spPr>
      </p:cxnSp>
      <p:cxnSp>
        <p:nvCxnSpPr>
          <p:cNvPr id="201" name="">
            <a:extLst xmlns:a="http://schemas.openxmlformats.org/drawingml/2006/main">
              <a:ext uri="{FF2B5EF4-FFF2-40B4-BE49-F238E27FC236}">
                <a16:creationId xmlns:a16="http://schemas.microsoft.com/office/drawing/2014/main" id="{3B4EAF48-3F36-4C68-B68A-B2C083546B7A}"/>
              </a:ext>
            </a:extLst>
          </p:cNvPr>
          <p:cNvCxnSpPr/>
          <p:nvPr/>
        </p:nvCxnSpPr>
        <p:spPr>
          <a:xfrm xmlns:a="http://schemas.openxmlformats.org/drawingml/2006/main" flipH="1" flipV="0">
            <a:off x="3345542" y="3799299"/>
            <a:ext cx="57514" cy="83255"/>
          </a:xfrm>
          <a:prstGeom xmlns:a="http://schemas.openxmlformats.org/drawingml/2006/main" prst="straightConnector1">
            <a:avLst/>
          </a:prstGeom>
          <a:ln xmlns:a="http://schemas.openxmlformats.org/drawingml/2006/main" w="6191">
            <a:solidFill>
              <a:srgbClr val="CBD1D5"/>
            </a:solidFill>
            <a:prstDash val="solid"/>
          </a:ln>
        </p:spPr>
      </p:cxnSp>
      <p:cxnSp>
        <p:nvCxnSpPr>
          <p:cNvPr id="202" name="">
            <a:extLst xmlns:a="http://schemas.openxmlformats.org/drawingml/2006/main">
              <a:ext uri="{FF2B5EF4-FFF2-40B4-BE49-F238E27FC236}">
                <a16:creationId xmlns:a16="http://schemas.microsoft.com/office/drawing/2014/main" id="{05134974-985F-4F8C-ADF8-06F9DF9A11DE}"/>
              </a:ext>
            </a:extLst>
          </p:cNvPr>
          <p:cNvCxnSpPr/>
          <p:nvPr/>
        </p:nvCxnSpPr>
        <p:spPr>
          <a:xfrm xmlns:a="http://schemas.openxmlformats.org/drawingml/2006/main" flipH="0" flipV="1">
            <a:off x="3289665" y="3882554"/>
            <a:ext cx="55877" cy="93574"/>
          </a:xfrm>
          <a:prstGeom xmlns:a="http://schemas.openxmlformats.org/drawingml/2006/main" prst="straightConnector1">
            <a:avLst/>
          </a:prstGeom>
          <a:ln xmlns:a="http://schemas.openxmlformats.org/drawingml/2006/main" w="6191">
            <a:solidFill>
              <a:srgbClr val="CBD1D5"/>
            </a:solidFill>
            <a:prstDash val="solid"/>
          </a:ln>
        </p:spPr>
      </p:cxnSp>
      <p:cxnSp>
        <p:nvCxnSpPr>
          <p:cNvPr id="203" name="">
            <a:extLst xmlns:a="http://schemas.openxmlformats.org/drawingml/2006/main">
              <a:ext uri="{FF2B5EF4-FFF2-40B4-BE49-F238E27FC236}">
                <a16:creationId xmlns:a16="http://schemas.microsoft.com/office/drawing/2014/main" id="{EA0FFDCC-A9B0-4AD3-B13A-F60E0D378FBF}"/>
              </a:ext>
            </a:extLst>
          </p:cNvPr>
          <p:cNvCxnSpPr/>
          <p:nvPr/>
        </p:nvCxnSpPr>
        <p:spPr>
          <a:xfrm xmlns:a="http://schemas.openxmlformats.org/drawingml/2006/main" flipH="0" flipV="0">
            <a:off x="3466203" y="4068997"/>
            <a:ext cx="54465" cy="31660"/>
          </a:xfrm>
          <a:prstGeom xmlns:a="http://schemas.openxmlformats.org/drawingml/2006/main" prst="straightConnector1">
            <a:avLst/>
          </a:prstGeom>
          <a:ln xmlns:a="http://schemas.openxmlformats.org/drawingml/2006/main" w="6191">
            <a:solidFill>
              <a:srgbClr val="CBD1D5"/>
            </a:solidFill>
            <a:prstDash val="solid"/>
          </a:ln>
        </p:spPr>
      </p:cxnSp>
      <p:cxnSp>
        <p:nvCxnSpPr>
          <p:cNvPr id="204" name="">
            <a:extLst xmlns:a="http://schemas.openxmlformats.org/drawingml/2006/main">
              <a:ext uri="{FF2B5EF4-FFF2-40B4-BE49-F238E27FC236}">
                <a16:creationId xmlns:a16="http://schemas.microsoft.com/office/drawing/2014/main" id="{32FDEA11-6BAE-4DC5-9AFD-02B3292D814D}"/>
              </a:ext>
            </a:extLst>
          </p:cNvPr>
          <p:cNvCxnSpPr/>
          <p:nvPr/>
        </p:nvCxnSpPr>
        <p:spPr>
          <a:xfrm xmlns:a="http://schemas.openxmlformats.org/drawingml/2006/main" flipH="0" flipV="0">
            <a:off x="3520668" y="4100658"/>
            <a:ext cx="70652" cy="42448"/>
          </a:xfrm>
          <a:prstGeom xmlns:a="http://schemas.openxmlformats.org/drawingml/2006/main" prst="straightConnector1">
            <a:avLst/>
          </a:prstGeom>
          <a:ln xmlns:a="http://schemas.openxmlformats.org/drawingml/2006/main" w="6191">
            <a:solidFill>
              <a:srgbClr val="CBD1D5"/>
            </a:solidFill>
            <a:prstDash val="solid"/>
          </a:ln>
        </p:spPr>
      </p:cxnSp>
      <p:cxnSp>
        <p:nvCxnSpPr>
          <p:cNvPr id="205" name="">
            <a:extLst xmlns:a="http://schemas.openxmlformats.org/drawingml/2006/main">
              <a:ext uri="{FF2B5EF4-FFF2-40B4-BE49-F238E27FC236}">
                <a16:creationId xmlns:a16="http://schemas.microsoft.com/office/drawing/2014/main" id="{8948C832-AE5B-4B60-939C-1F99D3EEFC73}"/>
              </a:ext>
            </a:extLst>
          </p:cNvPr>
          <p:cNvCxnSpPr/>
          <p:nvPr/>
        </p:nvCxnSpPr>
        <p:spPr>
          <a:xfrm xmlns:a="http://schemas.openxmlformats.org/drawingml/2006/main" flipH="0" flipV="0">
            <a:off x="3591319" y="4143106"/>
            <a:ext cx="93513" cy="55112"/>
          </a:xfrm>
          <a:prstGeom xmlns:a="http://schemas.openxmlformats.org/drawingml/2006/main" prst="straightConnector1">
            <a:avLst/>
          </a:prstGeom>
          <a:ln xmlns:a="http://schemas.openxmlformats.org/drawingml/2006/main" w="6191">
            <a:solidFill>
              <a:srgbClr val="CBD1D5"/>
            </a:solidFill>
            <a:prstDash val="solid"/>
          </a:ln>
        </p:spPr>
      </p:cxnSp>
      <p:cxnSp>
        <p:nvCxnSpPr>
          <p:cNvPr id="206" name="">
            <a:extLst xmlns:a="http://schemas.openxmlformats.org/drawingml/2006/main">
              <a:ext uri="{FF2B5EF4-FFF2-40B4-BE49-F238E27FC236}">
                <a16:creationId xmlns:a16="http://schemas.microsoft.com/office/drawing/2014/main" id="{36D4B11E-B967-41D5-8703-EC0D0044E76F}"/>
              </a:ext>
            </a:extLst>
          </p:cNvPr>
          <p:cNvCxnSpPr/>
          <p:nvPr/>
        </p:nvCxnSpPr>
        <p:spPr>
          <a:xfrm xmlns:a="http://schemas.openxmlformats.org/drawingml/2006/main" flipH="1" flipV="0">
            <a:off x="3448905" y="4143106"/>
            <a:ext cx="142415" cy="246950"/>
          </a:xfrm>
          <a:prstGeom xmlns:a="http://schemas.openxmlformats.org/drawingml/2006/main" prst="straightConnector1">
            <a:avLst/>
          </a:prstGeom>
          <a:ln xmlns:a="http://schemas.openxmlformats.org/drawingml/2006/main" w="6191">
            <a:solidFill>
              <a:srgbClr val="CBD1D5"/>
            </a:solidFill>
            <a:prstDash val="solid"/>
          </a:ln>
        </p:spPr>
      </p:cxnSp>
      <p:cxnSp>
        <p:nvCxnSpPr>
          <p:cNvPr id="207" name="">
            <a:extLst xmlns:a="http://schemas.openxmlformats.org/drawingml/2006/main">
              <a:ext uri="{FF2B5EF4-FFF2-40B4-BE49-F238E27FC236}">
                <a16:creationId xmlns:a16="http://schemas.microsoft.com/office/drawing/2014/main" id="{9C1046DA-6CFC-4112-A41E-C61C3B7B3062}"/>
              </a:ext>
            </a:extLst>
          </p:cNvPr>
          <p:cNvCxnSpPr/>
          <p:nvPr/>
        </p:nvCxnSpPr>
        <p:spPr>
          <a:xfrm xmlns:a="http://schemas.openxmlformats.org/drawingml/2006/main" flipH="0" flipV="0">
            <a:off x="2414145" y="4406238"/>
            <a:ext cx="55816" cy="13368"/>
          </a:xfrm>
          <a:prstGeom xmlns:a="http://schemas.openxmlformats.org/drawingml/2006/main" prst="straightConnector1">
            <a:avLst/>
          </a:prstGeom>
          <a:ln xmlns:a="http://schemas.openxmlformats.org/drawingml/2006/main" w="6191">
            <a:solidFill>
              <a:srgbClr val="CBD1D5"/>
            </a:solidFill>
            <a:prstDash val="solid"/>
          </a:ln>
        </p:spPr>
      </p:cxnSp>
      <p:cxnSp>
        <p:nvCxnSpPr>
          <p:cNvPr id="208" name="">
            <a:extLst xmlns:a="http://schemas.openxmlformats.org/drawingml/2006/main">
              <a:ext uri="{FF2B5EF4-FFF2-40B4-BE49-F238E27FC236}">
                <a16:creationId xmlns:a16="http://schemas.microsoft.com/office/drawing/2014/main" id="{D33CD090-7A98-4702-8038-3DAEF618D9B4}"/>
              </a:ext>
            </a:extLst>
          </p:cNvPr>
          <p:cNvCxnSpPr/>
          <p:nvPr/>
        </p:nvCxnSpPr>
        <p:spPr>
          <a:xfrm xmlns:a="http://schemas.openxmlformats.org/drawingml/2006/main" flipH="1" flipV="0">
            <a:off x="2461635" y="4419605"/>
            <a:ext cx="8325" cy="16885"/>
          </a:xfrm>
          <a:prstGeom xmlns:a="http://schemas.openxmlformats.org/drawingml/2006/main" prst="straightConnector1">
            <a:avLst/>
          </a:prstGeom>
          <a:ln xmlns:a="http://schemas.openxmlformats.org/drawingml/2006/main" w="6191">
            <a:solidFill>
              <a:srgbClr val="CBD1D5"/>
            </a:solidFill>
            <a:prstDash val="solid"/>
          </a:ln>
        </p:spPr>
      </p:cxnSp>
      <p:cxnSp>
        <p:nvCxnSpPr>
          <p:cNvPr id="209" name="">
            <a:extLst xmlns:a="http://schemas.openxmlformats.org/drawingml/2006/main">
              <a:ext uri="{FF2B5EF4-FFF2-40B4-BE49-F238E27FC236}">
                <a16:creationId xmlns:a16="http://schemas.microsoft.com/office/drawing/2014/main" id="{331F0083-2889-4CA8-BEAF-AC21E8EAA001}"/>
              </a:ext>
            </a:extLst>
          </p:cNvPr>
          <p:cNvCxnSpPr/>
          <p:nvPr/>
        </p:nvCxnSpPr>
        <p:spPr>
          <a:xfrm xmlns:a="http://schemas.openxmlformats.org/drawingml/2006/main" flipH="1" flipV="0">
            <a:off x="2397315" y="4436491"/>
            <a:ext cx="64320" cy="125703"/>
          </a:xfrm>
          <a:prstGeom xmlns:a="http://schemas.openxmlformats.org/drawingml/2006/main" prst="straightConnector1">
            <a:avLst/>
          </a:prstGeom>
          <a:ln xmlns:a="http://schemas.openxmlformats.org/drawingml/2006/main" w="6191">
            <a:solidFill>
              <a:srgbClr val="CBD1D5"/>
            </a:solidFill>
            <a:prstDash val="solid"/>
          </a:ln>
        </p:spPr>
      </p:cxnSp>
      <p:cxnSp>
        <p:nvCxnSpPr>
          <p:cNvPr id="210" name="">
            <a:extLst xmlns:a="http://schemas.openxmlformats.org/drawingml/2006/main">
              <a:ext uri="{FF2B5EF4-FFF2-40B4-BE49-F238E27FC236}">
                <a16:creationId xmlns:a16="http://schemas.microsoft.com/office/drawing/2014/main" id="{3A39E2D7-5148-4626-9D0D-A1D83DE820E9}"/>
              </a:ext>
            </a:extLst>
          </p:cNvPr>
          <p:cNvCxnSpPr/>
          <p:nvPr/>
        </p:nvCxnSpPr>
        <p:spPr>
          <a:xfrm xmlns:a="http://schemas.openxmlformats.org/drawingml/2006/main" flipH="0" flipV="0">
            <a:off x="2397315" y="4562194"/>
            <a:ext cx="47256" cy="8677"/>
          </a:xfrm>
          <a:prstGeom xmlns:a="http://schemas.openxmlformats.org/drawingml/2006/main" prst="straightConnector1">
            <a:avLst/>
          </a:prstGeom>
          <a:ln xmlns:a="http://schemas.openxmlformats.org/drawingml/2006/main" w="6191">
            <a:solidFill>
              <a:srgbClr val="CBD1D5"/>
            </a:solidFill>
            <a:prstDash val="solid"/>
          </a:ln>
        </p:spPr>
      </p:cxnSp>
      <p:cxnSp>
        <p:nvCxnSpPr>
          <p:cNvPr id="211" name="">
            <a:extLst xmlns:a="http://schemas.openxmlformats.org/drawingml/2006/main">
              <a:ext uri="{FF2B5EF4-FFF2-40B4-BE49-F238E27FC236}">
                <a16:creationId xmlns:a16="http://schemas.microsoft.com/office/drawing/2014/main" id="{C64610BE-7716-46DD-BD92-F081C06E7B27}"/>
              </a:ext>
            </a:extLst>
          </p:cNvPr>
          <p:cNvCxnSpPr/>
          <p:nvPr/>
        </p:nvCxnSpPr>
        <p:spPr>
          <a:xfrm xmlns:a="http://schemas.openxmlformats.org/drawingml/2006/main" flipH="0" flipV="0">
            <a:off x="2444571" y="4570871"/>
            <a:ext cx="510964" cy="62851"/>
          </a:xfrm>
          <a:prstGeom xmlns:a="http://schemas.openxmlformats.org/drawingml/2006/main" prst="straightConnector1">
            <a:avLst/>
          </a:prstGeom>
          <a:ln xmlns:a="http://schemas.openxmlformats.org/drawingml/2006/main" w="6191">
            <a:solidFill>
              <a:srgbClr val="CBD1D5"/>
            </a:solidFill>
            <a:prstDash val="solid"/>
          </a:ln>
        </p:spPr>
      </p:cxnSp>
      <p:cxnSp>
        <p:nvCxnSpPr>
          <p:cNvPr id="212" name="">
            <a:extLst xmlns:a="http://schemas.openxmlformats.org/drawingml/2006/main">
              <a:ext uri="{FF2B5EF4-FFF2-40B4-BE49-F238E27FC236}">
                <a16:creationId xmlns:a16="http://schemas.microsoft.com/office/drawing/2014/main" id="{C16DF93A-7F56-4AA3-AA7D-620A9F85BA2A}"/>
              </a:ext>
            </a:extLst>
          </p:cNvPr>
          <p:cNvCxnSpPr/>
          <p:nvPr/>
        </p:nvCxnSpPr>
        <p:spPr>
          <a:xfrm xmlns:a="http://schemas.openxmlformats.org/drawingml/2006/main" flipH="1" flipV="0">
            <a:off x="2428976" y="4570871"/>
            <a:ext cx="15596" cy="92401"/>
          </a:xfrm>
          <a:prstGeom xmlns:a="http://schemas.openxmlformats.org/drawingml/2006/main" prst="straightConnector1">
            <a:avLst/>
          </a:prstGeom>
          <a:ln xmlns:a="http://schemas.openxmlformats.org/drawingml/2006/main" w="6191">
            <a:solidFill>
              <a:srgbClr val="CBD1D5"/>
            </a:solidFill>
            <a:prstDash val="solid"/>
          </a:ln>
        </p:spPr>
      </p:cxnSp>
      <p:cxnSp>
        <p:nvCxnSpPr>
          <p:cNvPr id="213" name="">
            <a:extLst xmlns:a="http://schemas.openxmlformats.org/drawingml/2006/main">
              <a:ext uri="{FF2B5EF4-FFF2-40B4-BE49-F238E27FC236}">
                <a16:creationId xmlns:a16="http://schemas.microsoft.com/office/drawing/2014/main" id="{B0605945-4864-4716-AF73-FCE2086B7DB9}"/>
              </a:ext>
            </a:extLst>
          </p:cNvPr>
          <p:cNvCxnSpPr/>
          <p:nvPr/>
        </p:nvCxnSpPr>
        <p:spPr>
          <a:xfrm xmlns:a="http://schemas.openxmlformats.org/drawingml/2006/main" flipH="1" flipV="0">
            <a:off x="2389928" y="4663272"/>
            <a:ext cx="39048" cy="64493"/>
          </a:xfrm>
          <a:prstGeom xmlns:a="http://schemas.openxmlformats.org/drawingml/2006/main" prst="straightConnector1">
            <a:avLst/>
          </a:prstGeom>
          <a:ln xmlns:a="http://schemas.openxmlformats.org/drawingml/2006/main" w="6191">
            <a:solidFill>
              <a:srgbClr val="CBD1D5"/>
            </a:solidFill>
            <a:prstDash val="solid"/>
          </a:ln>
        </p:spPr>
      </p:cxnSp>
      <p:cxnSp>
        <p:nvCxnSpPr>
          <p:cNvPr id="214" name="">
            <a:extLst xmlns:a="http://schemas.openxmlformats.org/drawingml/2006/main">
              <a:ext uri="{FF2B5EF4-FFF2-40B4-BE49-F238E27FC236}">
                <a16:creationId xmlns:a16="http://schemas.microsoft.com/office/drawing/2014/main" id="{7ED41909-DD5F-44BC-A602-5550AB255439}"/>
              </a:ext>
            </a:extLst>
          </p:cNvPr>
          <p:cNvCxnSpPr/>
          <p:nvPr/>
        </p:nvCxnSpPr>
        <p:spPr>
          <a:xfrm xmlns:a="http://schemas.openxmlformats.org/drawingml/2006/main" flipH="1" flipV="0">
            <a:off x="2370406" y="4727765"/>
            <a:ext cx="19521" cy="33302"/>
          </a:xfrm>
          <a:prstGeom xmlns:a="http://schemas.openxmlformats.org/drawingml/2006/main" prst="straightConnector1">
            <a:avLst/>
          </a:prstGeom>
          <a:ln xmlns:a="http://schemas.openxmlformats.org/drawingml/2006/main" w="6191">
            <a:solidFill>
              <a:srgbClr val="CBD1D5"/>
            </a:solidFill>
            <a:prstDash val="solid"/>
          </a:ln>
        </p:spPr>
      </p:cxnSp>
      <p:cxnSp>
        <p:nvCxnSpPr>
          <p:cNvPr id="215" name="">
            <a:extLst xmlns:a="http://schemas.openxmlformats.org/drawingml/2006/main">
              <a:ext uri="{FF2B5EF4-FFF2-40B4-BE49-F238E27FC236}">
                <a16:creationId xmlns:a16="http://schemas.microsoft.com/office/drawing/2014/main" id="{565E26A4-3496-456D-A7EC-EACAF68657D2}"/>
              </a:ext>
            </a:extLst>
          </p:cNvPr>
          <p:cNvCxnSpPr/>
          <p:nvPr/>
        </p:nvCxnSpPr>
        <p:spPr>
          <a:xfrm xmlns:a="http://schemas.openxmlformats.org/drawingml/2006/main" flipH="0" flipV="0">
            <a:off x="2955535" y="4633722"/>
            <a:ext cx="64549" cy="2814"/>
          </a:xfrm>
          <a:prstGeom xmlns:a="http://schemas.openxmlformats.org/drawingml/2006/main" prst="straightConnector1">
            <a:avLst/>
          </a:prstGeom>
          <a:ln xmlns:a="http://schemas.openxmlformats.org/drawingml/2006/main" w="6191">
            <a:solidFill>
              <a:srgbClr val="CBD1D5"/>
            </a:solidFill>
            <a:prstDash val="solid"/>
          </a:ln>
        </p:spPr>
      </p:cxnSp>
      <p:cxnSp>
        <p:nvCxnSpPr>
          <p:cNvPr id="216" name="">
            <a:extLst xmlns:a="http://schemas.openxmlformats.org/drawingml/2006/main">
              <a:ext uri="{FF2B5EF4-FFF2-40B4-BE49-F238E27FC236}">
                <a16:creationId xmlns:a16="http://schemas.microsoft.com/office/drawing/2014/main" id="{E6E397C2-B8A2-40E2-A21C-78C6B6D6F380}"/>
              </a:ext>
            </a:extLst>
          </p:cNvPr>
          <p:cNvCxnSpPr/>
          <p:nvPr/>
        </p:nvCxnSpPr>
        <p:spPr>
          <a:xfrm xmlns:a="http://schemas.openxmlformats.org/drawingml/2006/main" flipH="0" flipV="1">
            <a:off x="3020084" y="4569933"/>
            <a:ext cx="84545" cy="66604"/>
          </a:xfrm>
          <a:prstGeom xmlns:a="http://schemas.openxmlformats.org/drawingml/2006/main" prst="straightConnector1">
            <a:avLst/>
          </a:prstGeom>
          <a:ln xmlns:a="http://schemas.openxmlformats.org/drawingml/2006/main" w="6191">
            <a:solidFill>
              <a:srgbClr val="CBD1D5"/>
            </a:solidFill>
            <a:prstDash val="solid"/>
          </a:ln>
        </p:spPr>
      </p:cxnSp>
      <p:cxnSp>
        <p:nvCxnSpPr>
          <p:cNvPr id="217" name="">
            <a:extLst xmlns:a="http://schemas.openxmlformats.org/drawingml/2006/main">
              <a:ext uri="{FF2B5EF4-FFF2-40B4-BE49-F238E27FC236}">
                <a16:creationId xmlns:a16="http://schemas.microsoft.com/office/drawing/2014/main" id="{051CD83F-4A2B-4C01-B69B-0CA1D1819E21}"/>
              </a:ext>
            </a:extLst>
          </p:cNvPr>
          <p:cNvCxnSpPr/>
          <p:nvPr/>
        </p:nvCxnSpPr>
        <p:spPr>
          <a:xfrm xmlns:a="http://schemas.openxmlformats.org/drawingml/2006/main" flipH="0" flipV="1">
            <a:off x="3104629" y="4542259"/>
            <a:ext cx="44559" cy="27673"/>
          </a:xfrm>
          <a:prstGeom xmlns:a="http://schemas.openxmlformats.org/drawingml/2006/main" prst="straightConnector1">
            <a:avLst/>
          </a:prstGeom>
          <a:ln xmlns:a="http://schemas.openxmlformats.org/drawingml/2006/main" w="6191">
            <a:solidFill>
              <a:srgbClr val="CBD1D5"/>
            </a:solidFill>
            <a:prstDash val="solid"/>
          </a:ln>
        </p:spPr>
      </p:cxnSp>
      <p:cxnSp>
        <p:nvCxnSpPr>
          <p:cNvPr id="218" name="">
            <a:extLst xmlns:a="http://schemas.openxmlformats.org/drawingml/2006/main">
              <a:ext uri="{FF2B5EF4-FFF2-40B4-BE49-F238E27FC236}">
                <a16:creationId xmlns:a16="http://schemas.microsoft.com/office/drawing/2014/main" id="{3D6D770B-AA4E-4F6C-9E59-3DE08BC65E87}"/>
              </a:ext>
            </a:extLst>
          </p:cNvPr>
          <p:cNvCxnSpPr/>
          <p:nvPr/>
        </p:nvCxnSpPr>
        <p:spPr>
          <a:xfrm xmlns:a="http://schemas.openxmlformats.org/drawingml/2006/main" flipH="0" flipV="1">
            <a:off x="3149188" y="4537334"/>
            <a:ext cx="49132" cy="4925"/>
          </a:xfrm>
          <a:prstGeom xmlns:a="http://schemas.openxmlformats.org/drawingml/2006/main" prst="straightConnector1">
            <a:avLst/>
          </a:prstGeom>
          <a:ln xmlns:a="http://schemas.openxmlformats.org/drawingml/2006/main" w="6191">
            <a:solidFill>
              <a:srgbClr val="CBD1D5"/>
            </a:solidFill>
            <a:prstDash val="solid"/>
          </a:ln>
        </p:spPr>
      </p:cxnSp>
      <p:cxnSp>
        <p:nvCxnSpPr>
          <p:cNvPr id="219" name="">
            <a:extLst xmlns:a="http://schemas.openxmlformats.org/drawingml/2006/main">
              <a:ext uri="{FF2B5EF4-FFF2-40B4-BE49-F238E27FC236}">
                <a16:creationId xmlns:a16="http://schemas.microsoft.com/office/drawing/2014/main" id="{577EA372-27CB-4D11-AFBC-8DD05DFE76A4}"/>
              </a:ext>
            </a:extLst>
          </p:cNvPr>
          <p:cNvCxnSpPr/>
          <p:nvPr/>
        </p:nvCxnSpPr>
        <p:spPr>
          <a:xfrm xmlns:a="http://schemas.openxmlformats.org/drawingml/2006/main" flipH="0" flipV="1">
            <a:off x="3198320" y="4514586"/>
            <a:ext cx="135614" cy="22748"/>
          </a:xfrm>
          <a:prstGeom xmlns:a="http://schemas.openxmlformats.org/drawingml/2006/main" prst="straightConnector1">
            <a:avLst/>
          </a:prstGeom>
          <a:ln xmlns:a="http://schemas.openxmlformats.org/drawingml/2006/main" w="6191">
            <a:solidFill>
              <a:srgbClr val="CBD1D5"/>
            </a:solidFill>
            <a:prstDash val="solid"/>
          </a:ln>
        </p:spPr>
      </p:cxnSp>
      <p:cxnSp>
        <p:nvCxnSpPr>
          <p:cNvPr id="220" name="">
            <a:extLst xmlns:a="http://schemas.openxmlformats.org/drawingml/2006/main">
              <a:ext uri="{FF2B5EF4-FFF2-40B4-BE49-F238E27FC236}">
                <a16:creationId xmlns:a16="http://schemas.microsoft.com/office/drawing/2014/main" id="{9D79BB19-4D2E-44DE-8039-0B2F1F40AEBE}"/>
              </a:ext>
            </a:extLst>
          </p:cNvPr>
          <p:cNvCxnSpPr/>
          <p:nvPr/>
        </p:nvCxnSpPr>
        <p:spPr>
          <a:xfrm xmlns:a="http://schemas.openxmlformats.org/drawingml/2006/main" flipH="0" flipV="0">
            <a:off x="3333933" y="4514586"/>
            <a:ext cx="21459" cy="6098"/>
          </a:xfrm>
          <a:prstGeom xmlns:a="http://schemas.openxmlformats.org/drawingml/2006/main" prst="straightConnector1">
            <a:avLst/>
          </a:prstGeom>
          <a:ln xmlns:a="http://schemas.openxmlformats.org/drawingml/2006/main" w="6191">
            <a:solidFill>
              <a:srgbClr val="CBD1D5"/>
            </a:solidFill>
            <a:prstDash val="solid"/>
          </a:ln>
        </p:spPr>
      </p:cxnSp>
      <p:cxnSp>
        <p:nvCxnSpPr>
          <p:cNvPr id="221" name="">
            <a:extLst xmlns:a="http://schemas.openxmlformats.org/drawingml/2006/main">
              <a:ext uri="{FF2B5EF4-FFF2-40B4-BE49-F238E27FC236}">
                <a16:creationId xmlns:a16="http://schemas.microsoft.com/office/drawing/2014/main" id="{4197D70A-F3B4-4DA7-9433-3E77357B0B78}"/>
              </a:ext>
            </a:extLst>
          </p:cNvPr>
          <p:cNvCxnSpPr/>
          <p:nvPr/>
        </p:nvCxnSpPr>
        <p:spPr>
          <a:xfrm xmlns:a="http://schemas.openxmlformats.org/drawingml/2006/main" flipH="0" flipV="1">
            <a:off x="3355392" y="4390056"/>
            <a:ext cx="93513" cy="130628"/>
          </a:xfrm>
          <a:prstGeom xmlns:a="http://schemas.openxmlformats.org/drawingml/2006/main" prst="straightConnector1">
            <a:avLst/>
          </a:prstGeom>
          <a:ln xmlns:a="http://schemas.openxmlformats.org/drawingml/2006/main" w="6191">
            <a:solidFill>
              <a:srgbClr val="CBD1D5"/>
            </a:solidFill>
            <a:prstDash val="solid"/>
          </a:ln>
        </p:spPr>
      </p:cxnSp>
      <p:cxnSp>
        <p:nvCxnSpPr>
          <p:cNvPr id="222" name="">
            <a:extLst xmlns:a="http://schemas.openxmlformats.org/drawingml/2006/main">
              <a:ext uri="{FF2B5EF4-FFF2-40B4-BE49-F238E27FC236}">
                <a16:creationId xmlns:a16="http://schemas.microsoft.com/office/drawing/2014/main" id="{BC741DED-4017-47AD-A18D-D1A5675D01AD}"/>
              </a:ext>
            </a:extLst>
          </p:cNvPr>
          <p:cNvCxnSpPr/>
          <p:nvPr/>
        </p:nvCxnSpPr>
        <p:spPr>
          <a:xfrm xmlns:a="http://schemas.openxmlformats.org/drawingml/2006/main" flipH="0" flipV="1">
            <a:off x="3490766" y="4422888"/>
            <a:ext cx="49367" cy="27908"/>
          </a:xfrm>
          <a:prstGeom xmlns:a="http://schemas.openxmlformats.org/drawingml/2006/main" prst="straightConnector1">
            <a:avLst/>
          </a:prstGeom>
          <a:ln xmlns:a="http://schemas.openxmlformats.org/drawingml/2006/main" w="6191">
            <a:solidFill>
              <a:srgbClr val="CBD1D5"/>
            </a:solidFill>
            <a:prstDash val="solid"/>
          </a:ln>
        </p:spPr>
      </p:cxnSp>
      <p:cxnSp>
        <p:nvCxnSpPr>
          <p:cNvPr id="223" name="">
            <a:extLst xmlns:a="http://schemas.openxmlformats.org/drawingml/2006/main">
              <a:ext uri="{FF2B5EF4-FFF2-40B4-BE49-F238E27FC236}">
                <a16:creationId xmlns:a16="http://schemas.microsoft.com/office/drawing/2014/main" id="{75B9AA00-CE5B-44F1-B0EE-510A9F659D0A}"/>
              </a:ext>
            </a:extLst>
          </p:cNvPr>
          <p:cNvCxnSpPr/>
          <p:nvPr/>
        </p:nvCxnSpPr>
        <p:spPr>
          <a:xfrm xmlns:a="http://schemas.openxmlformats.org/drawingml/2006/main" flipH="0" flipV="1">
            <a:off x="3540133" y="4349015"/>
            <a:ext cx="48020" cy="73874"/>
          </a:xfrm>
          <a:prstGeom xmlns:a="http://schemas.openxmlformats.org/drawingml/2006/main" prst="straightConnector1">
            <a:avLst/>
          </a:prstGeom>
          <a:ln xmlns:a="http://schemas.openxmlformats.org/drawingml/2006/main" w="6191">
            <a:solidFill>
              <a:srgbClr val="CBD1D5"/>
            </a:solidFill>
            <a:prstDash val="solid"/>
          </a:ln>
        </p:spPr>
      </p:cxnSp>
      <p:cxnSp>
        <p:nvCxnSpPr>
          <p:cNvPr id="224" name="">
            <a:extLst xmlns:a="http://schemas.openxmlformats.org/drawingml/2006/main">
              <a:ext uri="{FF2B5EF4-FFF2-40B4-BE49-F238E27FC236}">
                <a16:creationId xmlns:a16="http://schemas.microsoft.com/office/drawing/2014/main" id="{4FB12C99-37AC-4D18-971B-A35E5A71F657}"/>
              </a:ext>
            </a:extLst>
          </p:cNvPr>
          <p:cNvCxnSpPr/>
          <p:nvPr/>
        </p:nvCxnSpPr>
        <p:spPr>
          <a:xfrm xmlns:a="http://schemas.openxmlformats.org/drawingml/2006/main" flipH="0" flipV="0">
            <a:off x="3364186" y="4269278"/>
            <a:ext cx="84718" cy="120778"/>
          </a:xfrm>
          <a:prstGeom xmlns:a="http://schemas.openxmlformats.org/drawingml/2006/main" prst="straightConnector1">
            <a:avLst/>
          </a:prstGeom>
          <a:ln xmlns:a="http://schemas.openxmlformats.org/drawingml/2006/main" w="6191">
            <a:solidFill>
              <a:srgbClr val="CBD1D5"/>
            </a:solidFill>
            <a:prstDash val="solid"/>
          </a:ln>
        </p:spPr>
      </p:cxnSp>
      <p:cxnSp>
        <p:nvCxnSpPr>
          <p:cNvPr id="225" name="">
            <a:extLst xmlns:a="http://schemas.openxmlformats.org/drawingml/2006/main">
              <a:ext uri="{FF2B5EF4-FFF2-40B4-BE49-F238E27FC236}">
                <a16:creationId xmlns:a16="http://schemas.microsoft.com/office/drawing/2014/main" id="{E9685B04-FB37-40A6-A052-483213F4C0B6}"/>
              </a:ext>
            </a:extLst>
          </p:cNvPr>
          <p:cNvCxnSpPr/>
          <p:nvPr/>
        </p:nvCxnSpPr>
        <p:spPr>
          <a:xfrm xmlns:a="http://schemas.openxmlformats.org/drawingml/2006/main" flipH="0" flipV="0">
            <a:off x="3448905" y="4390056"/>
            <a:ext cx="41862" cy="60741"/>
          </a:xfrm>
          <a:prstGeom xmlns:a="http://schemas.openxmlformats.org/drawingml/2006/main" prst="straightConnector1">
            <a:avLst/>
          </a:prstGeom>
          <a:ln xmlns:a="http://schemas.openxmlformats.org/drawingml/2006/main" w="6191">
            <a:solidFill>
              <a:srgbClr val="CBD1D5"/>
            </a:solidFill>
            <a:prstDash val="solid"/>
          </a:ln>
        </p:spPr>
      </p:cxnSp>
      <p:cxnSp>
        <p:nvCxnSpPr>
          <p:cNvPr id="226" name="">
            <a:extLst xmlns:a="http://schemas.openxmlformats.org/drawingml/2006/main">
              <a:ext uri="{FF2B5EF4-FFF2-40B4-BE49-F238E27FC236}">
                <a16:creationId xmlns:a16="http://schemas.microsoft.com/office/drawing/2014/main" id="{E3E6AC56-937C-4F87-9E9F-08F24B127E67}"/>
              </a:ext>
            </a:extLst>
          </p:cNvPr>
          <p:cNvCxnSpPr/>
          <p:nvPr/>
        </p:nvCxnSpPr>
        <p:spPr>
          <a:xfrm xmlns:a="http://schemas.openxmlformats.org/drawingml/2006/main" flipH="0" flipV="0">
            <a:off x="3490766" y="4450796"/>
            <a:ext cx="28321" cy="39399"/>
          </a:xfrm>
          <a:prstGeom xmlns:a="http://schemas.openxmlformats.org/drawingml/2006/main" prst="straightConnector1">
            <a:avLst/>
          </a:prstGeom>
          <a:ln xmlns:a="http://schemas.openxmlformats.org/drawingml/2006/main" w="6191">
            <a:solidFill>
              <a:srgbClr val="CBD1D5"/>
            </a:solidFill>
            <a:prstDash val="solid"/>
          </a:ln>
        </p:spPr>
      </p:cxnSp>
      <p:cxnSp>
        <p:nvCxnSpPr>
          <p:cNvPr id="227" name="">
            <a:extLst xmlns:a="http://schemas.openxmlformats.org/drawingml/2006/main">
              <a:ext uri="{FF2B5EF4-FFF2-40B4-BE49-F238E27FC236}">
                <a16:creationId xmlns:a16="http://schemas.microsoft.com/office/drawing/2014/main" id="{3FEDFF32-1B23-4261-AC98-2E54B81BD366}"/>
              </a:ext>
            </a:extLst>
          </p:cNvPr>
          <p:cNvCxnSpPr/>
          <p:nvPr/>
        </p:nvCxnSpPr>
        <p:spPr>
          <a:xfrm xmlns:a="http://schemas.openxmlformats.org/drawingml/2006/main" flipH="0" flipV="0">
            <a:off x="3519087" y="4490196"/>
            <a:ext cx="112626" cy="90994"/>
          </a:xfrm>
          <a:prstGeom xmlns:a="http://schemas.openxmlformats.org/drawingml/2006/main" prst="straightConnector1">
            <a:avLst/>
          </a:prstGeom>
          <a:ln xmlns:a="http://schemas.openxmlformats.org/drawingml/2006/main" w="6191">
            <a:solidFill>
              <a:srgbClr val="CBD1D5"/>
            </a:solidFill>
            <a:prstDash val="solid"/>
          </a:ln>
        </p:spPr>
      </p:cxnSp>
      <p:cxnSp>
        <p:nvCxnSpPr>
          <p:cNvPr id="228" name="">
            <a:extLst xmlns:a="http://schemas.openxmlformats.org/drawingml/2006/main">
              <a:ext uri="{FF2B5EF4-FFF2-40B4-BE49-F238E27FC236}">
                <a16:creationId xmlns:a16="http://schemas.microsoft.com/office/drawing/2014/main" id="{498D30CA-E37B-4981-9AC6-3E8E5580C162}"/>
              </a:ext>
            </a:extLst>
          </p:cNvPr>
          <p:cNvCxnSpPr/>
          <p:nvPr/>
        </p:nvCxnSpPr>
        <p:spPr>
          <a:xfrm xmlns:a="http://schemas.openxmlformats.org/drawingml/2006/main" flipH="0" flipV="0">
            <a:off x="3631713" y="4581190"/>
            <a:ext cx="77040" cy="57692"/>
          </a:xfrm>
          <a:prstGeom xmlns:a="http://schemas.openxmlformats.org/drawingml/2006/main" prst="straightConnector1">
            <a:avLst/>
          </a:prstGeom>
          <a:ln xmlns:a="http://schemas.openxmlformats.org/drawingml/2006/main" w="6191">
            <a:solidFill>
              <a:srgbClr val="CBD1D5"/>
            </a:solidFill>
            <a:prstDash val="solid"/>
          </a:ln>
        </p:spPr>
      </p:cxnSp>
      <p:cxnSp>
        <p:nvCxnSpPr>
          <p:cNvPr id="229" name="">
            <a:extLst xmlns:a="http://schemas.openxmlformats.org/drawingml/2006/main">
              <a:ext uri="{FF2B5EF4-FFF2-40B4-BE49-F238E27FC236}">
                <a16:creationId xmlns:a16="http://schemas.microsoft.com/office/drawing/2014/main" id="{4B4C8D6D-C6C8-43E4-8617-C18D16EA05D2}"/>
              </a:ext>
            </a:extLst>
          </p:cNvPr>
          <p:cNvCxnSpPr/>
          <p:nvPr/>
        </p:nvCxnSpPr>
        <p:spPr>
          <a:xfrm xmlns:a="http://schemas.openxmlformats.org/drawingml/2006/main" flipH="0" flipV="0">
            <a:off x="3708753" y="4638882"/>
            <a:ext cx="65023" cy="88883"/>
          </a:xfrm>
          <a:prstGeom xmlns:a="http://schemas.openxmlformats.org/drawingml/2006/main" prst="straightConnector1">
            <a:avLst/>
          </a:prstGeom>
          <a:ln xmlns:a="http://schemas.openxmlformats.org/drawingml/2006/main" w="6191">
            <a:solidFill>
              <a:srgbClr val="CBD1D5"/>
            </a:solidFill>
            <a:prstDash val="solid"/>
          </a:ln>
        </p:spPr>
      </p:cxnSp>
      <p:cxnSp>
        <p:nvCxnSpPr>
          <p:cNvPr id="230" name="">
            <a:extLst xmlns:a="http://schemas.openxmlformats.org/drawingml/2006/main">
              <a:ext uri="{FF2B5EF4-FFF2-40B4-BE49-F238E27FC236}">
                <a16:creationId xmlns:a16="http://schemas.microsoft.com/office/drawing/2014/main" id="{26F40A65-F2EA-47D4-9CAF-2AA03E71E389}"/>
              </a:ext>
            </a:extLst>
          </p:cNvPr>
          <p:cNvCxnSpPr/>
          <p:nvPr/>
        </p:nvCxnSpPr>
        <p:spPr>
          <a:xfrm xmlns:a="http://schemas.openxmlformats.org/drawingml/2006/main" flipH="0" flipV="0">
            <a:off x="3773776" y="4727765"/>
            <a:ext cx="33771" cy="38461"/>
          </a:xfrm>
          <a:prstGeom xmlns:a="http://schemas.openxmlformats.org/drawingml/2006/main" prst="straightConnector1">
            <a:avLst/>
          </a:prstGeom>
          <a:ln xmlns:a="http://schemas.openxmlformats.org/drawingml/2006/main" w="6191">
            <a:solidFill>
              <a:srgbClr val="CBD1D5"/>
            </a:solidFill>
            <a:prstDash val="solid"/>
          </a:ln>
        </p:spPr>
      </p:cxnSp>
      <p:cxnSp>
        <p:nvCxnSpPr>
          <p:cNvPr id="231" name="">
            <a:extLst xmlns:a="http://schemas.openxmlformats.org/drawingml/2006/main">
              <a:ext uri="{FF2B5EF4-FFF2-40B4-BE49-F238E27FC236}">
                <a16:creationId xmlns:a16="http://schemas.microsoft.com/office/drawing/2014/main" id="{018A7F28-FD14-4729-ABAB-30FF0E909B93}"/>
              </a:ext>
            </a:extLst>
          </p:cNvPr>
          <p:cNvCxnSpPr/>
          <p:nvPr/>
        </p:nvCxnSpPr>
        <p:spPr>
          <a:xfrm xmlns:a="http://schemas.openxmlformats.org/drawingml/2006/main" flipH="0" flipV="0">
            <a:off x="3807547" y="4766226"/>
            <a:ext cx="107467" cy="60037"/>
          </a:xfrm>
          <a:prstGeom xmlns:a="http://schemas.openxmlformats.org/drawingml/2006/main" prst="straightConnector1">
            <a:avLst/>
          </a:prstGeom>
          <a:ln xmlns:a="http://schemas.openxmlformats.org/drawingml/2006/main" w="6191">
            <a:solidFill>
              <a:srgbClr val="CBD1D5"/>
            </a:solidFill>
            <a:prstDash val="solid"/>
          </a:ln>
        </p:spPr>
      </p:cxnSp>
      <p:cxnSp>
        <p:nvCxnSpPr>
          <p:cNvPr id="232" name="">
            <a:extLst xmlns:a="http://schemas.openxmlformats.org/drawingml/2006/main">
              <a:ext uri="{FF2B5EF4-FFF2-40B4-BE49-F238E27FC236}">
                <a16:creationId xmlns:a16="http://schemas.microsoft.com/office/drawing/2014/main" id="{EB118A17-C64E-43E3-824A-B6B69A414629}"/>
              </a:ext>
            </a:extLst>
          </p:cNvPr>
          <p:cNvCxnSpPr/>
          <p:nvPr/>
        </p:nvCxnSpPr>
        <p:spPr>
          <a:xfrm xmlns:a="http://schemas.openxmlformats.org/drawingml/2006/main" flipH="0" flipV="0">
            <a:off x="3915014" y="4826263"/>
            <a:ext cx="56932" cy="43621"/>
          </a:xfrm>
          <a:prstGeom xmlns:a="http://schemas.openxmlformats.org/drawingml/2006/main" prst="straightConnector1">
            <a:avLst/>
          </a:prstGeom>
          <a:ln xmlns:a="http://schemas.openxmlformats.org/drawingml/2006/main" w="6191">
            <a:solidFill>
              <a:srgbClr val="CBD1D5"/>
            </a:solidFill>
            <a:prstDash val="solid"/>
          </a:ln>
        </p:spPr>
      </p:cxnSp>
      <p:cxnSp>
        <p:nvCxnSpPr>
          <p:cNvPr id="233" name="">
            <a:extLst xmlns:a="http://schemas.openxmlformats.org/drawingml/2006/main">
              <a:ext uri="{FF2B5EF4-FFF2-40B4-BE49-F238E27FC236}">
                <a16:creationId xmlns:a16="http://schemas.microsoft.com/office/drawing/2014/main" id="{0DF5E74B-7DB5-4651-AA2A-753B6AC45D54}"/>
              </a:ext>
            </a:extLst>
          </p:cNvPr>
          <p:cNvCxnSpPr/>
          <p:nvPr/>
        </p:nvCxnSpPr>
        <p:spPr>
          <a:xfrm xmlns:a="http://schemas.openxmlformats.org/drawingml/2006/main" flipH="0" flipV="0">
            <a:off x="3971946" y="4869884"/>
            <a:ext cx="78682" cy="80910"/>
          </a:xfrm>
          <a:prstGeom xmlns:a="http://schemas.openxmlformats.org/drawingml/2006/main" prst="straightConnector1">
            <a:avLst/>
          </a:prstGeom>
          <a:ln xmlns:a="http://schemas.openxmlformats.org/drawingml/2006/main" w="6191">
            <a:solidFill>
              <a:srgbClr val="CBD1D5"/>
            </a:solidFill>
            <a:prstDash val="solid"/>
          </a:ln>
        </p:spPr>
      </p:cxnSp>
      <p:cxnSp>
        <p:nvCxnSpPr>
          <p:cNvPr id="234" name="">
            <a:extLst xmlns:a="http://schemas.openxmlformats.org/drawingml/2006/main">
              <a:ext uri="{FF2B5EF4-FFF2-40B4-BE49-F238E27FC236}">
                <a16:creationId xmlns:a16="http://schemas.microsoft.com/office/drawing/2014/main" id="{19A54A45-5C99-447B-823A-FD631DC00981}"/>
              </a:ext>
            </a:extLst>
          </p:cNvPr>
          <p:cNvCxnSpPr/>
          <p:nvPr/>
        </p:nvCxnSpPr>
        <p:spPr>
          <a:xfrm xmlns:a="http://schemas.openxmlformats.org/drawingml/2006/main" flipH="0" flipV="1">
            <a:off x="3588153" y="4198218"/>
            <a:ext cx="96679" cy="150797"/>
          </a:xfrm>
          <a:prstGeom xmlns:a="http://schemas.openxmlformats.org/drawingml/2006/main" prst="straightConnector1">
            <a:avLst/>
          </a:prstGeom>
          <a:ln xmlns:a="http://schemas.openxmlformats.org/drawingml/2006/main" w="6191">
            <a:solidFill>
              <a:srgbClr val="CBD1D5"/>
            </a:solidFill>
            <a:prstDash val="solid"/>
          </a:ln>
        </p:spPr>
      </p:cxnSp>
      <p:cxnSp>
        <p:nvCxnSpPr>
          <p:cNvPr id="235" name="">
            <a:extLst xmlns:a="http://schemas.openxmlformats.org/drawingml/2006/main">
              <a:ext uri="{FF2B5EF4-FFF2-40B4-BE49-F238E27FC236}">
                <a16:creationId xmlns:a16="http://schemas.microsoft.com/office/drawing/2014/main" id="{FC941FB3-2A0C-4921-BDD2-92B4FA545D49}"/>
              </a:ext>
            </a:extLst>
          </p:cNvPr>
          <p:cNvCxnSpPr/>
          <p:nvPr/>
        </p:nvCxnSpPr>
        <p:spPr>
          <a:xfrm xmlns:a="http://schemas.openxmlformats.org/drawingml/2006/main" flipH="0" flipV="1">
            <a:off x="3684832" y="4046014"/>
            <a:ext cx="88180" cy="152204"/>
          </a:xfrm>
          <a:prstGeom xmlns:a="http://schemas.openxmlformats.org/drawingml/2006/main" prst="straightConnector1">
            <a:avLst/>
          </a:prstGeom>
          <a:ln xmlns:a="http://schemas.openxmlformats.org/drawingml/2006/main" w="6191">
            <a:solidFill>
              <a:srgbClr val="CBD1D5"/>
            </a:solidFill>
            <a:prstDash val="solid"/>
          </a:ln>
        </p:spPr>
      </p:cxnSp>
      <p:cxnSp>
        <p:nvCxnSpPr>
          <p:cNvPr id="236" name="">
            <a:extLst xmlns:a="http://schemas.openxmlformats.org/drawingml/2006/main">
              <a:ext uri="{FF2B5EF4-FFF2-40B4-BE49-F238E27FC236}">
                <a16:creationId xmlns:a16="http://schemas.microsoft.com/office/drawing/2014/main" id="{541A4B71-4F63-443C-AE79-F5CD4710F26D}"/>
              </a:ext>
            </a:extLst>
          </p:cNvPr>
          <p:cNvCxnSpPr/>
          <p:nvPr/>
        </p:nvCxnSpPr>
        <p:spPr>
          <a:xfrm xmlns:a="http://schemas.openxmlformats.org/drawingml/2006/main" flipH="0" flipV="1">
            <a:off x="3773012" y="3900143"/>
            <a:ext cx="31895" cy="145872"/>
          </a:xfrm>
          <a:prstGeom xmlns:a="http://schemas.openxmlformats.org/drawingml/2006/main" prst="straightConnector1">
            <a:avLst/>
          </a:prstGeom>
          <a:ln xmlns:a="http://schemas.openxmlformats.org/drawingml/2006/main" w="6191">
            <a:solidFill>
              <a:srgbClr val="CBD1D5"/>
            </a:solidFill>
            <a:prstDash val="solid"/>
          </a:ln>
        </p:spPr>
      </p:cxnSp>
      <p:cxnSp>
        <p:nvCxnSpPr>
          <p:cNvPr id="237" name="">
            <a:extLst xmlns:a="http://schemas.openxmlformats.org/drawingml/2006/main">
              <a:ext uri="{FF2B5EF4-FFF2-40B4-BE49-F238E27FC236}">
                <a16:creationId xmlns:a16="http://schemas.microsoft.com/office/drawing/2014/main" id="{E4C860E3-3A52-4804-BD7B-C614CA978E40}"/>
              </a:ext>
            </a:extLst>
          </p:cNvPr>
          <p:cNvCxnSpPr/>
          <p:nvPr/>
        </p:nvCxnSpPr>
        <p:spPr>
          <a:xfrm xmlns:a="http://schemas.openxmlformats.org/drawingml/2006/main" flipH="0" flipV="1">
            <a:off x="3804906" y="3854411"/>
            <a:ext cx="17824" cy="45731"/>
          </a:xfrm>
          <a:prstGeom xmlns:a="http://schemas.openxmlformats.org/drawingml/2006/main" prst="straightConnector1">
            <a:avLst/>
          </a:prstGeom>
          <a:ln xmlns:a="http://schemas.openxmlformats.org/drawingml/2006/main" w="6191">
            <a:solidFill>
              <a:srgbClr val="CBD1D5"/>
            </a:solidFill>
            <a:prstDash val="solid"/>
          </a:ln>
        </p:spPr>
      </p:cxnSp>
      <p:cxnSp>
        <p:nvCxnSpPr>
          <p:cNvPr id="238" name="">
            <a:extLst xmlns:a="http://schemas.openxmlformats.org/drawingml/2006/main">
              <a:ext uri="{FF2B5EF4-FFF2-40B4-BE49-F238E27FC236}">
                <a16:creationId xmlns:a16="http://schemas.microsoft.com/office/drawing/2014/main" id="{B25A4669-DC6E-484D-9167-45D0A9CB62C5}"/>
              </a:ext>
            </a:extLst>
          </p:cNvPr>
          <p:cNvCxnSpPr/>
          <p:nvPr/>
        </p:nvCxnSpPr>
        <p:spPr>
          <a:xfrm xmlns:a="http://schemas.openxmlformats.org/drawingml/2006/main" flipH="0" flipV="1">
            <a:off x="3822730" y="3849721"/>
            <a:ext cx="19761" cy="4690"/>
          </a:xfrm>
          <a:prstGeom xmlns:a="http://schemas.openxmlformats.org/drawingml/2006/main" prst="straightConnector1">
            <a:avLst/>
          </a:prstGeom>
          <a:ln xmlns:a="http://schemas.openxmlformats.org/drawingml/2006/main" w="6191">
            <a:solidFill>
              <a:srgbClr val="CBD1D5"/>
            </a:solidFill>
            <a:prstDash val="solid"/>
          </a:ln>
        </p:spPr>
      </p:cxnSp>
      <p:cxnSp>
        <p:nvCxnSpPr>
          <p:cNvPr id="239" name="">
            <a:extLst xmlns:a="http://schemas.openxmlformats.org/drawingml/2006/main">
              <a:ext uri="{FF2B5EF4-FFF2-40B4-BE49-F238E27FC236}">
                <a16:creationId xmlns:a16="http://schemas.microsoft.com/office/drawing/2014/main" id="{AC3D41DE-F3C4-4D79-B072-5DF7582642FA}"/>
              </a:ext>
            </a:extLst>
          </p:cNvPr>
          <p:cNvCxnSpPr/>
          <p:nvPr/>
        </p:nvCxnSpPr>
        <p:spPr>
          <a:xfrm xmlns:a="http://schemas.openxmlformats.org/drawingml/2006/main" flipH="0" flipV="0">
            <a:off x="3842491" y="3849721"/>
            <a:ext cx="175477" cy="75985"/>
          </a:xfrm>
          <a:prstGeom xmlns:a="http://schemas.openxmlformats.org/drawingml/2006/main" prst="straightConnector1">
            <a:avLst/>
          </a:prstGeom>
          <a:ln xmlns:a="http://schemas.openxmlformats.org/drawingml/2006/main" w="6191">
            <a:solidFill>
              <a:srgbClr val="CBD1D5"/>
            </a:solidFill>
            <a:prstDash val="solid"/>
          </a:ln>
        </p:spPr>
      </p:cxnSp>
      <p:cxnSp>
        <p:nvCxnSpPr>
          <p:cNvPr id="240" name="">
            <a:extLst xmlns:a="http://schemas.openxmlformats.org/drawingml/2006/main">
              <a:ext uri="{FF2B5EF4-FFF2-40B4-BE49-F238E27FC236}">
                <a16:creationId xmlns:a16="http://schemas.microsoft.com/office/drawing/2014/main" id="{F3CC4CE9-B597-4150-AE6D-A2E67DB38949}"/>
              </a:ext>
            </a:extLst>
          </p:cNvPr>
          <p:cNvCxnSpPr/>
          <p:nvPr/>
        </p:nvCxnSpPr>
        <p:spPr>
          <a:xfrm xmlns:a="http://schemas.openxmlformats.org/drawingml/2006/main" flipH="0" flipV="0">
            <a:off x="4017968" y="3925705"/>
            <a:ext cx="164633" cy="77157"/>
          </a:xfrm>
          <a:prstGeom xmlns:a="http://schemas.openxmlformats.org/drawingml/2006/main" prst="straightConnector1">
            <a:avLst/>
          </a:prstGeom>
          <a:ln xmlns:a="http://schemas.openxmlformats.org/drawingml/2006/main" w="6191">
            <a:solidFill>
              <a:srgbClr val="CBD1D5"/>
            </a:solidFill>
            <a:prstDash val="solid"/>
          </a:ln>
        </p:spPr>
      </p:cxnSp>
      <p:cxnSp>
        <p:nvCxnSpPr>
          <p:cNvPr id="241" name="">
            <a:extLst xmlns:a="http://schemas.openxmlformats.org/drawingml/2006/main">
              <a:ext uri="{FF2B5EF4-FFF2-40B4-BE49-F238E27FC236}">
                <a16:creationId xmlns:a16="http://schemas.microsoft.com/office/drawing/2014/main" id="{E4E8F0B7-85C7-48C5-92F2-B4F55ACF9EDB}"/>
              </a:ext>
            </a:extLst>
          </p:cNvPr>
          <p:cNvCxnSpPr/>
          <p:nvPr/>
        </p:nvCxnSpPr>
        <p:spPr>
          <a:xfrm xmlns:a="http://schemas.openxmlformats.org/drawingml/2006/main" flipH="0" flipV="0">
            <a:off x="4182601" y="4002863"/>
            <a:ext cx="50070" cy="1642"/>
          </a:xfrm>
          <a:prstGeom xmlns:a="http://schemas.openxmlformats.org/drawingml/2006/main" prst="straightConnector1">
            <a:avLst/>
          </a:prstGeom>
          <a:ln xmlns:a="http://schemas.openxmlformats.org/drawingml/2006/main" w="6191">
            <a:solidFill>
              <a:srgbClr val="CBD1D5"/>
            </a:solidFill>
            <a:prstDash val="solid"/>
          </a:ln>
        </p:spPr>
      </p:cxnSp>
      <p:cxnSp>
        <p:nvCxnSpPr>
          <p:cNvPr id="242" name="">
            <a:extLst xmlns:a="http://schemas.openxmlformats.org/drawingml/2006/main">
              <a:ext uri="{FF2B5EF4-FFF2-40B4-BE49-F238E27FC236}">
                <a16:creationId xmlns:a16="http://schemas.microsoft.com/office/drawing/2014/main" id="{E114C37F-2E7D-4CAA-AC97-E3858724ADB1}"/>
              </a:ext>
            </a:extLst>
          </p:cNvPr>
          <p:cNvCxnSpPr/>
          <p:nvPr/>
        </p:nvCxnSpPr>
        <p:spPr>
          <a:xfrm xmlns:a="http://schemas.openxmlformats.org/drawingml/2006/main" flipH="0" flipV="0">
            <a:off x="4232671" y="4004504"/>
            <a:ext cx="6449" cy="39399"/>
          </a:xfrm>
          <a:prstGeom xmlns:a="http://schemas.openxmlformats.org/drawingml/2006/main" prst="straightConnector1">
            <a:avLst/>
          </a:prstGeom>
          <a:ln xmlns:a="http://schemas.openxmlformats.org/drawingml/2006/main" w="6191">
            <a:solidFill>
              <a:srgbClr val="CBD1D5"/>
            </a:solidFill>
            <a:prstDash val="solid"/>
          </a:ln>
        </p:spPr>
      </p:cxnSp>
      <p:cxnSp>
        <p:nvCxnSpPr>
          <p:cNvPr id="243" name="">
            <a:extLst xmlns:a="http://schemas.openxmlformats.org/drawingml/2006/main">
              <a:ext uri="{FF2B5EF4-FFF2-40B4-BE49-F238E27FC236}">
                <a16:creationId xmlns:a16="http://schemas.microsoft.com/office/drawing/2014/main" id="{3050DC90-8664-42DA-AEB9-923EF23AC7B2}"/>
              </a:ext>
            </a:extLst>
          </p:cNvPr>
          <p:cNvCxnSpPr/>
          <p:nvPr/>
        </p:nvCxnSpPr>
        <p:spPr>
          <a:xfrm xmlns:a="http://schemas.openxmlformats.org/drawingml/2006/main" flipH="0" flipV="0">
            <a:off x="4239121" y="4043904"/>
            <a:ext cx="80853" cy="59803"/>
          </a:xfrm>
          <a:prstGeom xmlns:a="http://schemas.openxmlformats.org/drawingml/2006/main" prst="straightConnector1">
            <a:avLst/>
          </a:prstGeom>
          <a:ln xmlns:a="http://schemas.openxmlformats.org/drawingml/2006/main" w="6191">
            <a:solidFill>
              <a:srgbClr val="CBD1D5"/>
            </a:solidFill>
            <a:prstDash val="solid"/>
          </a:ln>
        </p:spPr>
      </p:cxnSp>
      <p:cxnSp>
        <p:nvCxnSpPr>
          <p:cNvPr id="244" name="">
            <a:extLst xmlns:a="http://schemas.openxmlformats.org/drawingml/2006/main">
              <a:ext uri="{FF2B5EF4-FFF2-40B4-BE49-F238E27FC236}">
                <a16:creationId xmlns:a16="http://schemas.microsoft.com/office/drawing/2014/main" id="{EB44B5D7-A73C-4408-AF3A-9E8E207FC0A6}"/>
              </a:ext>
            </a:extLst>
          </p:cNvPr>
          <p:cNvCxnSpPr/>
          <p:nvPr/>
        </p:nvCxnSpPr>
        <p:spPr>
          <a:xfrm xmlns:a="http://schemas.openxmlformats.org/drawingml/2006/main" flipH="0" flipV="0">
            <a:off x="4319974" y="4103706"/>
            <a:ext cx="48311" cy="26970"/>
          </a:xfrm>
          <a:prstGeom xmlns:a="http://schemas.openxmlformats.org/drawingml/2006/main" prst="straightConnector1">
            <a:avLst/>
          </a:prstGeom>
          <a:ln xmlns:a="http://schemas.openxmlformats.org/drawingml/2006/main" w="6191">
            <a:solidFill>
              <a:srgbClr val="CBD1D5"/>
            </a:solidFill>
            <a:prstDash val="solid"/>
          </a:ln>
        </p:spPr>
      </p:cxnSp>
      <p:cxnSp>
        <p:nvCxnSpPr>
          <p:cNvPr id="245" name="">
            <a:extLst xmlns:a="http://schemas.openxmlformats.org/drawingml/2006/main">
              <a:ext uri="{FF2B5EF4-FFF2-40B4-BE49-F238E27FC236}">
                <a16:creationId xmlns:a16="http://schemas.microsoft.com/office/drawing/2014/main" id="{DFC759FE-8BDA-46C7-A2CE-6D0E94A177C6}"/>
              </a:ext>
            </a:extLst>
          </p:cNvPr>
          <p:cNvCxnSpPr/>
          <p:nvPr/>
        </p:nvCxnSpPr>
        <p:spPr>
          <a:xfrm xmlns:a="http://schemas.openxmlformats.org/drawingml/2006/main" flipH="0" flipV="0">
            <a:off x="4368285" y="4130676"/>
            <a:ext cx="87828" cy="37523"/>
          </a:xfrm>
          <a:prstGeom xmlns:a="http://schemas.openxmlformats.org/drawingml/2006/main" prst="straightConnector1">
            <a:avLst/>
          </a:prstGeom>
          <a:ln xmlns:a="http://schemas.openxmlformats.org/drawingml/2006/main" w="6191">
            <a:solidFill>
              <a:srgbClr val="CBD1D5"/>
            </a:solidFill>
            <a:prstDash val="solid"/>
          </a:ln>
        </p:spPr>
      </p:cxnSp>
      <p:cxnSp>
        <p:nvCxnSpPr>
          <p:cNvPr id="246" name="">
            <a:extLst xmlns:a="http://schemas.openxmlformats.org/drawingml/2006/main">
              <a:ext uri="{FF2B5EF4-FFF2-40B4-BE49-F238E27FC236}">
                <a16:creationId xmlns:a16="http://schemas.microsoft.com/office/drawing/2014/main" id="{47DC7F5A-4036-49FE-93BD-343ACCC56D1F}"/>
              </a:ext>
            </a:extLst>
          </p:cNvPr>
          <p:cNvCxnSpPr/>
          <p:nvPr/>
        </p:nvCxnSpPr>
        <p:spPr>
          <a:xfrm xmlns:a="http://schemas.openxmlformats.org/drawingml/2006/main" flipH="1" flipV="1">
            <a:off x="1913500" y="4287570"/>
            <a:ext cx="12430" cy="5863"/>
          </a:xfrm>
          <a:prstGeom xmlns:a="http://schemas.openxmlformats.org/drawingml/2006/main" prst="straightConnector1">
            <a:avLst/>
          </a:prstGeom>
          <a:ln xmlns:a="http://schemas.openxmlformats.org/drawingml/2006/main" w="6191">
            <a:solidFill>
              <a:srgbClr val="CBD1D5"/>
            </a:solidFill>
            <a:prstDash val="solid"/>
          </a:ln>
        </p:spPr>
      </p:cxnSp>
      <p:cxnSp>
        <p:nvCxnSpPr>
          <p:cNvPr id="247" name="">
            <a:extLst xmlns:a="http://schemas.openxmlformats.org/drawingml/2006/main">
              <a:ext uri="{FF2B5EF4-FFF2-40B4-BE49-F238E27FC236}">
                <a16:creationId xmlns:a16="http://schemas.microsoft.com/office/drawing/2014/main" id="{13257446-F769-4C0C-AD6D-8756B1541963}"/>
              </a:ext>
            </a:extLst>
          </p:cNvPr>
          <p:cNvCxnSpPr/>
          <p:nvPr/>
        </p:nvCxnSpPr>
        <p:spPr>
          <a:xfrm xmlns:a="http://schemas.openxmlformats.org/drawingml/2006/main" flipH="0" flipV="1">
            <a:off x="1913500" y="4216276"/>
            <a:ext cx="36646" cy="71294"/>
          </a:xfrm>
          <a:prstGeom xmlns:a="http://schemas.openxmlformats.org/drawingml/2006/main" prst="straightConnector1">
            <a:avLst/>
          </a:prstGeom>
          <a:ln xmlns:a="http://schemas.openxmlformats.org/drawingml/2006/main" w="6191">
            <a:solidFill>
              <a:srgbClr val="CBD1D5"/>
            </a:solidFill>
            <a:prstDash val="solid"/>
          </a:ln>
        </p:spPr>
      </p:cxnSp>
      <p:cxnSp>
        <p:nvCxnSpPr>
          <p:cNvPr id="248" name="">
            <a:extLst xmlns:a="http://schemas.openxmlformats.org/drawingml/2006/main">
              <a:ext uri="{FF2B5EF4-FFF2-40B4-BE49-F238E27FC236}">
                <a16:creationId xmlns:a16="http://schemas.microsoft.com/office/drawing/2014/main" id="{D91332B1-9F65-422E-865D-39FC84EA5C98}"/>
              </a:ext>
            </a:extLst>
          </p:cNvPr>
          <p:cNvCxnSpPr/>
          <p:nvPr/>
        </p:nvCxnSpPr>
        <p:spPr>
          <a:xfrm xmlns:a="http://schemas.openxmlformats.org/drawingml/2006/main" flipH="1" flipV="1">
            <a:off x="1842501" y="4166089"/>
            <a:ext cx="107645" cy="50187"/>
          </a:xfrm>
          <a:prstGeom xmlns:a="http://schemas.openxmlformats.org/drawingml/2006/main" prst="straightConnector1">
            <a:avLst/>
          </a:prstGeom>
          <a:ln xmlns:a="http://schemas.openxmlformats.org/drawingml/2006/main" w="6191">
            <a:solidFill>
              <a:srgbClr val="CBD1D5"/>
            </a:solidFill>
            <a:prstDash val="solid"/>
          </a:ln>
        </p:spPr>
      </p:cxnSp>
      <p:cxnSp>
        <p:nvCxnSpPr>
          <p:cNvPr id="249" name="">
            <a:extLst xmlns:a="http://schemas.openxmlformats.org/drawingml/2006/main">
              <a:ext uri="{FF2B5EF4-FFF2-40B4-BE49-F238E27FC236}">
                <a16:creationId xmlns:a16="http://schemas.microsoft.com/office/drawing/2014/main" id="{C5226D2F-3E98-4371-8E1E-DD11B128E14E}"/>
              </a:ext>
            </a:extLst>
          </p:cNvPr>
          <p:cNvCxnSpPr/>
          <p:nvPr/>
        </p:nvCxnSpPr>
        <p:spPr>
          <a:xfrm xmlns:a="http://schemas.openxmlformats.org/drawingml/2006/main" flipH="1" flipV="1">
            <a:off x="1704369" y="4099954"/>
            <a:ext cx="138132" cy="66135"/>
          </a:xfrm>
          <a:prstGeom xmlns:a="http://schemas.openxmlformats.org/drawingml/2006/main" prst="straightConnector1">
            <a:avLst/>
          </a:prstGeom>
          <a:ln xmlns:a="http://schemas.openxmlformats.org/drawingml/2006/main" w="6191">
            <a:solidFill>
              <a:srgbClr val="CBD1D5"/>
            </a:solidFill>
            <a:prstDash val="solid"/>
          </a:ln>
        </p:spPr>
      </p:cxnSp>
      <p:cxnSp>
        <p:nvCxnSpPr>
          <p:cNvPr id="250" name="">
            <a:extLst xmlns:a="http://schemas.openxmlformats.org/drawingml/2006/main">
              <a:ext uri="{FF2B5EF4-FFF2-40B4-BE49-F238E27FC236}">
                <a16:creationId xmlns:a16="http://schemas.microsoft.com/office/drawing/2014/main" id="{23F3F9C3-2779-4A14-AFBB-0D263B43E0C3}"/>
              </a:ext>
            </a:extLst>
          </p:cNvPr>
          <p:cNvCxnSpPr/>
          <p:nvPr/>
        </p:nvCxnSpPr>
        <p:spPr>
          <a:xfrm xmlns:a="http://schemas.openxmlformats.org/drawingml/2006/main" flipH="0" flipV="1">
            <a:off x="1704369" y="3949392"/>
            <a:ext cx="66895" cy="150562"/>
          </a:xfrm>
          <a:prstGeom xmlns:a="http://schemas.openxmlformats.org/drawingml/2006/main" prst="straightConnector1">
            <a:avLst/>
          </a:prstGeom>
          <a:ln xmlns:a="http://schemas.openxmlformats.org/drawingml/2006/main" w="6191">
            <a:solidFill>
              <a:srgbClr val="CBD1D5"/>
            </a:solidFill>
            <a:prstDash val="solid"/>
          </a:ln>
        </p:spPr>
      </p:cxnSp>
      <p:cxnSp>
        <p:nvCxnSpPr>
          <p:cNvPr id="251" name="">
            <a:extLst xmlns:a="http://schemas.openxmlformats.org/drawingml/2006/main">
              <a:ext uri="{FF2B5EF4-FFF2-40B4-BE49-F238E27FC236}">
                <a16:creationId xmlns:a16="http://schemas.microsoft.com/office/drawing/2014/main" id="{23CDBEFE-2764-4435-A226-D46EEB30954E}"/>
              </a:ext>
            </a:extLst>
          </p:cNvPr>
          <p:cNvCxnSpPr/>
          <p:nvPr/>
        </p:nvCxnSpPr>
        <p:spPr>
          <a:xfrm xmlns:a="http://schemas.openxmlformats.org/drawingml/2006/main" flipH="0" flipV="0">
            <a:off x="1771263" y="3949392"/>
            <a:ext cx="51890" cy="20169"/>
          </a:xfrm>
          <a:prstGeom xmlns:a="http://schemas.openxmlformats.org/drawingml/2006/main" prst="straightConnector1">
            <a:avLst/>
          </a:prstGeom>
          <a:ln xmlns:a="http://schemas.openxmlformats.org/drawingml/2006/main" w="6191">
            <a:solidFill>
              <a:srgbClr val="CBD1D5"/>
            </a:solidFill>
            <a:prstDash val="solid"/>
          </a:ln>
        </p:spPr>
      </p:cxnSp>
      <p:cxnSp>
        <p:nvCxnSpPr>
          <p:cNvPr id="252" name="">
            <a:extLst xmlns:a="http://schemas.openxmlformats.org/drawingml/2006/main">
              <a:ext uri="{FF2B5EF4-FFF2-40B4-BE49-F238E27FC236}">
                <a16:creationId xmlns:a16="http://schemas.microsoft.com/office/drawing/2014/main" id="{B6B585CD-1FAE-4AB6-8229-B1636818236A}"/>
              </a:ext>
            </a:extLst>
          </p:cNvPr>
          <p:cNvCxnSpPr/>
          <p:nvPr/>
        </p:nvCxnSpPr>
        <p:spPr>
          <a:xfrm xmlns:a="http://schemas.openxmlformats.org/drawingml/2006/main" flipH="0" flipV="0">
            <a:off x="2267977" y="3886071"/>
            <a:ext cx="84254" cy="49249"/>
          </a:xfrm>
          <a:prstGeom xmlns:a="http://schemas.openxmlformats.org/drawingml/2006/main" prst="straightConnector1">
            <a:avLst/>
          </a:prstGeom>
          <a:ln xmlns:a="http://schemas.openxmlformats.org/drawingml/2006/main" w="6191">
            <a:solidFill>
              <a:srgbClr val="CBD1D5"/>
            </a:solidFill>
            <a:prstDash val="solid"/>
          </a:ln>
        </p:spPr>
      </p:cxnSp>
      <p:cxnSp>
        <p:nvCxnSpPr>
          <p:cNvPr id="253" name="">
            <a:extLst xmlns:a="http://schemas.openxmlformats.org/drawingml/2006/main">
              <a:ext uri="{FF2B5EF4-FFF2-40B4-BE49-F238E27FC236}">
                <a16:creationId xmlns:a16="http://schemas.microsoft.com/office/drawing/2014/main" id="{BF5828BF-2508-44C9-B0F4-5C059D502135}"/>
              </a:ext>
            </a:extLst>
          </p:cNvPr>
          <p:cNvCxnSpPr/>
          <p:nvPr/>
        </p:nvCxnSpPr>
        <p:spPr>
          <a:xfrm xmlns:a="http://schemas.openxmlformats.org/drawingml/2006/main" flipH="0" flipV="0">
            <a:off x="2352231" y="3935321"/>
            <a:ext cx="105651" cy="82786"/>
          </a:xfrm>
          <a:prstGeom xmlns:a="http://schemas.openxmlformats.org/drawingml/2006/main" prst="straightConnector1">
            <a:avLst/>
          </a:prstGeom>
          <a:ln xmlns:a="http://schemas.openxmlformats.org/drawingml/2006/main" w="6191">
            <a:solidFill>
              <a:srgbClr val="CBD1D5"/>
            </a:solidFill>
            <a:prstDash val="solid"/>
          </a:ln>
        </p:spPr>
      </p:cxnSp>
      <p:cxnSp>
        <p:nvCxnSpPr>
          <p:cNvPr id="254" name="">
            <a:extLst xmlns:a="http://schemas.openxmlformats.org/drawingml/2006/main">
              <a:ext uri="{FF2B5EF4-FFF2-40B4-BE49-F238E27FC236}">
                <a16:creationId xmlns:a16="http://schemas.microsoft.com/office/drawing/2014/main" id="{81F932DB-7957-42BA-8622-FACBEEE6D6BD}"/>
              </a:ext>
            </a:extLst>
          </p:cNvPr>
          <p:cNvCxnSpPr/>
          <p:nvPr/>
        </p:nvCxnSpPr>
        <p:spPr>
          <a:xfrm xmlns:a="http://schemas.openxmlformats.org/drawingml/2006/main" flipH="0" flipV="0">
            <a:off x="2457883" y="4018106"/>
            <a:ext cx="103011" cy="110928"/>
          </a:xfrm>
          <a:prstGeom xmlns:a="http://schemas.openxmlformats.org/drawingml/2006/main" prst="straightConnector1">
            <a:avLst/>
          </a:prstGeom>
          <a:ln xmlns:a="http://schemas.openxmlformats.org/drawingml/2006/main" w="6191">
            <a:solidFill>
              <a:srgbClr val="CBD1D5"/>
            </a:solidFill>
            <a:prstDash val="solid"/>
          </a:ln>
        </p:spPr>
      </p:cxnSp>
      <p:cxnSp>
        <p:nvCxnSpPr>
          <p:cNvPr id="255" name="">
            <a:extLst xmlns:a="http://schemas.openxmlformats.org/drawingml/2006/main">
              <a:ext uri="{FF2B5EF4-FFF2-40B4-BE49-F238E27FC236}">
                <a16:creationId xmlns:a16="http://schemas.microsoft.com/office/drawing/2014/main" id="{DBF8D8A9-9879-4242-A05C-5369DC1F86B2}"/>
              </a:ext>
            </a:extLst>
          </p:cNvPr>
          <p:cNvCxnSpPr/>
          <p:nvPr/>
        </p:nvCxnSpPr>
        <p:spPr>
          <a:xfrm xmlns:a="http://schemas.openxmlformats.org/drawingml/2006/main" flipH="0" flipV="0">
            <a:off x="2560893" y="4129035"/>
            <a:ext cx="83372" cy="92401"/>
          </a:xfrm>
          <a:prstGeom xmlns:a="http://schemas.openxmlformats.org/drawingml/2006/main" prst="straightConnector1">
            <a:avLst/>
          </a:prstGeom>
          <a:ln xmlns:a="http://schemas.openxmlformats.org/drawingml/2006/main" w="6191">
            <a:solidFill>
              <a:srgbClr val="CBD1D5"/>
            </a:solidFill>
            <a:prstDash val="solid"/>
          </a:ln>
        </p:spPr>
      </p:cxnSp>
      <p:cxnSp>
        <p:nvCxnSpPr>
          <p:cNvPr id="256" name="">
            <a:extLst xmlns:a="http://schemas.openxmlformats.org/drawingml/2006/main">
              <a:ext uri="{FF2B5EF4-FFF2-40B4-BE49-F238E27FC236}">
                <a16:creationId xmlns:a16="http://schemas.microsoft.com/office/drawing/2014/main" id="{E8866B4C-3602-447D-B7FA-0B265480A5DD}"/>
              </a:ext>
            </a:extLst>
          </p:cNvPr>
          <p:cNvCxnSpPr/>
          <p:nvPr/>
        </p:nvCxnSpPr>
        <p:spPr>
          <a:xfrm xmlns:a="http://schemas.openxmlformats.org/drawingml/2006/main" flipH="0" flipV="1">
            <a:off x="2149779" y="3665388"/>
            <a:ext cx="84193" cy="171200"/>
          </a:xfrm>
          <a:prstGeom xmlns:a="http://schemas.openxmlformats.org/drawingml/2006/main" prst="straightConnector1">
            <a:avLst/>
          </a:prstGeom>
          <a:ln xmlns:a="http://schemas.openxmlformats.org/drawingml/2006/main" w="6191">
            <a:solidFill>
              <a:srgbClr val="CBD1D5"/>
            </a:solidFill>
            <a:prstDash val="solid"/>
          </a:ln>
        </p:spPr>
      </p:cxnSp>
      <p:cxnSp>
        <p:nvCxnSpPr>
          <p:cNvPr id="257" name="">
            <a:extLst xmlns:a="http://schemas.openxmlformats.org/drawingml/2006/main">
              <a:ext uri="{FF2B5EF4-FFF2-40B4-BE49-F238E27FC236}">
                <a16:creationId xmlns:a16="http://schemas.microsoft.com/office/drawing/2014/main" id="{24659A23-AC68-498E-85A6-F22D795870C6}"/>
              </a:ext>
            </a:extLst>
          </p:cNvPr>
          <p:cNvCxnSpPr/>
          <p:nvPr/>
        </p:nvCxnSpPr>
        <p:spPr>
          <a:xfrm xmlns:a="http://schemas.openxmlformats.org/drawingml/2006/main" flipH="0" flipV="1">
            <a:off x="2233972" y="3446815"/>
            <a:ext cx="107410" cy="218573"/>
          </a:xfrm>
          <a:prstGeom xmlns:a="http://schemas.openxmlformats.org/drawingml/2006/main" prst="straightConnector1">
            <a:avLst/>
          </a:prstGeom>
          <a:ln xmlns:a="http://schemas.openxmlformats.org/drawingml/2006/main" w="6191">
            <a:solidFill>
              <a:srgbClr val="CBD1D5"/>
            </a:solidFill>
            <a:prstDash val="solid"/>
          </a:ln>
        </p:spPr>
      </p:cxnSp>
      <p:cxnSp>
        <p:nvCxnSpPr>
          <p:cNvPr id="258" name="">
            <a:extLst xmlns:a="http://schemas.openxmlformats.org/drawingml/2006/main">
              <a:ext uri="{FF2B5EF4-FFF2-40B4-BE49-F238E27FC236}">
                <a16:creationId xmlns:a16="http://schemas.microsoft.com/office/drawing/2014/main" id="{923F3FE4-5C80-4950-BE7B-234459D3EFC4}"/>
              </a:ext>
            </a:extLst>
          </p:cNvPr>
          <p:cNvCxnSpPr/>
          <p:nvPr/>
        </p:nvCxnSpPr>
        <p:spPr>
          <a:xfrm xmlns:a="http://schemas.openxmlformats.org/drawingml/2006/main" flipH="0" flipV="0">
            <a:off x="2233972" y="3665388"/>
            <a:ext cx="127992" cy="55816"/>
          </a:xfrm>
          <a:prstGeom xmlns:a="http://schemas.openxmlformats.org/drawingml/2006/main" prst="straightConnector1">
            <a:avLst/>
          </a:prstGeom>
          <a:ln xmlns:a="http://schemas.openxmlformats.org/drawingml/2006/main" w="6191">
            <a:solidFill>
              <a:srgbClr val="CBD1D5"/>
            </a:solidFill>
            <a:prstDash val="solid"/>
          </a:ln>
        </p:spPr>
      </p:cxnSp>
      <p:cxnSp>
        <p:nvCxnSpPr>
          <p:cNvPr id="259" name="">
            <a:extLst xmlns:a="http://schemas.openxmlformats.org/drawingml/2006/main">
              <a:ext uri="{FF2B5EF4-FFF2-40B4-BE49-F238E27FC236}">
                <a16:creationId xmlns:a16="http://schemas.microsoft.com/office/drawing/2014/main" id="{090FB7A3-0A43-4F43-B81E-AB715916C599}"/>
              </a:ext>
            </a:extLst>
          </p:cNvPr>
          <p:cNvCxnSpPr/>
          <p:nvPr/>
        </p:nvCxnSpPr>
        <p:spPr>
          <a:xfrm xmlns:a="http://schemas.openxmlformats.org/drawingml/2006/main" flipH="0" flipV="0">
            <a:off x="2679152" y="4205957"/>
            <a:ext cx="109169" cy="204033"/>
          </a:xfrm>
          <a:prstGeom xmlns:a="http://schemas.openxmlformats.org/drawingml/2006/main" prst="straightConnector1">
            <a:avLst/>
          </a:prstGeom>
          <a:ln xmlns:a="http://schemas.openxmlformats.org/drawingml/2006/main" w="6191">
            <a:solidFill>
              <a:srgbClr val="CBD1D5"/>
            </a:solidFill>
            <a:prstDash val="solid"/>
          </a:ln>
        </p:spPr>
      </p:cxnSp>
      <p:cxnSp>
        <p:nvCxnSpPr>
          <p:cNvPr id="260" name="">
            <a:extLst xmlns:a="http://schemas.openxmlformats.org/drawingml/2006/main">
              <a:ext uri="{FF2B5EF4-FFF2-40B4-BE49-F238E27FC236}">
                <a16:creationId xmlns:a16="http://schemas.microsoft.com/office/drawing/2014/main" id="{9F4D8406-C67E-4367-AE34-9AFEBC66B3BB}"/>
              </a:ext>
            </a:extLst>
          </p:cNvPr>
          <p:cNvCxnSpPr/>
          <p:nvPr/>
        </p:nvCxnSpPr>
        <p:spPr>
          <a:xfrm xmlns:a="http://schemas.openxmlformats.org/drawingml/2006/main" flipH="0" flipV="0">
            <a:off x="2788322" y="4409990"/>
            <a:ext cx="37641" cy="54174"/>
          </a:xfrm>
          <a:prstGeom xmlns:a="http://schemas.openxmlformats.org/drawingml/2006/main" prst="straightConnector1">
            <a:avLst/>
          </a:prstGeom>
          <a:ln xmlns:a="http://schemas.openxmlformats.org/drawingml/2006/main" w="6191">
            <a:solidFill>
              <a:srgbClr val="CBD1D5"/>
            </a:solidFill>
            <a:prstDash val="solid"/>
          </a:ln>
        </p:spPr>
      </p:cxnSp>
      <p:cxnSp>
        <p:nvCxnSpPr>
          <p:cNvPr id="261" name="">
            <a:extLst xmlns:a="http://schemas.openxmlformats.org/drawingml/2006/main">
              <a:ext uri="{FF2B5EF4-FFF2-40B4-BE49-F238E27FC236}">
                <a16:creationId xmlns:a16="http://schemas.microsoft.com/office/drawing/2014/main" id="{5766BCEB-A780-464B-8942-CD40B5F4AA53}"/>
              </a:ext>
            </a:extLst>
          </p:cNvPr>
          <p:cNvCxnSpPr/>
          <p:nvPr/>
        </p:nvCxnSpPr>
        <p:spPr>
          <a:xfrm xmlns:a="http://schemas.openxmlformats.org/drawingml/2006/main" flipH="0" flipV="0">
            <a:off x="2825962" y="4464164"/>
            <a:ext cx="88705" cy="23687"/>
          </a:xfrm>
          <a:prstGeom xmlns:a="http://schemas.openxmlformats.org/drawingml/2006/main" prst="straightConnector1">
            <a:avLst/>
          </a:prstGeom>
          <a:ln xmlns:a="http://schemas.openxmlformats.org/drawingml/2006/main" w="6191">
            <a:solidFill>
              <a:srgbClr val="CBD1D5"/>
            </a:solidFill>
            <a:prstDash val="solid"/>
          </a:ln>
        </p:spPr>
      </p:cxnSp>
      <p:cxnSp>
        <p:nvCxnSpPr>
          <p:cNvPr id="262" name="">
            <a:extLst xmlns:a="http://schemas.openxmlformats.org/drawingml/2006/main">
              <a:ext uri="{FF2B5EF4-FFF2-40B4-BE49-F238E27FC236}">
                <a16:creationId xmlns:a16="http://schemas.microsoft.com/office/drawing/2014/main" id="{5049D9DB-D701-487C-8336-6BEADCF43F30}"/>
              </a:ext>
            </a:extLst>
          </p:cNvPr>
          <p:cNvCxnSpPr/>
          <p:nvPr/>
        </p:nvCxnSpPr>
        <p:spPr>
          <a:xfrm xmlns:a="http://schemas.openxmlformats.org/drawingml/2006/main" flipH="0" flipV="0">
            <a:off x="2914667" y="4487851"/>
            <a:ext cx="79854" cy="20403"/>
          </a:xfrm>
          <a:prstGeom xmlns:a="http://schemas.openxmlformats.org/drawingml/2006/main" prst="straightConnector1">
            <a:avLst/>
          </a:prstGeom>
          <a:ln xmlns:a="http://schemas.openxmlformats.org/drawingml/2006/main" w="6191">
            <a:solidFill>
              <a:srgbClr val="CBD1D5"/>
            </a:solidFill>
            <a:prstDash val="solid"/>
          </a:ln>
        </p:spPr>
      </p:cxnSp>
      <p:cxnSp>
        <p:nvCxnSpPr>
          <p:cNvPr id="263" name="">
            <a:extLst xmlns:a="http://schemas.openxmlformats.org/drawingml/2006/main">
              <a:ext uri="{FF2B5EF4-FFF2-40B4-BE49-F238E27FC236}">
                <a16:creationId xmlns:a16="http://schemas.microsoft.com/office/drawing/2014/main" id="{070A00FF-35C8-4336-A63F-25009B367137}"/>
              </a:ext>
            </a:extLst>
          </p:cNvPr>
          <p:cNvCxnSpPr/>
          <p:nvPr/>
        </p:nvCxnSpPr>
        <p:spPr>
          <a:xfrm xmlns:a="http://schemas.openxmlformats.org/drawingml/2006/main" flipH="0" flipV="0">
            <a:off x="2994521" y="4508254"/>
            <a:ext cx="65961" cy="17824"/>
          </a:xfrm>
          <a:prstGeom xmlns:a="http://schemas.openxmlformats.org/drawingml/2006/main" prst="straightConnector1">
            <a:avLst/>
          </a:prstGeom>
          <a:ln xmlns:a="http://schemas.openxmlformats.org/drawingml/2006/main" w="6191">
            <a:solidFill>
              <a:srgbClr val="CBD1D5"/>
            </a:solidFill>
            <a:prstDash val="solid"/>
          </a:ln>
        </p:spPr>
      </p:cxnSp>
      <p:cxnSp>
        <p:nvCxnSpPr>
          <p:cNvPr id="264" name="">
            <a:extLst xmlns:a="http://schemas.openxmlformats.org/drawingml/2006/main">
              <a:ext uri="{FF2B5EF4-FFF2-40B4-BE49-F238E27FC236}">
                <a16:creationId xmlns:a16="http://schemas.microsoft.com/office/drawing/2014/main" id="{A45A9E6D-477F-49A5-BB59-34FAB7F25612}"/>
              </a:ext>
            </a:extLst>
          </p:cNvPr>
          <p:cNvCxnSpPr/>
          <p:nvPr/>
        </p:nvCxnSpPr>
        <p:spPr>
          <a:xfrm xmlns:a="http://schemas.openxmlformats.org/drawingml/2006/main" flipH="0" flipV="0">
            <a:off x="3060483" y="4526077"/>
            <a:ext cx="44146" cy="43855"/>
          </a:xfrm>
          <a:prstGeom xmlns:a="http://schemas.openxmlformats.org/drawingml/2006/main" prst="straightConnector1">
            <a:avLst/>
          </a:prstGeom>
          <a:ln xmlns:a="http://schemas.openxmlformats.org/drawingml/2006/main" w="6191">
            <a:solidFill>
              <a:srgbClr val="CBD1D5"/>
            </a:solidFill>
            <a:prstDash val="solid"/>
          </a:ln>
        </p:spPr>
      </p:cxnSp>
      <p:cxnSp>
        <p:nvCxnSpPr>
          <p:cNvPr id="265" name="">
            <a:extLst xmlns:a="http://schemas.openxmlformats.org/drawingml/2006/main">
              <a:ext uri="{FF2B5EF4-FFF2-40B4-BE49-F238E27FC236}">
                <a16:creationId xmlns:a16="http://schemas.microsoft.com/office/drawing/2014/main" id="{C05027F1-6FB8-464E-A662-49EED523D262}"/>
              </a:ext>
            </a:extLst>
          </p:cNvPr>
          <p:cNvCxnSpPr/>
          <p:nvPr/>
        </p:nvCxnSpPr>
        <p:spPr>
          <a:xfrm xmlns:a="http://schemas.openxmlformats.org/drawingml/2006/main" flipH="0" flipV="0">
            <a:off x="3008006" y="4354409"/>
            <a:ext cx="25328" cy="3518"/>
          </a:xfrm>
          <a:prstGeom xmlns:a="http://schemas.openxmlformats.org/drawingml/2006/main" prst="straightConnector1">
            <a:avLst/>
          </a:prstGeom>
          <a:ln xmlns:a="http://schemas.openxmlformats.org/drawingml/2006/main" w="6191">
            <a:solidFill>
              <a:srgbClr val="CBD1D5"/>
            </a:solidFill>
            <a:prstDash val="solid"/>
          </a:ln>
        </p:spPr>
      </p:cxnSp>
      <p:cxnSp>
        <p:nvCxnSpPr>
          <p:cNvPr id="266" name="">
            <a:extLst xmlns:a="http://schemas.openxmlformats.org/drawingml/2006/main">
              <a:ext uri="{FF2B5EF4-FFF2-40B4-BE49-F238E27FC236}">
                <a16:creationId xmlns:a16="http://schemas.microsoft.com/office/drawing/2014/main" id="{79A742FF-7B2A-46C6-939E-0432DADB7E4F}"/>
              </a:ext>
            </a:extLst>
          </p:cNvPr>
          <p:cNvCxnSpPr/>
          <p:nvPr/>
        </p:nvCxnSpPr>
        <p:spPr>
          <a:xfrm xmlns:a="http://schemas.openxmlformats.org/drawingml/2006/main" flipH="0" flipV="0">
            <a:off x="3033334" y="4357926"/>
            <a:ext cx="147631" cy="21341"/>
          </a:xfrm>
          <a:prstGeom xmlns:a="http://schemas.openxmlformats.org/drawingml/2006/main" prst="straightConnector1">
            <a:avLst/>
          </a:prstGeom>
          <a:ln xmlns:a="http://schemas.openxmlformats.org/drawingml/2006/main" w="6191">
            <a:solidFill>
              <a:srgbClr val="CBD1D5"/>
            </a:solidFill>
            <a:prstDash val="solid"/>
          </a:ln>
        </p:spPr>
      </p:cxnSp>
      <p:cxnSp>
        <p:nvCxnSpPr>
          <p:cNvPr id="267" name="">
            <a:extLst xmlns:a="http://schemas.openxmlformats.org/drawingml/2006/main">
              <a:ext uri="{FF2B5EF4-FFF2-40B4-BE49-F238E27FC236}">
                <a16:creationId xmlns:a16="http://schemas.microsoft.com/office/drawing/2014/main" id="{D56A86E9-AEFF-455E-942E-11E7FFC54008}"/>
              </a:ext>
            </a:extLst>
          </p:cNvPr>
          <p:cNvCxnSpPr/>
          <p:nvPr/>
        </p:nvCxnSpPr>
        <p:spPr>
          <a:xfrm xmlns:a="http://schemas.openxmlformats.org/drawingml/2006/main" flipH="0" flipV="0">
            <a:off x="3180965" y="4379268"/>
            <a:ext cx="121599" cy="65666"/>
          </a:xfrm>
          <a:prstGeom xmlns:a="http://schemas.openxmlformats.org/drawingml/2006/main" prst="straightConnector1">
            <a:avLst/>
          </a:prstGeom>
          <a:ln xmlns:a="http://schemas.openxmlformats.org/drawingml/2006/main" w="6191">
            <a:solidFill>
              <a:srgbClr val="CBD1D5"/>
            </a:solidFill>
            <a:prstDash val="solid"/>
          </a:ln>
        </p:spPr>
      </p:cxnSp>
      <p:cxnSp>
        <p:nvCxnSpPr>
          <p:cNvPr id="268" name="">
            <a:extLst xmlns:a="http://schemas.openxmlformats.org/drawingml/2006/main">
              <a:ext uri="{FF2B5EF4-FFF2-40B4-BE49-F238E27FC236}">
                <a16:creationId xmlns:a16="http://schemas.microsoft.com/office/drawing/2014/main" id="{D48076B1-426A-48F0-8C5F-6D6DE1952D88}"/>
              </a:ext>
            </a:extLst>
          </p:cNvPr>
          <p:cNvCxnSpPr/>
          <p:nvPr/>
        </p:nvCxnSpPr>
        <p:spPr>
          <a:xfrm xmlns:a="http://schemas.openxmlformats.org/drawingml/2006/main" flipH="0" flipV="1">
            <a:off x="3302564" y="4442354"/>
            <a:ext cx="47317" cy="2580"/>
          </a:xfrm>
          <a:prstGeom xmlns:a="http://schemas.openxmlformats.org/drawingml/2006/main" prst="straightConnector1">
            <a:avLst/>
          </a:prstGeom>
          <a:ln xmlns:a="http://schemas.openxmlformats.org/drawingml/2006/main" w="6191">
            <a:solidFill>
              <a:srgbClr val="CBD1D5"/>
            </a:solidFill>
            <a:prstDash val="solid"/>
          </a:ln>
        </p:spPr>
      </p:cxnSp>
      <p:cxnSp>
        <p:nvCxnSpPr>
          <p:cNvPr id="269" name="">
            <a:extLst xmlns:a="http://schemas.openxmlformats.org/drawingml/2006/main">
              <a:ext uri="{FF2B5EF4-FFF2-40B4-BE49-F238E27FC236}">
                <a16:creationId xmlns:a16="http://schemas.microsoft.com/office/drawing/2014/main" id="{DCE26AFB-9B2F-4638-9990-C9899B5D7AFB}"/>
              </a:ext>
            </a:extLst>
          </p:cNvPr>
          <p:cNvCxnSpPr/>
          <p:nvPr/>
        </p:nvCxnSpPr>
        <p:spPr>
          <a:xfrm xmlns:a="http://schemas.openxmlformats.org/drawingml/2006/main" flipH="0" flipV="1">
            <a:off x="3349881" y="4390056"/>
            <a:ext cx="99024" cy="52298"/>
          </a:xfrm>
          <a:prstGeom xmlns:a="http://schemas.openxmlformats.org/drawingml/2006/main" prst="straightConnector1">
            <a:avLst/>
          </a:prstGeom>
          <a:ln xmlns:a="http://schemas.openxmlformats.org/drawingml/2006/main" w="6191">
            <a:solidFill>
              <a:srgbClr val="CBD1D5"/>
            </a:solidFill>
            <a:prstDash val="solid"/>
          </a:ln>
        </p:spPr>
      </p:cxnSp>
      <p:cxnSp>
        <p:nvCxnSpPr>
          <p:cNvPr id="270" name="">
            <a:extLst xmlns:a="http://schemas.openxmlformats.org/drawingml/2006/main">
              <a:ext uri="{FF2B5EF4-FFF2-40B4-BE49-F238E27FC236}">
                <a16:creationId xmlns:a16="http://schemas.microsoft.com/office/drawing/2014/main" id="{6F6F9188-559F-4193-AAC0-961F14CB7114}"/>
              </a:ext>
            </a:extLst>
          </p:cNvPr>
          <p:cNvCxnSpPr/>
          <p:nvPr/>
        </p:nvCxnSpPr>
        <p:spPr>
          <a:xfrm xmlns:a="http://schemas.openxmlformats.org/drawingml/2006/main" flipH="1" flipV="1">
            <a:off x="3180965" y="4379268"/>
            <a:ext cx="17355" cy="158067"/>
          </a:xfrm>
          <a:prstGeom xmlns:a="http://schemas.openxmlformats.org/drawingml/2006/main" prst="straightConnector1">
            <a:avLst/>
          </a:prstGeom>
          <a:ln xmlns:a="http://schemas.openxmlformats.org/drawingml/2006/main" w="6191">
            <a:solidFill>
              <a:srgbClr val="CBD1D5"/>
            </a:solidFill>
            <a:prstDash val="solid"/>
          </a:ln>
        </p:spPr>
      </p:cxnSp>
      <p:cxnSp>
        <p:nvCxnSpPr>
          <p:cNvPr id="271" name="">
            <a:extLst xmlns:a="http://schemas.openxmlformats.org/drawingml/2006/main">
              <a:ext uri="{FF2B5EF4-FFF2-40B4-BE49-F238E27FC236}">
                <a16:creationId xmlns:a16="http://schemas.microsoft.com/office/drawing/2014/main" id="{723DA2EC-CFED-4E0E-8ABA-A9004510A280}"/>
              </a:ext>
            </a:extLst>
          </p:cNvPr>
          <p:cNvCxnSpPr/>
          <p:nvPr/>
        </p:nvCxnSpPr>
        <p:spPr>
          <a:xfrm xmlns:a="http://schemas.openxmlformats.org/drawingml/2006/main" flipH="0" flipV="0">
            <a:off x="3198320" y="4537334"/>
            <a:ext cx="29845" cy="272747"/>
          </a:xfrm>
          <a:prstGeom xmlns:a="http://schemas.openxmlformats.org/drawingml/2006/main" prst="straightConnector1">
            <a:avLst/>
          </a:prstGeom>
          <a:ln xmlns:a="http://schemas.openxmlformats.org/drawingml/2006/main" w="6191">
            <a:solidFill>
              <a:srgbClr val="CBD1D5"/>
            </a:solidFill>
            <a:prstDash val="solid"/>
          </a:ln>
        </p:spPr>
      </p:cxnSp>
      <p:cxnSp>
        <p:nvCxnSpPr>
          <p:cNvPr id="272" name="">
            <a:extLst xmlns:a="http://schemas.openxmlformats.org/drawingml/2006/main">
              <a:ext uri="{FF2B5EF4-FFF2-40B4-BE49-F238E27FC236}">
                <a16:creationId xmlns:a16="http://schemas.microsoft.com/office/drawing/2014/main" id="{11960D2D-DDBD-43EC-90D8-5E13D5D546C9}"/>
              </a:ext>
            </a:extLst>
          </p:cNvPr>
          <p:cNvCxnSpPr/>
          <p:nvPr/>
        </p:nvCxnSpPr>
        <p:spPr>
          <a:xfrm xmlns:a="http://schemas.openxmlformats.org/drawingml/2006/main" flipH="1" flipV="1">
            <a:off x="3228165" y="4810082"/>
            <a:ext cx="10375" cy="115384"/>
          </a:xfrm>
          <a:prstGeom xmlns:a="http://schemas.openxmlformats.org/drawingml/2006/main" prst="straightConnector1">
            <a:avLst/>
          </a:prstGeom>
          <a:ln xmlns:a="http://schemas.openxmlformats.org/drawingml/2006/main" w="6191">
            <a:solidFill>
              <a:srgbClr val="CBD1D5"/>
            </a:solidFill>
            <a:prstDash val="solid"/>
          </a:ln>
        </p:spPr>
      </p:cxnSp>
      <p:cxnSp>
        <p:nvCxnSpPr>
          <p:cNvPr id="273" name="">
            <a:extLst xmlns:a="http://schemas.openxmlformats.org/drawingml/2006/main">
              <a:ext uri="{FF2B5EF4-FFF2-40B4-BE49-F238E27FC236}">
                <a16:creationId xmlns:a16="http://schemas.microsoft.com/office/drawing/2014/main" id="{EA4C02DA-A2EC-44F1-8FF7-C460DC2188BD}"/>
              </a:ext>
            </a:extLst>
          </p:cNvPr>
          <p:cNvCxnSpPr/>
          <p:nvPr/>
        </p:nvCxnSpPr>
        <p:spPr>
          <a:xfrm xmlns:a="http://schemas.openxmlformats.org/drawingml/2006/main" flipH="0" flipV="1">
            <a:off x="3228165" y="4807502"/>
            <a:ext cx="69943" cy="2580"/>
          </a:xfrm>
          <a:prstGeom xmlns:a="http://schemas.openxmlformats.org/drawingml/2006/main" prst="straightConnector1">
            <a:avLst/>
          </a:prstGeom>
          <a:ln xmlns:a="http://schemas.openxmlformats.org/drawingml/2006/main" w="6191">
            <a:solidFill>
              <a:srgbClr val="CBD1D5"/>
            </a:solidFill>
            <a:prstDash val="solid"/>
          </a:ln>
        </p:spPr>
      </p:cxnSp>
      <p:cxnSp>
        <p:nvCxnSpPr>
          <p:cNvPr id="274" name="">
            <a:extLst xmlns:a="http://schemas.openxmlformats.org/drawingml/2006/main">
              <a:ext uri="{FF2B5EF4-FFF2-40B4-BE49-F238E27FC236}">
                <a16:creationId xmlns:a16="http://schemas.microsoft.com/office/drawing/2014/main" id="{08A0B859-5E71-417D-8742-CA6E1FB1774E}"/>
              </a:ext>
            </a:extLst>
          </p:cNvPr>
          <p:cNvCxnSpPr/>
          <p:nvPr/>
        </p:nvCxnSpPr>
        <p:spPr>
          <a:xfrm xmlns:a="http://schemas.openxmlformats.org/drawingml/2006/main" flipH="0" flipV="1">
            <a:off x="3298108" y="4759660"/>
            <a:ext cx="0" cy="47842"/>
          </a:xfrm>
          <a:prstGeom xmlns:a="http://schemas.openxmlformats.org/drawingml/2006/main" prst="straightConnector1">
            <a:avLst/>
          </a:prstGeom>
          <a:ln xmlns:a="http://schemas.openxmlformats.org/drawingml/2006/main" w="6191">
            <a:solidFill>
              <a:srgbClr val="CBD1D5"/>
            </a:solidFill>
            <a:prstDash val="solid"/>
          </a:ln>
        </p:spPr>
      </p:cxnSp>
      <p:cxnSp>
        <p:nvCxnSpPr>
          <p:cNvPr id="275" name="">
            <a:extLst xmlns:a="http://schemas.openxmlformats.org/drawingml/2006/main">
              <a:ext uri="{FF2B5EF4-FFF2-40B4-BE49-F238E27FC236}">
                <a16:creationId xmlns:a16="http://schemas.microsoft.com/office/drawing/2014/main" id="{6AAC32C1-F680-4B77-895B-9729CE02538D}"/>
              </a:ext>
            </a:extLst>
          </p:cNvPr>
          <p:cNvCxnSpPr/>
          <p:nvPr/>
        </p:nvCxnSpPr>
        <p:spPr>
          <a:xfrm xmlns:a="http://schemas.openxmlformats.org/drawingml/2006/main" flipH="0" flipV="0">
            <a:off x="3298108" y="4759660"/>
            <a:ext cx="178001" cy="39634"/>
          </a:xfrm>
          <a:prstGeom xmlns:a="http://schemas.openxmlformats.org/drawingml/2006/main" prst="straightConnector1">
            <a:avLst/>
          </a:prstGeom>
          <a:ln xmlns:a="http://schemas.openxmlformats.org/drawingml/2006/main" w="6191">
            <a:solidFill>
              <a:srgbClr val="CBD1D5"/>
            </a:solidFill>
            <a:prstDash val="solid"/>
          </a:ln>
        </p:spPr>
      </p:cxnSp>
      <p:cxnSp>
        <p:nvCxnSpPr>
          <p:cNvPr id="276" name="">
            <a:extLst xmlns:a="http://schemas.openxmlformats.org/drawingml/2006/main">
              <a:ext uri="{FF2B5EF4-FFF2-40B4-BE49-F238E27FC236}">
                <a16:creationId xmlns:a16="http://schemas.microsoft.com/office/drawing/2014/main" id="{C45038CA-4E5E-45E7-9544-AA923E0E4CF5}"/>
              </a:ext>
            </a:extLst>
          </p:cNvPr>
          <p:cNvCxnSpPr/>
          <p:nvPr/>
        </p:nvCxnSpPr>
        <p:spPr>
          <a:xfrm xmlns:a="http://schemas.openxmlformats.org/drawingml/2006/main" flipH="0" flipV="1">
            <a:off x="3476109" y="4692587"/>
            <a:ext cx="83785" cy="106707"/>
          </a:xfrm>
          <a:prstGeom xmlns:a="http://schemas.openxmlformats.org/drawingml/2006/main" prst="straightConnector1">
            <a:avLst/>
          </a:prstGeom>
          <a:ln xmlns:a="http://schemas.openxmlformats.org/drawingml/2006/main" w="6191">
            <a:solidFill>
              <a:srgbClr val="CBD1D5"/>
            </a:solidFill>
            <a:prstDash val="solid"/>
          </a:ln>
        </p:spPr>
      </p:cxnSp>
      <p:cxnSp>
        <p:nvCxnSpPr>
          <p:cNvPr id="277" name="">
            <a:extLst xmlns:a="http://schemas.openxmlformats.org/drawingml/2006/main">
              <a:ext uri="{FF2B5EF4-FFF2-40B4-BE49-F238E27FC236}">
                <a16:creationId xmlns:a16="http://schemas.microsoft.com/office/drawing/2014/main" id="{D0F30827-1EF1-4C81-83EA-962260967200}"/>
              </a:ext>
            </a:extLst>
          </p:cNvPr>
          <p:cNvCxnSpPr/>
          <p:nvPr/>
        </p:nvCxnSpPr>
        <p:spPr>
          <a:xfrm xmlns:a="http://schemas.openxmlformats.org/drawingml/2006/main" flipH="0" flipV="1">
            <a:off x="3559894" y="4581190"/>
            <a:ext cx="71820" cy="111397"/>
          </a:xfrm>
          <a:prstGeom xmlns:a="http://schemas.openxmlformats.org/drawingml/2006/main" prst="straightConnector1">
            <a:avLst/>
          </a:prstGeom>
          <a:ln xmlns:a="http://schemas.openxmlformats.org/drawingml/2006/main" w="6191">
            <a:solidFill>
              <a:srgbClr val="CBD1D5"/>
            </a:solidFill>
            <a:prstDash val="solid"/>
          </a:ln>
        </p:spPr>
      </p:cxnSp>
      <p:cxnSp>
        <p:nvCxnSpPr>
          <p:cNvPr id="278" name="">
            <a:extLst xmlns:a="http://schemas.openxmlformats.org/drawingml/2006/main">
              <a:ext uri="{FF2B5EF4-FFF2-40B4-BE49-F238E27FC236}">
                <a16:creationId xmlns:a16="http://schemas.microsoft.com/office/drawing/2014/main" id="{160FB835-FD9E-4461-B097-AF92897B5D15}"/>
              </a:ext>
            </a:extLst>
          </p:cNvPr>
          <p:cNvCxnSpPr/>
          <p:nvPr/>
        </p:nvCxnSpPr>
        <p:spPr>
          <a:xfrm xmlns:a="http://schemas.openxmlformats.org/drawingml/2006/main" flipH="0" flipV="1">
            <a:off x="2833467" y="4742540"/>
            <a:ext cx="66604" cy="86773"/>
          </a:xfrm>
          <a:prstGeom xmlns:a="http://schemas.openxmlformats.org/drawingml/2006/main" prst="straightConnector1">
            <a:avLst/>
          </a:prstGeom>
          <a:ln xmlns:a="http://schemas.openxmlformats.org/drawingml/2006/main" w="6191">
            <a:solidFill>
              <a:srgbClr val="CBD1D5"/>
            </a:solidFill>
            <a:prstDash val="solid"/>
          </a:ln>
        </p:spPr>
      </p:cxnSp>
      <p:cxnSp>
        <p:nvCxnSpPr>
          <p:cNvPr id="279" name="">
            <a:extLst xmlns:a="http://schemas.openxmlformats.org/drawingml/2006/main">
              <a:ext uri="{FF2B5EF4-FFF2-40B4-BE49-F238E27FC236}">
                <a16:creationId xmlns:a16="http://schemas.microsoft.com/office/drawing/2014/main" id="{4FD5529C-F7E9-4BC6-AFAE-552E20D9FF0C}"/>
              </a:ext>
            </a:extLst>
          </p:cNvPr>
          <p:cNvCxnSpPr/>
          <p:nvPr/>
        </p:nvCxnSpPr>
        <p:spPr>
          <a:xfrm xmlns:a="http://schemas.openxmlformats.org/drawingml/2006/main" flipH="0" flipV="1">
            <a:off x="2900071" y="4654829"/>
            <a:ext cx="45436" cy="87711"/>
          </a:xfrm>
          <a:prstGeom xmlns:a="http://schemas.openxmlformats.org/drawingml/2006/main" prst="straightConnector1">
            <a:avLst/>
          </a:prstGeom>
          <a:ln xmlns:a="http://schemas.openxmlformats.org/drawingml/2006/main" w="6191">
            <a:solidFill>
              <a:srgbClr val="CBD1D5"/>
            </a:solidFill>
            <a:prstDash val="solid"/>
          </a:ln>
        </p:spPr>
      </p:cxnSp>
      <p:cxnSp>
        <p:nvCxnSpPr>
          <p:cNvPr id="280" name="">
            <a:extLst xmlns:a="http://schemas.openxmlformats.org/drawingml/2006/main">
              <a:ext uri="{FF2B5EF4-FFF2-40B4-BE49-F238E27FC236}">
                <a16:creationId xmlns:a16="http://schemas.microsoft.com/office/drawing/2014/main" id="{9731377A-3171-4B2C-91C6-69F02E52D14A}"/>
              </a:ext>
            </a:extLst>
          </p:cNvPr>
          <p:cNvCxnSpPr/>
          <p:nvPr/>
        </p:nvCxnSpPr>
        <p:spPr>
          <a:xfrm xmlns:a="http://schemas.openxmlformats.org/drawingml/2006/main" flipH="0" flipV="1">
            <a:off x="2945507" y="4633722"/>
            <a:ext cx="10028" cy="21107"/>
          </a:xfrm>
          <a:prstGeom xmlns:a="http://schemas.openxmlformats.org/drawingml/2006/main" prst="straightConnector1">
            <a:avLst/>
          </a:prstGeom>
          <a:ln xmlns:a="http://schemas.openxmlformats.org/drawingml/2006/main" w="6191">
            <a:solidFill>
              <a:srgbClr val="CBD1D5"/>
            </a:solidFill>
            <a:prstDash val="solid"/>
          </a:ln>
        </p:spPr>
      </p:cxnSp>
      <p:cxnSp>
        <p:nvCxnSpPr>
          <p:cNvPr id="281" name="">
            <a:extLst xmlns:a="http://schemas.openxmlformats.org/drawingml/2006/main">
              <a:ext uri="{FF2B5EF4-FFF2-40B4-BE49-F238E27FC236}">
                <a16:creationId xmlns:a16="http://schemas.microsoft.com/office/drawing/2014/main" id="{4D06D05B-85BC-44B9-9A4D-6AB2AA01FF11}"/>
              </a:ext>
            </a:extLst>
          </p:cNvPr>
          <p:cNvCxnSpPr/>
          <p:nvPr/>
        </p:nvCxnSpPr>
        <p:spPr>
          <a:xfrm xmlns:a="http://schemas.openxmlformats.org/drawingml/2006/main" flipH="0" flipV="1">
            <a:off x="2955535" y="4508254"/>
            <a:ext cx="38987" cy="125468"/>
          </a:xfrm>
          <a:prstGeom xmlns:a="http://schemas.openxmlformats.org/drawingml/2006/main" prst="straightConnector1">
            <a:avLst/>
          </a:prstGeom>
          <a:ln xmlns:a="http://schemas.openxmlformats.org/drawingml/2006/main" w="6191">
            <a:solidFill>
              <a:srgbClr val="CBD1D5"/>
            </a:solidFill>
            <a:prstDash val="solid"/>
          </a:ln>
        </p:spPr>
      </p:cxnSp>
      <p:cxnSp>
        <p:nvCxnSpPr>
          <p:cNvPr id="282" name="">
            <a:extLst xmlns:a="http://schemas.openxmlformats.org/drawingml/2006/main">
              <a:ext uri="{FF2B5EF4-FFF2-40B4-BE49-F238E27FC236}">
                <a16:creationId xmlns:a16="http://schemas.microsoft.com/office/drawing/2014/main" id="{541A9D1B-70D3-4826-B2CB-B3DCE17D7C66}"/>
              </a:ext>
            </a:extLst>
          </p:cNvPr>
          <p:cNvCxnSpPr/>
          <p:nvPr/>
        </p:nvCxnSpPr>
        <p:spPr>
          <a:xfrm xmlns:a="http://schemas.openxmlformats.org/drawingml/2006/main" flipH="0" flipV="1">
            <a:off x="2994521" y="4357926"/>
            <a:ext cx="38813" cy="150328"/>
          </a:xfrm>
          <a:prstGeom xmlns:a="http://schemas.openxmlformats.org/drawingml/2006/main" prst="straightConnector1">
            <a:avLst/>
          </a:prstGeom>
          <a:ln xmlns:a="http://schemas.openxmlformats.org/drawingml/2006/main" w="6191">
            <a:solidFill>
              <a:srgbClr val="CBD1D5"/>
            </a:solidFill>
            <a:prstDash val="solid"/>
          </a:ln>
        </p:spPr>
      </p:cxnSp>
      <p:cxnSp>
        <p:nvCxnSpPr>
          <p:cNvPr id="283" name="">
            <a:extLst xmlns:a="http://schemas.openxmlformats.org/drawingml/2006/main">
              <a:ext uri="{FF2B5EF4-FFF2-40B4-BE49-F238E27FC236}">
                <a16:creationId xmlns:a16="http://schemas.microsoft.com/office/drawing/2014/main" id="{E13768C8-A7DC-4E36-9899-D7342EF6CABE}"/>
              </a:ext>
            </a:extLst>
          </p:cNvPr>
          <p:cNvCxnSpPr/>
          <p:nvPr/>
        </p:nvCxnSpPr>
        <p:spPr>
          <a:xfrm xmlns:a="http://schemas.openxmlformats.org/drawingml/2006/main" flipH="0" flipV="1">
            <a:off x="3033334" y="4255910"/>
            <a:ext cx="27791" cy="102016"/>
          </a:xfrm>
          <a:prstGeom xmlns:a="http://schemas.openxmlformats.org/drawingml/2006/main" prst="straightConnector1">
            <a:avLst/>
          </a:prstGeom>
          <a:ln xmlns:a="http://schemas.openxmlformats.org/drawingml/2006/main" w="6191">
            <a:solidFill>
              <a:srgbClr val="CBD1D5"/>
            </a:solidFill>
            <a:prstDash val="solid"/>
          </a:ln>
        </p:spPr>
      </p:cxnSp>
      <p:cxnSp>
        <p:nvCxnSpPr>
          <p:cNvPr id="284" name="">
            <a:extLst xmlns:a="http://schemas.openxmlformats.org/drawingml/2006/main">
              <a:ext uri="{FF2B5EF4-FFF2-40B4-BE49-F238E27FC236}">
                <a16:creationId xmlns:a16="http://schemas.microsoft.com/office/drawing/2014/main" id="{883CEC31-F0AD-48B7-9FA4-D5CB8B2BCD5C}"/>
              </a:ext>
            </a:extLst>
          </p:cNvPr>
          <p:cNvCxnSpPr/>
          <p:nvPr/>
        </p:nvCxnSpPr>
        <p:spPr>
          <a:xfrm xmlns:a="http://schemas.openxmlformats.org/drawingml/2006/main" flipH="0" flipV="1">
            <a:off x="3061125" y="4171248"/>
            <a:ext cx="23982" cy="84662"/>
          </a:xfrm>
          <a:prstGeom xmlns:a="http://schemas.openxmlformats.org/drawingml/2006/main" prst="straightConnector1">
            <a:avLst/>
          </a:prstGeom>
          <a:ln xmlns:a="http://schemas.openxmlformats.org/drawingml/2006/main" w="6191">
            <a:solidFill>
              <a:srgbClr val="CBD1D5"/>
            </a:solidFill>
            <a:prstDash val="solid"/>
          </a:ln>
        </p:spPr>
      </p:cxnSp>
      <p:cxnSp>
        <p:nvCxnSpPr>
          <p:cNvPr id="285" name="">
            <a:extLst xmlns:a="http://schemas.openxmlformats.org/drawingml/2006/main">
              <a:ext uri="{FF2B5EF4-FFF2-40B4-BE49-F238E27FC236}">
                <a16:creationId xmlns:a16="http://schemas.microsoft.com/office/drawing/2014/main" id="{4E89D496-183F-4BF2-AC11-909A00521EB2}"/>
              </a:ext>
            </a:extLst>
          </p:cNvPr>
          <p:cNvCxnSpPr/>
          <p:nvPr/>
        </p:nvCxnSpPr>
        <p:spPr>
          <a:xfrm xmlns:a="http://schemas.openxmlformats.org/drawingml/2006/main" flipH="0" flipV="1">
            <a:off x="3085107" y="4100658"/>
            <a:ext cx="22805" cy="70591"/>
          </a:xfrm>
          <a:prstGeom xmlns:a="http://schemas.openxmlformats.org/drawingml/2006/main" prst="straightConnector1">
            <a:avLst/>
          </a:prstGeom>
          <a:ln xmlns:a="http://schemas.openxmlformats.org/drawingml/2006/main" w="6191">
            <a:solidFill>
              <a:srgbClr val="CBD1D5"/>
            </a:solidFill>
            <a:prstDash val="solid"/>
          </a:ln>
        </p:spPr>
      </p:cxnSp>
      <p:cxnSp>
        <p:nvCxnSpPr>
          <p:cNvPr id="286" name="">
            <a:extLst xmlns:a="http://schemas.openxmlformats.org/drawingml/2006/main">
              <a:ext uri="{FF2B5EF4-FFF2-40B4-BE49-F238E27FC236}">
                <a16:creationId xmlns:a16="http://schemas.microsoft.com/office/drawing/2014/main" id="{95C2CD68-D189-43E5-B315-2D18596E6170}"/>
              </a:ext>
            </a:extLst>
          </p:cNvPr>
          <p:cNvCxnSpPr/>
          <p:nvPr/>
        </p:nvCxnSpPr>
        <p:spPr>
          <a:xfrm xmlns:a="http://schemas.openxmlformats.org/drawingml/2006/main" flipH="0" flipV="1">
            <a:off x="3107912" y="3988322"/>
            <a:ext cx="21051" cy="112335"/>
          </a:xfrm>
          <a:prstGeom xmlns:a="http://schemas.openxmlformats.org/drawingml/2006/main" prst="straightConnector1">
            <a:avLst/>
          </a:prstGeom>
          <a:ln xmlns:a="http://schemas.openxmlformats.org/drawingml/2006/main" w="6191">
            <a:solidFill>
              <a:srgbClr val="CBD1D5"/>
            </a:solidFill>
            <a:prstDash val="solid"/>
          </a:ln>
        </p:spPr>
      </p:cxnSp>
      <p:cxnSp>
        <p:nvCxnSpPr>
          <p:cNvPr id="287" name="">
            <a:extLst xmlns:a="http://schemas.openxmlformats.org/drawingml/2006/main">
              <a:ext uri="{FF2B5EF4-FFF2-40B4-BE49-F238E27FC236}">
                <a16:creationId xmlns:a16="http://schemas.microsoft.com/office/drawing/2014/main" id="{2878184A-D461-47A2-BA4A-12F5AA5E8742}"/>
              </a:ext>
            </a:extLst>
          </p:cNvPr>
          <p:cNvCxnSpPr/>
          <p:nvPr/>
        </p:nvCxnSpPr>
        <p:spPr>
          <a:xfrm xmlns:a="http://schemas.openxmlformats.org/drawingml/2006/main" flipH="1" flipV="1">
            <a:off x="3086102" y="3967685"/>
            <a:ext cx="42861" cy="20638"/>
          </a:xfrm>
          <a:prstGeom xmlns:a="http://schemas.openxmlformats.org/drawingml/2006/main" prst="straightConnector1">
            <a:avLst/>
          </a:prstGeom>
          <a:ln xmlns:a="http://schemas.openxmlformats.org/drawingml/2006/main" w="6191">
            <a:solidFill>
              <a:srgbClr val="CBD1D5"/>
            </a:solidFill>
            <a:prstDash val="solid"/>
          </a:ln>
        </p:spPr>
      </p:cxnSp>
      <p:cxnSp>
        <p:nvCxnSpPr>
          <p:cNvPr id="288" name="">
            <a:extLst xmlns:a="http://schemas.openxmlformats.org/drawingml/2006/main">
              <a:ext uri="{FF2B5EF4-FFF2-40B4-BE49-F238E27FC236}">
                <a16:creationId xmlns:a16="http://schemas.microsoft.com/office/drawing/2014/main" id="{497F4852-CBB0-43BA-ACF5-EE8DB62FE078}"/>
              </a:ext>
            </a:extLst>
          </p:cNvPr>
          <p:cNvCxnSpPr/>
          <p:nvPr/>
        </p:nvCxnSpPr>
        <p:spPr>
          <a:xfrm xmlns:a="http://schemas.openxmlformats.org/drawingml/2006/main" flipH="0" flipV="0">
            <a:off x="3559894" y="4692587"/>
            <a:ext cx="137954" cy="94981"/>
          </a:xfrm>
          <a:prstGeom xmlns:a="http://schemas.openxmlformats.org/drawingml/2006/main" prst="straightConnector1">
            <a:avLst/>
          </a:prstGeom>
          <a:ln xmlns:a="http://schemas.openxmlformats.org/drawingml/2006/main" w="6191">
            <a:solidFill>
              <a:srgbClr val="CBD1D5"/>
            </a:solidFill>
            <a:prstDash val="solid"/>
          </a:ln>
        </p:spPr>
      </p:cxnSp>
      <p:cxnSp>
        <p:nvCxnSpPr>
          <p:cNvPr id="289" name="">
            <a:extLst xmlns:a="http://schemas.openxmlformats.org/drawingml/2006/main">
              <a:ext uri="{FF2B5EF4-FFF2-40B4-BE49-F238E27FC236}">
                <a16:creationId xmlns:a16="http://schemas.microsoft.com/office/drawing/2014/main" id="{2B8E44F5-8C54-41E2-AC56-8B7CAE97E97C}"/>
              </a:ext>
            </a:extLst>
          </p:cNvPr>
          <p:cNvCxnSpPr/>
          <p:nvPr/>
        </p:nvCxnSpPr>
        <p:spPr>
          <a:xfrm xmlns:a="http://schemas.openxmlformats.org/drawingml/2006/main" flipH="0" flipV="1">
            <a:off x="3697848" y="4786630"/>
            <a:ext cx="32777" cy="938"/>
          </a:xfrm>
          <a:prstGeom xmlns:a="http://schemas.openxmlformats.org/drawingml/2006/main" prst="straightConnector1">
            <a:avLst/>
          </a:prstGeom>
          <a:ln xmlns:a="http://schemas.openxmlformats.org/drawingml/2006/main" w="6191">
            <a:solidFill>
              <a:srgbClr val="CBD1D5"/>
            </a:solidFill>
            <a:prstDash val="solid"/>
          </a:ln>
        </p:spPr>
      </p:cxnSp>
      <p:cxnSp>
        <p:nvCxnSpPr>
          <p:cNvPr id="290" name="">
            <a:extLst xmlns:a="http://schemas.openxmlformats.org/drawingml/2006/main">
              <a:ext uri="{FF2B5EF4-FFF2-40B4-BE49-F238E27FC236}">
                <a16:creationId xmlns:a16="http://schemas.microsoft.com/office/drawing/2014/main" id="{17623040-F0CE-4587-99FF-148C62FC9972}"/>
              </a:ext>
            </a:extLst>
          </p:cNvPr>
          <p:cNvCxnSpPr/>
          <p:nvPr/>
        </p:nvCxnSpPr>
        <p:spPr>
          <a:xfrm xmlns:a="http://schemas.openxmlformats.org/drawingml/2006/main" flipH="0" flipV="1">
            <a:off x="3730624" y="4727765"/>
            <a:ext cx="43152" cy="58865"/>
          </a:xfrm>
          <a:prstGeom xmlns:a="http://schemas.openxmlformats.org/drawingml/2006/main" prst="straightConnector1">
            <a:avLst/>
          </a:prstGeom>
          <a:ln xmlns:a="http://schemas.openxmlformats.org/drawingml/2006/main" w="6191">
            <a:solidFill>
              <a:srgbClr val="CBD1D5"/>
            </a:solidFill>
            <a:prstDash val="solid"/>
          </a:ln>
        </p:spPr>
      </p:cxnSp>
      <p:cxnSp>
        <p:nvCxnSpPr>
          <p:cNvPr id="291" name="">
            <a:extLst xmlns:a="http://schemas.openxmlformats.org/drawingml/2006/main">
              <a:ext uri="{FF2B5EF4-FFF2-40B4-BE49-F238E27FC236}">
                <a16:creationId xmlns:a16="http://schemas.microsoft.com/office/drawing/2014/main" id="{BF5956D1-42D7-410B-B2F2-1CAFF86F7004}"/>
              </a:ext>
            </a:extLst>
          </p:cNvPr>
          <p:cNvCxnSpPr/>
          <p:nvPr/>
        </p:nvCxnSpPr>
        <p:spPr>
          <a:xfrm xmlns:a="http://schemas.openxmlformats.org/drawingml/2006/main" flipH="0" flipV="1">
            <a:off x="3773776" y="4381847"/>
            <a:ext cx="247653" cy="345917"/>
          </a:xfrm>
          <a:prstGeom xmlns:a="http://schemas.openxmlformats.org/drawingml/2006/main" prst="straightConnector1">
            <a:avLst/>
          </a:prstGeom>
          <a:ln xmlns:a="http://schemas.openxmlformats.org/drawingml/2006/main" w="6191">
            <a:solidFill>
              <a:srgbClr val="CBD1D5"/>
            </a:solidFill>
            <a:prstDash val="solid"/>
          </a:ln>
        </p:spPr>
      </p:cxnSp>
      <p:cxnSp>
        <p:nvCxnSpPr>
          <p:cNvPr id="292" name="">
            <a:extLst xmlns:a="http://schemas.openxmlformats.org/drawingml/2006/main">
              <a:ext uri="{FF2B5EF4-FFF2-40B4-BE49-F238E27FC236}">
                <a16:creationId xmlns:a16="http://schemas.microsoft.com/office/drawing/2014/main" id="{1D7E7057-7D30-4D95-ADB0-6707473D4006}"/>
              </a:ext>
            </a:extLst>
          </p:cNvPr>
          <p:cNvCxnSpPr/>
          <p:nvPr/>
        </p:nvCxnSpPr>
        <p:spPr>
          <a:xfrm xmlns:a="http://schemas.openxmlformats.org/drawingml/2006/main" flipH="0" flipV="1">
            <a:off x="4021430" y="4258021"/>
            <a:ext cx="80497" cy="123827"/>
          </a:xfrm>
          <a:prstGeom xmlns:a="http://schemas.openxmlformats.org/drawingml/2006/main" prst="straightConnector1">
            <a:avLst/>
          </a:prstGeom>
          <a:ln xmlns:a="http://schemas.openxmlformats.org/drawingml/2006/main" w="6191">
            <a:solidFill>
              <a:srgbClr val="CBD1D5"/>
            </a:solidFill>
            <a:prstDash val="solid"/>
          </a:ln>
        </p:spPr>
      </p:cxnSp>
      <p:cxnSp>
        <p:nvCxnSpPr>
          <p:cNvPr id="293" name="">
            <a:extLst xmlns:a="http://schemas.openxmlformats.org/drawingml/2006/main">
              <a:ext uri="{FF2B5EF4-FFF2-40B4-BE49-F238E27FC236}">
                <a16:creationId xmlns:a16="http://schemas.microsoft.com/office/drawing/2014/main" id="{0371ECBE-F853-4D49-A7D1-A64765C53805}"/>
              </a:ext>
            </a:extLst>
          </p:cNvPr>
          <p:cNvCxnSpPr/>
          <p:nvPr/>
        </p:nvCxnSpPr>
        <p:spPr>
          <a:xfrm xmlns:a="http://schemas.openxmlformats.org/drawingml/2006/main" flipH="0" flipV="0">
            <a:off x="3684832" y="4198218"/>
            <a:ext cx="257564" cy="148451"/>
          </a:xfrm>
          <a:prstGeom xmlns:a="http://schemas.openxmlformats.org/drawingml/2006/main" prst="straightConnector1">
            <a:avLst/>
          </a:prstGeom>
          <a:ln xmlns:a="http://schemas.openxmlformats.org/drawingml/2006/main" w="6191">
            <a:solidFill>
              <a:srgbClr val="CBD1D5"/>
            </a:solidFill>
            <a:prstDash val="solid"/>
          </a:ln>
        </p:spPr>
      </p:cxnSp>
      <p:cxnSp>
        <p:nvCxnSpPr>
          <p:cNvPr id="294" name="">
            <a:extLst xmlns:a="http://schemas.openxmlformats.org/drawingml/2006/main">
              <a:ext uri="{FF2B5EF4-FFF2-40B4-BE49-F238E27FC236}">
                <a16:creationId xmlns:a16="http://schemas.microsoft.com/office/drawing/2014/main" id="{EA85E71B-29AA-4264-A439-6DDC86488C5A}"/>
              </a:ext>
            </a:extLst>
          </p:cNvPr>
          <p:cNvCxnSpPr/>
          <p:nvPr/>
        </p:nvCxnSpPr>
        <p:spPr>
          <a:xfrm xmlns:a="http://schemas.openxmlformats.org/drawingml/2006/main" flipH="0" flipV="0">
            <a:off x="3942396" y="4346669"/>
            <a:ext cx="79033" cy="35178"/>
          </a:xfrm>
          <a:prstGeom xmlns:a="http://schemas.openxmlformats.org/drawingml/2006/main" prst="straightConnector1">
            <a:avLst/>
          </a:prstGeom>
          <a:ln xmlns:a="http://schemas.openxmlformats.org/drawingml/2006/main" w="6191">
            <a:solidFill>
              <a:srgbClr val="CBD1D5"/>
            </a:solidFill>
            <a:prstDash val="solid"/>
          </a:ln>
        </p:spPr>
      </p:cxnSp>
      <p:cxnSp>
        <p:nvCxnSpPr>
          <p:cNvPr id="295" name="">
            <a:extLst xmlns:a="http://schemas.openxmlformats.org/drawingml/2006/main">
              <a:ext uri="{FF2B5EF4-FFF2-40B4-BE49-F238E27FC236}">
                <a16:creationId xmlns:a16="http://schemas.microsoft.com/office/drawing/2014/main" id="{238E5E74-DAA6-412A-A0A1-07FAB1A46E32}"/>
              </a:ext>
            </a:extLst>
          </p:cNvPr>
          <p:cNvCxnSpPr/>
          <p:nvPr/>
        </p:nvCxnSpPr>
        <p:spPr>
          <a:xfrm xmlns:a="http://schemas.openxmlformats.org/drawingml/2006/main" flipH="0" flipV="1">
            <a:off x="4101926" y="4242073"/>
            <a:ext cx="55699" cy="15947"/>
          </a:xfrm>
          <a:prstGeom xmlns:a="http://schemas.openxmlformats.org/drawingml/2006/main" prst="straightConnector1">
            <a:avLst/>
          </a:prstGeom>
          <a:ln xmlns:a="http://schemas.openxmlformats.org/drawingml/2006/main" w="6191">
            <a:solidFill>
              <a:srgbClr val="CBD1D5"/>
            </a:solidFill>
            <a:prstDash val="solid"/>
          </a:ln>
        </p:spPr>
      </p:cxnSp>
      <p:cxnSp>
        <p:nvCxnSpPr>
          <p:cNvPr id="296" name="">
            <a:extLst xmlns:a="http://schemas.openxmlformats.org/drawingml/2006/main">
              <a:ext uri="{FF2B5EF4-FFF2-40B4-BE49-F238E27FC236}">
                <a16:creationId xmlns:a16="http://schemas.microsoft.com/office/drawing/2014/main" id="{F48F6C7C-A5DE-442F-8E2A-45285049614A}"/>
              </a:ext>
            </a:extLst>
          </p:cNvPr>
          <p:cNvCxnSpPr/>
          <p:nvPr/>
        </p:nvCxnSpPr>
        <p:spPr>
          <a:xfrm xmlns:a="http://schemas.openxmlformats.org/drawingml/2006/main" flipH="0" flipV="1">
            <a:off x="4157625" y="4239259"/>
            <a:ext cx="31660" cy="2814"/>
          </a:xfrm>
          <a:prstGeom xmlns:a="http://schemas.openxmlformats.org/drawingml/2006/main" prst="straightConnector1">
            <a:avLst/>
          </a:prstGeom>
          <a:ln xmlns:a="http://schemas.openxmlformats.org/drawingml/2006/main" w="6191">
            <a:solidFill>
              <a:srgbClr val="CBD1D5"/>
            </a:solidFill>
            <a:prstDash val="solid"/>
          </a:ln>
        </p:spPr>
      </p:cxnSp>
      <p:cxnSp>
        <p:nvCxnSpPr>
          <p:cNvPr id="297" name="">
            <a:extLst xmlns:a="http://schemas.openxmlformats.org/drawingml/2006/main">
              <a:ext uri="{FF2B5EF4-FFF2-40B4-BE49-F238E27FC236}">
                <a16:creationId xmlns:a16="http://schemas.microsoft.com/office/drawing/2014/main" id="{AEDEC89D-0BEF-476C-802E-8B5A6EACC018}"/>
              </a:ext>
            </a:extLst>
          </p:cNvPr>
          <p:cNvCxnSpPr/>
          <p:nvPr/>
        </p:nvCxnSpPr>
        <p:spPr>
          <a:xfrm xmlns:a="http://schemas.openxmlformats.org/drawingml/2006/main" flipH="0" flipV="0">
            <a:off x="4189285" y="4239259"/>
            <a:ext cx="65783" cy="5628"/>
          </a:xfrm>
          <a:prstGeom xmlns:a="http://schemas.openxmlformats.org/drawingml/2006/main" prst="straightConnector1">
            <a:avLst/>
          </a:prstGeom>
          <a:ln xmlns:a="http://schemas.openxmlformats.org/drawingml/2006/main" w="6191">
            <a:solidFill>
              <a:srgbClr val="CBD1D5"/>
            </a:solidFill>
            <a:prstDash val="solid"/>
          </a:ln>
        </p:spPr>
      </p:cxnSp>
      <p:cxnSp>
        <p:nvCxnSpPr>
          <p:cNvPr id="298" name="">
            <a:extLst xmlns:a="http://schemas.openxmlformats.org/drawingml/2006/main">
              <a:ext uri="{FF2B5EF4-FFF2-40B4-BE49-F238E27FC236}">
                <a16:creationId xmlns:a16="http://schemas.microsoft.com/office/drawing/2014/main" id="{E13CFD12-A9C4-4E7F-9A30-BC728DF8D2EA}"/>
              </a:ext>
            </a:extLst>
          </p:cNvPr>
          <p:cNvCxnSpPr/>
          <p:nvPr/>
        </p:nvCxnSpPr>
        <p:spPr>
          <a:xfrm xmlns:a="http://schemas.openxmlformats.org/drawingml/2006/main" flipH="0" flipV="0">
            <a:off x="4255068" y="4244888"/>
            <a:ext cx="162523" cy="76923"/>
          </a:xfrm>
          <a:prstGeom xmlns:a="http://schemas.openxmlformats.org/drawingml/2006/main" prst="straightConnector1">
            <a:avLst/>
          </a:prstGeom>
          <a:ln xmlns:a="http://schemas.openxmlformats.org/drawingml/2006/main" w="6191">
            <a:solidFill>
              <a:srgbClr val="CBD1D5"/>
            </a:solidFill>
            <a:prstDash val="solid"/>
          </a:ln>
        </p:spPr>
      </p:cxnSp>
      <p:cxnSp>
        <p:nvCxnSpPr>
          <p:cNvPr id="299" name="">
            <a:extLst xmlns:a="http://schemas.openxmlformats.org/drawingml/2006/main">
              <a:ext uri="{FF2B5EF4-FFF2-40B4-BE49-F238E27FC236}">
                <a16:creationId xmlns:a16="http://schemas.microsoft.com/office/drawing/2014/main" id="{8ED27171-0CAB-4D6B-BBD5-9950DDD54983}"/>
              </a:ext>
            </a:extLst>
          </p:cNvPr>
          <p:cNvCxnSpPr/>
          <p:nvPr/>
        </p:nvCxnSpPr>
        <p:spPr>
          <a:xfrm xmlns:a="http://schemas.openxmlformats.org/drawingml/2006/main" flipH="0" flipV="1">
            <a:off x="3398717" y="3911400"/>
            <a:ext cx="66665" cy="120778"/>
          </a:xfrm>
          <a:prstGeom xmlns:a="http://schemas.openxmlformats.org/drawingml/2006/main" prst="straightConnector1">
            <a:avLst/>
          </a:prstGeom>
          <a:ln xmlns:a="http://schemas.openxmlformats.org/drawingml/2006/main" w="6191">
            <a:solidFill>
              <a:srgbClr val="CBD1D5"/>
            </a:solidFill>
            <a:prstDash val="solid"/>
          </a:ln>
        </p:spPr>
      </p:cxnSp>
      <p:cxnSp>
        <p:nvCxnSpPr>
          <p:cNvPr id="300" name="">
            <a:extLst xmlns:a="http://schemas.openxmlformats.org/drawingml/2006/main">
              <a:ext uri="{FF2B5EF4-FFF2-40B4-BE49-F238E27FC236}">
                <a16:creationId xmlns:a16="http://schemas.microsoft.com/office/drawing/2014/main" id="{B4106F96-119F-4E82-8D20-450DFD37C49E}"/>
              </a:ext>
            </a:extLst>
          </p:cNvPr>
          <p:cNvCxnSpPr/>
          <p:nvPr/>
        </p:nvCxnSpPr>
        <p:spPr>
          <a:xfrm xmlns:a="http://schemas.openxmlformats.org/drawingml/2006/main" flipH="0" flipV="1">
            <a:off x="3465382" y="3746532"/>
            <a:ext cx="95506" cy="164868"/>
          </a:xfrm>
          <a:prstGeom xmlns:a="http://schemas.openxmlformats.org/drawingml/2006/main" prst="straightConnector1">
            <a:avLst/>
          </a:prstGeom>
          <a:ln xmlns:a="http://schemas.openxmlformats.org/drawingml/2006/main" w="6191">
            <a:solidFill>
              <a:srgbClr val="CBD1D5"/>
            </a:solidFill>
            <a:prstDash val="solid"/>
          </a:ln>
        </p:spPr>
      </p:cxnSp>
      <p:cxnSp>
        <p:nvCxnSpPr>
          <p:cNvPr id="301" name="">
            <a:extLst xmlns:a="http://schemas.openxmlformats.org/drawingml/2006/main">
              <a:ext uri="{FF2B5EF4-FFF2-40B4-BE49-F238E27FC236}">
                <a16:creationId xmlns:a16="http://schemas.microsoft.com/office/drawing/2014/main" id="{950D36F9-5202-49C9-9E41-E5753809B043}"/>
              </a:ext>
            </a:extLst>
          </p:cNvPr>
          <p:cNvCxnSpPr/>
          <p:nvPr/>
        </p:nvCxnSpPr>
        <p:spPr>
          <a:xfrm xmlns:a="http://schemas.openxmlformats.org/drawingml/2006/main" flipH="0" flipV="1">
            <a:off x="3560888" y="3705960"/>
            <a:ext cx="33302" cy="40572"/>
          </a:xfrm>
          <a:prstGeom xmlns:a="http://schemas.openxmlformats.org/drawingml/2006/main" prst="straightConnector1">
            <a:avLst/>
          </a:prstGeom>
          <a:ln xmlns:a="http://schemas.openxmlformats.org/drawingml/2006/main" w="6191">
            <a:solidFill>
              <a:srgbClr val="CBD1D5"/>
            </a:solidFill>
            <a:prstDash val="solid"/>
          </a:ln>
        </p:spPr>
      </p:cxnSp>
      <p:cxnSp>
        <p:nvCxnSpPr>
          <p:cNvPr id="302" name="">
            <a:extLst xmlns:a="http://schemas.openxmlformats.org/drawingml/2006/main">
              <a:ext uri="{FF2B5EF4-FFF2-40B4-BE49-F238E27FC236}">
                <a16:creationId xmlns:a16="http://schemas.microsoft.com/office/drawing/2014/main" id="{BE537A53-6D6E-4394-ADAA-714BB5CF6DB9}"/>
              </a:ext>
            </a:extLst>
          </p:cNvPr>
          <p:cNvCxnSpPr/>
          <p:nvPr/>
        </p:nvCxnSpPr>
        <p:spPr>
          <a:xfrm xmlns:a="http://schemas.openxmlformats.org/drawingml/2006/main" flipH="0" flipV="1">
            <a:off x="3658331" y="3573456"/>
            <a:ext cx="112687" cy="182926"/>
          </a:xfrm>
          <a:prstGeom xmlns:a="http://schemas.openxmlformats.org/drawingml/2006/main" prst="straightConnector1">
            <a:avLst/>
          </a:prstGeom>
          <a:ln xmlns:a="http://schemas.openxmlformats.org/drawingml/2006/main" w="6191">
            <a:solidFill>
              <a:srgbClr val="CBD1D5"/>
            </a:solidFill>
            <a:prstDash val="solid"/>
          </a:ln>
        </p:spPr>
      </p:cxnSp>
      <p:cxnSp>
        <p:nvCxnSpPr>
          <p:cNvPr id="303" name="">
            <a:extLst xmlns:a="http://schemas.openxmlformats.org/drawingml/2006/main">
              <a:ext uri="{FF2B5EF4-FFF2-40B4-BE49-F238E27FC236}">
                <a16:creationId xmlns:a16="http://schemas.microsoft.com/office/drawing/2014/main" id="{AE8FE3B0-5069-436A-BDC6-E8F9A3C5E7B5}"/>
              </a:ext>
            </a:extLst>
          </p:cNvPr>
          <p:cNvCxnSpPr/>
          <p:nvPr/>
        </p:nvCxnSpPr>
        <p:spPr>
          <a:xfrm xmlns:a="http://schemas.openxmlformats.org/drawingml/2006/main" flipH="0" flipV="1">
            <a:off x="3771018" y="3509666"/>
            <a:ext cx="44385" cy="63790"/>
          </a:xfrm>
          <a:prstGeom xmlns:a="http://schemas.openxmlformats.org/drawingml/2006/main" prst="straightConnector1">
            <a:avLst/>
          </a:prstGeom>
          <a:ln xmlns:a="http://schemas.openxmlformats.org/drawingml/2006/main" w="6191">
            <a:solidFill>
              <a:srgbClr val="CBD1D5"/>
            </a:solidFill>
            <a:prstDash val="solid"/>
          </a:ln>
        </p:spPr>
      </p:cxnSp>
      <p:cxnSp>
        <p:nvCxnSpPr>
          <p:cNvPr id="304" name="">
            <a:extLst xmlns:a="http://schemas.openxmlformats.org/drawingml/2006/main">
              <a:ext uri="{FF2B5EF4-FFF2-40B4-BE49-F238E27FC236}">
                <a16:creationId xmlns:a16="http://schemas.microsoft.com/office/drawing/2014/main" id="{9513F0EC-E5BE-413C-8D99-949480477587}"/>
              </a:ext>
            </a:extLst>
          </p:cNvPr>
          <p:cNvCxnSpPr/>
          <p:nvPr/>
        </p:nvCxnSpPr>
        <p:spPr>
          <a:xfrm xmlns:a="http://schemas.openxmlformats.org/drawingml/2006/main" flipH="0" flipV="1">
            <a:off x="3815404" y="3494892"/>
            <a:ext cx="10492" cy="14775"/>
          </a:xfrm>
          <a:prstGeom xmlns:a="http://schemas.openxmlformats.org/drawingml/2006/main" prst="straightConnector1">
            <a:avLst/>
          </a:prstGeom>
          <a:ln xmlns:a="http://schemas.openxmlformats.org/drawingml/2006/main" w="6191">
            <a:solidFill>
              <a:srgbClr val="CBD1D5"/>
            </a:solidFill>
            <a:prstDash val="solid"/>
          </a:ln>
        </p:spPr>
      </p:cxnSp>
      <p:cxnSp>
        <p:nvCxnSpPr>
          <p:cNvPr id="305" name="">
            <a:extLst xmlns:a="http://schemas.openxmlformats.org/drawingml/2006/main">
              <a:ext uri="{FF2B5EF4-FFF2-40B4-BE49-F238E27FC236}">
                <a16:creationId xmlns:a16="http://schemas.microsoft.com/office/drawing/2014/main" id="{477426A3-FEDB-4E35-B6E4-B97C6F06F06E}"/>
              </a:ext>
            </a:extLst>
          </p:cNvPr>
          <p:cNvCxnSpPr/>
          <p:nvPr/>
        </p:nvCxnSpPr>
        <p:spPr>
          <a:xfrm xmlns:a="http://schemas.openxmlformats.org/drawingml/2006/main" flipH="0" flipV="1">
            <a:off x="3825896" y="3418907"/>
            <a:ext cx="183395" cy="75985"/>
          </a:xfrm>
          <a:prstGeom xmlns:a="http://schemas.openxmlformats.org/drawingml/2006/main" prst="straightConnector1">
            <a:avLst/>
          </a:prstGeom>
          <a:ln xmlns:a="http://schemas.openxmlformats.org/drawingml/2006/main" w="6191">
            <a:solidFill>
              <a:srgbClr val="CBD1D5"/>
            </a:solidFill>
            <a:prstDash val="solid"/>
          </a:ln>
        </p:spPr>
      </p:cxnSp>
      <p:cxnSp>
        <p:nvCxnSpPr>
          <p:cNvPr id="306" name="">
            <a:extLst xmlns:a="http://schemas.openxmlformats.org/drawingml/2006/main">
              <a:ext uri="{FF2B5EF4-FFF2-40B4-BE49-F238E27FC236}">
                <a16:creationId xmlns:a16="http://schemas.microsoft.com/office/drawing/2014/main" id="{AEA9D2BB-A076-402A-A24E-4E52762D9099}"/>
              </a:ext>
            </a:extLst>
          </p:cNvPr>
          <p:cNvCxnSpPr/>
          <p:nvPr/>
        </p:nvCxnSpPr>
        <p:spPr>
          <a:xfrm xmlns:a="http://schemas.openxmlformats.org/drawingml/2006/main" flipH="0" flipV="1">
            <a:off x="4009291" y="3371299"/>
            <a:ext cx="104188" cy="47608"/>
          </a:xfrm>
          <a:prstGeom xmlns:a="http://schemas.openxmlformats.org/drawingml/2006/main" prst="straightConnector1">
            <a:avLst/>
          </a:prstGeom>
          <a:ln xmlns:a="http://schemas.openxmlformats.org/drawingml/2006/main" w="6191">
            <a:solidFill>
              <a:srgbClr val="CBD1D5"/>
            </a:solidFill>
            <a:prstDash val="solid"/>
          </a:ln>
        </p:spPr>
      </p:cxnSp>
      <p:cxnSp>
        <p:nvCxnSpPr>
          <p:cNvPr id="307" name="">
            <a:extLst xmlns:a="http://schemas.openxmlformats.org/drawingml/2006/main">
              <a:ext uri="{FF2B5EF4-FFF2-40B4-BE49-F238E27FC236}">
                <a16:creationId xmlns:a16="http://schemas.microsoft.com/office/drawing/2014/main" id="{FF382CB5-3FA6-4EDF-8F0A-54D8E5B0390E}"/>
              </a:ext>
            </a:extLst>
          </p:cNvPr>
          <p:cNvCxnSpPr/>
          <p:nvPr/>
        </p:nvCxnSpPr>
        <p:spPr>
          <a:xfrm xmlns:a="http://schemas.openxmlformats.org/drawingml/2006/main" flipH="0" flipV="1">
            <a:off x="4113479" y="3354883"/>
            <a:ext cx="102134" cy="16416"/>
          </a:xfrm>
          <a:prstGeom xmlns:a="http://schemas.openxmlformats.org/drawingml/2006/main" prst="straightConnector1">
            <a:avLst/>
          </a:prstGeom>
          <a:ln xmlns:a="http://schemas.openxmlformats.org/drawingml/2006/main" w="6191">
            <a:solidFill>
              <a:srgbClr val="CBD1D5"/>
            </a:solidFill>
            <a:prstDash val="solid"/>
          </a:ln>
        </p:spPr>
      </p:cxnSp>
      <p:cxnSp>
        <p:nvCxnSpPr>
          <p:cNvPr id="308" name="">
            <a:extLst xmlns:a="http://schemas.openxmlformats.org/drawingml/2006/main">
              <a:ext uri="{FF2B5EF4-FFF2-40B4-BE49-F238E27FC236}">
                <a16:creationId xmlns:a16="http://schemas.microsoft.com/office/drawing/2014/main" id="{164BA5B3-8A08-490B-B08C-598A68E1B200}"/>
              </a:ext>
            </a:extLst>
          </p:cNvPr>
          <p:cNvCxnSpPr/>
          <p:nvPr/>
        </p:nvCxnSpPr>
        <p:spPr>
          <a:xfrm xmlns:a="http://schemas.openxmlformats.org/drawingml/2006/main" flipH="0" flipV="1">
            <a:off x="4113479" y="3332838"/>
            <a:ext cx="88180" cy="38461"/>
          </a:xfrm>
          <a:prstGeom xmlns:a="http://schemas.openxmlformats.org/drawingml/2006/main" prst="straightConnector1">
            <a:avLst/>
          </a:prstGeom>
          <a:ln xmlns:a="http://schemas.openxmlformats.org/drawingml/2006/main" w="6191">
            <a:solidFill>
              <a:srgbClr val="CBD1D5"/>
            </a:solidFill>
            <a:prstDash val="solid"/>
          </a:ln>
        </p:spPr>
      </p:cxnSp>
      <p:cxnSp>
        <p:nvCxnSpPr>
          <p:cNvPr id="309" name="">
            <a:extLst xmlns:a="http://schemas.openxmlformats.org/drawingml/2006/main">
              <a:ext uri="{FF2B5EF4-FFF2-40B4-BE49-F238E27FC236}">
                <a16:creationId xmlns:a16="http://schemas.microsoft.com/office/drawing/2014/main" id="{4A5ED28E-A389-4FD1-A241-036C1E3AB488}"/>
              </a:ext>
            </a:extLst>
          </p:cNvPr>
          <p:cNvCxnSpPr/>
          <p:nvPr/>
        </p:nvCxnSpPr>
        <p:spPr>
          <a:xfrm xmlns:a="http://schemas.openxmlformats.org/drawingml/2006/main" flipH="0" flipV="1">
            <a:off x="4201659" y="3311731"/>
            <a:ext cx="47842" cy="21107"/>
          </a:xfrm>
          <a:prstGeom xmlns:a="http://schemas.openxmlformats.org/drawingml/2006/main" prst="straightConnector1">
            <a:avLst/>
          </a:prstGeom>
          <a:ln xmlns:a="http://schemas.openxmlformats.org/drawingml/2006/main" w="6191">
            <a:solidFill>
              <a:srgbClr val="CBD1D5"/>
            </a:solidFill>
            <a:prstDash val="solid"/>
          </a:ln>
        </p:spPr>
      </p:cxnSp>
      <p:cxnSp>
        <p:nvCxnSpPr>
          <p:cNvPr id="310" name="">
            <a:extLst xmlns:a="http://schemas.openxmlformats.org/drawingml/2006/main">
              <a:ext uri="{FF2B5EF4-FFF2-40B4-BE49-F238E27FC236}">
                <a16:creationId xmlns:a16="http://schemas.microsoft.com/office/drawing/2014/main" id="{11FBD346-E433-496A-8BF0-5468183CBC8B}"/>
              </a:ext>
            </a:extLst>
          </p:cNvPr>
          <p:cNvCxnSpPr/>
          <p:nvPr/>
        </p:nvCxnSpPr>
        <p:spPr>
          <a:xfrm xmlns:a="http://schemas.openxmlformats.org/drawingml/2006/main" flipH="1" flipV="1">
            <a:off x="4137222" y="3261075"/>
            <a:ext cx="64437" cy="71763"/>
          </a:xfrm>
          <a:prstGeom xmlns:a="http://schemas.openxmlformats.org/drawingml/2006/main" prst="straightConnector1">
            <a:avLst/>
          </a:prstGeom>
          <a:ln xmlns:a="http://schemas.openxmlformats.org/drawingml/2006/main" w="6191">
            <a:solidFill>
              <a:srgbClr val="CBD1D5"/>
            </a:solidFill>
            <a:prstDash val="solid"/>
          </a:ln>
        </p:spPr>
      </p:cxnSp>
      <p:cxnSp>
        <p:nvCxnSpPr>
          <p:cNvPr id="311" name="">
            <a:extLst xmlns:a="http://schemas.openxmlformats.org/drawingml/2006/main">
              <a:ext uri="{FF2B5EF4-FFF2-40B4-BE49-F238E27FC236}">
                <a16:creationId xmlns:a16="http://schemas.microsoft.com/office/drawing/2014/main" id="{CFB12998-2815-4F83-96E3-D56044FBE57E}"/>
              </a:ext>
            </a:extLst>
          </p:cNvPr>
          <p:cNvCxnSpPr/>
          <p:nvPr/>
        </p:nvCxnSpPr>
        <p:spPr>
          <a:xfrm xmlns:a="http://schemas.openxmlformats.org/drawingml/2006/main" flipH="0" flipV="0">
            <a:off x="4201659" y="3332838"/>
            <a:ext cx="13954" cy="22045"/>
          </a:xfrm>
          <a:prstGeom xmlns:a="http://schemas.openxmlformats.org/drawingml/2006/main" prst="straightConnector1">
            <a:avLst/>
          </a:prstGeom>
          <a:ln xmlns:a="http://schemas.openxmlformats.org/drawingml/2006/main" w="6191">
            <a:solidFill>
              <a:srgbClr val="CBD1D5"/>
            </a:solidFill>
            <a:prstDash val="solid"/>
          </a:ln>
        </p:spPr>
      </p:cxnSp>
      <p:cxnSp>
        <p:nvCxnSpPr>
          <p:cNvPr id="312" name="">
            <a:extLst xmlns:a="http://schemas.openxmlformats.org/drawingml/2006/main">
              <a:ext uri="{FF2B5EF4-FFF2-40B4-BE49-F238E27FC236}">
                <a16:creationId xmlns:a16="http://schemas.microsoft.com/office/drawing/2014/main" id="{1075BE5F-2BB7-4A33-B183-CE3A9AAF71A8}"/>
              </a:ext>
            </a:extLst>
          </p:cNvPr>
          <p:cNvCxnSpPr/>
          <p:nvPr/>
        </p:nvCxnSpPr>
        <p:spPr>
          <a:xfrm xmlns:a="http://schemas.openxmlformats.org/drawingml/2006/main" flipH="0" flipV="1">
            <a:off x="3397840" y="3571814"/>
            <a:ext cx="31482" cy="41510"/>
          </a:xfrm>
          <a:prstGeom xmlns:a="http://schemas.openxmlformats.org/drawingml/2006/main" prst="straightConnector1">
            <a:avLst/>
          </a:prstGeom>
          <a:ln xmlns:a="http://schemas.openxmlformats.org/drawingml/2006/main" w="6191">
            <a:solidFill>
              <a:srgbClr val="CBD1D5"/>
            </a:solidFill>
            <a:prstDash val="solid"/>
          </a:ln>
        </p:spPr>
      </p:cxnSp>
      <p:cxnSp>
        <p:nvCxnSpPr>
          <p:cNvPr id="313" name="">
            <a:extLst xmlns:a="http://schemas.openxmlformats.org/drawingml/2006/main">
              <a:ext uri="{FF2B5EF4-FFF2-40B4-BE49-F238E27FC236}">
                <a16:creationId xmlns:a16="http://schemas.microsoft.com/office/drawing/2014/main" id="{550BC2B4-8B77-4949-AE55-DCBFE8997AAF}"/>
              </a:ext>
            </a:extLst>
          </p:cNvPr>
          <p:cNvCxnSpPr/>
          <p:nvPr/>
        </p:nvCxnSpPr>
        <p:spPr>
          <a:xfrm xmlns:a="http://schemas.openxmlformats.org/drawingml/2006/main" flipH="0" flipV="1">
            <a:off x="3429322" y="3529835"/>
            <a:ext cx="32129" cy="41979"/>
          </a:xfrm>
          <a:prstGeom xmlns:a="http://schemas.openxmlformats.org/drawingml/2006/main" prst="straightConnector1">
            <a:avLst/>
          </a:prstGeom>
          <a:ln xmlns:a="http://schemas.openxmlformats.org/drawingml/2006/main" w="6191">
            <a:solidFill>
              <a:srgbClr val="CBD1D5"/>
            </a:solidFill>
            <a:prstDash val="solid"/>
          </a:ln>
        </p:spPr>
      </p:cxnSp>
      <p:cxnSp>
        <p:nvCxnSpPr>
          <p:cNvPr id="314" name="">
            <a:extLst xmlns:a="http://schemas.openxmlformats.org/drawingml/2006/main">
              <a:ext uri="{FF2B5EF4-FFF2-40B4-BE49-F238E27FC236}">
                <a16:creationId xmlns:a16="http://schemas.microsoft.com/office/drawing/2014/main" id="{4E8335F7-7127-48A2-A7FA-D31173A734CD}"/>
              </a:ext>
            </a:extLst>
          </p:cNvPr>
          <p:cNvCxnSpPr/>
          <p:nvPr/>
        </p:nvCxnSpPr>
        <p:spPr>
          <a:xfrm xmlns:a="http://schemas.openxmlformats.org/drawingml/2006/main" flipH="1" flipV="1">
            <a:off x="3438647" y="3501224"/>
            <a:ext cx="22805" cy="28611"/>
          </a:xfrm>
          <a:prstGeom xmlns:a="http://schemas.openxmlformats.org/drawingml/2006/main" prst="straightConnector1">
            <a:avLst/>
          </a:prstGeom>
          <a:ln xmlns:a="http://schemas.openxmlformats.org/drawingml/2006/main" w="6191">
            <a:solidFill>
              <a:srgbClr val="CBD1D5"/>
            </a:solidFill>
            <a:prstDash val="solid"/>
          </a:ln>
        </p:spPr>
      </p:cxnSp>
      <p:cxnSp>
        <p:nvCxnSpPr>
          <p:cNvPr id="315" name="">
            <a:extLst xmlns:a="http://schemas.openxmlformats.org/drawingml/2006/main">
              <a:ext uri="{FF2B5EF4-FFF2-40B4-BE49-F238E27FC236}">
                <a16:creationId xmlns:a16="http://schemas.microsoft.com/office/drawing/2014/main" id="{40251368-411F-4002-B1BB-84C784A504AA}"/>
              </a:ext>
            </a:extLst>
          </p:cNvPr>
          <p:cNvCxnSpPr/>
          <p:nvPr/>
        </p:nvCxnSpPr>
        <p:spPr>
          <a:xfrm xmlns:a="http://schemas.openxmlformats.org/drawingml/2006/main" flipH="0" flipV="1">
            <a:off x="3438647" y="3442124"/>
            <a:ext cx="41041" cy="59099"/>
          </a:xfrm>
          <a:prstGeom xmlns:a="http://schemas.openxmlformats.org/drawingml/2006/main" prst="straightConnector1">
            <a:avLst/>
          </a:prstGeom>
          <a:ln xmlns:a="http://schemas.openxmlformats.org/drawingml/2006/main" w="6191">
            <a:solidFill>
              <a:srgbClr val="CBD1D5"/>
            </a:solidFill>
            <a:prstDash val="solid"/>
          </a:ln>
        </p:spPr>
      </p:cxnSp>
      <p:cxnSp>
        <p:nvCxnSpPr>
          <p:cNvPr id="316" name="">
            <a:extLst xmlns:a="http://schemas.openxmlformats.org/drawingml/2006/main">
              <a:ext uri="{FF2B5EF4-FFF2-40B4-BE49-F238E27FC236}">
                <a16:creationId xmlns:a16="http://schemas.microsoft.com/office/drawing/2014/main" id="{40A1F435-2D67-463B-A543-6C98E2CD6FD3}"/>
              </a:ext>
            </a:extLst>
          </p:cNvPr>
          <p:cNvCxnSpPr/>
          <p:nvPr/>
        </p:nvCxnSpPr>
        <p:spPr>
          <a:xfrm xmlns:a="http://schemas.openxmlformats.org/drawingml/2006/main" flipH="0" flipV="1">
            <a:off x="3479688" y="3260606"/>
            <a:ext cx="120248" cy="181519"/>
          </a:xfrm>
          <a:prstGeom xmlns:a="http://schemas.openxmlformats.org/drawingml/2006/main" prst="straightConnector1">
            <a:avLst/>
          </a:prstGeom>
          <a:ln xmlns:a="http://schemas.openxmlformats.org/drawingml/2006/main" w="6191">
            <a:solidFill>
              <a:srgbClr val="CBD1D5"/>
            </a:solidFill>
            <a:prstDash val="solid"/>
          </a:ln>
        </p:spPr>
      </p:cxnSp>
      <p:cxnSp>
        <p:nvCxnSpPr>
          <p:cNvPr id="317" name="">
            <a:extLst xmlns:a="http://schemas.openxmlformats.org/drawingml/2006/main">
              <a:ext uri="{FF2B5EF4-FFF2-40B4-BE49-F238E27FC236}">
                <a16:creationId xmlns:a16="http://schemas.microsoft.com/office/drawing/2014/main" id="{A6E23C96-5060-4111-8272-C2AED79E4EB7}"/>
              </a:ext>
            </a:extLst>
          </p:cNvPr>
          <p:cNvCxnSpPr/>
          <p:nvPr/>
        </p:nvCxnSpPr>
        <p:spPr>
          <a:xfrm xmlns:a="http://schemas.openxmlformats.org/drawingml/2006/main" flipH="0" flipV="1">
            <a:off x="3599936" y="3078149"/>
            <a:ext cx="133151" cy="182457"/>
          </a:xfrm>
          <a:prstGeom xmlns:a="http://schemas.openxmlformats.org/drawingml/2006/main" prst="straightConnector1">
            <a:avLst/>
          </a:prstGeom>
          <a:ln xmlns:a="http://schemas.openxmlformats.org/drawingml/2006/main" w="6191">
            <a:solidFill>
              <a:srgbClr val="CBD1D5"/>
            </a:solidFill>
            <a:prstDash val="solid"/>
          </a:ln>
        </p:spPr>
      </p:cxnSp>
      <p:cxnSp>
        <p:nvCxnSpPr>
          <p:cNvPr id="318" name="">
            <a:extLst xmlns:a="http://schemas.openxmlformats.org/drawingml/2006/main">
              <a:ext uri="{FF2B5EF4-FFF2-40B4-BE49-F238E27FC236}">
                <a16:creationId xmlns:a16="http://schemas.microsoft.com/office/drawing/2014/main" id="{02ABFB5C-43FA-40D1-9174-E6FEBBB56E7E}"/>
              </a:ext>
            </a:extLst>
          </p:cNvPr>
          <p:cNvCxnSpPr/>
          <p:nvPr/>
        </p:nvCxnSpPr>
        <p:spPr>
          <a:xfrm xmlns:a="http://schemas.openxmlformats.org/drawingml/2006/main" flipH="1" flipV="0">
            <a:off x="3905459" y="3184152"/>
            <a:ext cx="117" cy="100609"/>
          </a:xfrm>
          <a:prstGeom xmlns:a="http://schemas.openxmlformats.org/drawingml/2006/main" prst="straightConnector1">
            <a:avLst/>
          </a:prstGeom>
          <a:ln xmlns:a="http://schemas.openxmlformats.org/drawingml/2006/main" w="6191">
            <a:solidFill>
              <a:srgbClr val="CBD1D5"/>
            </a:solidFill>
            <a:prstDash val="solid"/>
          </a:ln>
        </p:spPr>
      </p:cxnSp>
      <p:cxnSp>
        <p:nvCxnSpPr>
          <p:cNvPr id="319" name="">
            <a:extLst xmlns:a="http://schemas.openxmlformats.org/drawingml/2006/main">
              <a:ext uri="{FF2B5EF4-FFF2-40B4-BE49-F238E27FC236}">
                <a16:creationId xmlns:a16="http://schemas.microsoft.com/office/drawing/2014/main" id="{403694D0-313E-4358-AE4E-0B6F2625C8D3}"/>
              </a:ext>
            </a:extLst>
          </p:cNvPr>
          <p:cNvCxnSpPr/>
          <p:nvPr/>
        </p:nvCxnSpPr>
        <p:spPr>
          <a:xfrm xmlns:a="http://schemas.openxmlformats.org/drawingml/2006/main" flipH="1" flipV="0">
            <a:off x="3847064" y="3284761"/>
            <a:ext cx="58396" cy="168620"/>
          </a:xfrm>
          <a:prstGeom xmlns:a="http://schemas.openxmlformats.org/drawingml/2006/main" prst="straightConnector1">
            <a:avLst/>
          </a:prstGeom>
          <a:ln xmlns:a="http://schemas.openxmlformats.org/drawingml/2006/main" w="6191">
            <a:solidFill>
              <a:srgbClr val="CBD1D5"/>
            </a:solidFill>
            <a:prstDash val="solid"/>
          </a:ln>
        </p:spPr>
      </p:cxnSp>
      <p:cxnSp>
        <p:nvCxnSpPr>
          <p:cNvPr id="320" name="">
            <a:extLst xmlns:a="http://schemas.openxmlformats.org/drawingml/2006/main">
              <a:ext uri="{FF2B5EF4-FFF2-40B4-BE49-F238E27FC236}">
                <a16:creationId xmlns:a16="http://schemas.microsoft.com/office/drawing/2014/main" id="{E9F35806-4878-4708-B5A5-55B791791284}"/>
              </a:ext>
            </a:extLst>
          </p:cNvPr>
          <p:cNvCxnSpPr/>
          <p:nvPr/>
        </p:nvCxnSpPr>
        <p:spPr>
          <a:xfrm xmlns:a="http://schemas.openxmlformats.org/drawingml/2006/main" flipH="1" flipV="0">
            <a:off x="3825896" y="3453381"/>
            <a:ext cx="21168" cy="41510"/>
          </a:xfrm>
          <a:prstGeom xmlns:a="http://schemas.openxmlformats.org/drawingml/2006/main" prst="straightConnector1">
            <a:avLst/>
          </a:prstGeom>
          <a:ln xmlns:a="http://schemas.openxmlformats.org/drawingml/2006/main" w="6191">
            <a:solidFill>
              <a:srgbClr val="CBD1D5"/>
            </a:solidFill>
            <a:prstDash val="solid"/>
          </a:ln>
        </p:spPr>
      </p:cxnSp>
      <p:cxnSp>
        <p:nvCxnSpPr>
          <p:cNvPr id="321" name="">
            <a:extLst xmlns:a="http://schemas.openxmlformats.org/drawingml/2006/main">
              <a:ext uri="{FF2B5EF4-FFF2-40B4-BE49-F238E27FC236}">
                <a16:creationId xmlns:a16="http://schemas.microsoft.com/office/drawing/2014/main" id="{B8B0FA3E-D134-42D2-A072-F98BDA670607}"/>
              </a:ext>
            </a:extLst>
          </p:cNvPr>
          <p:cNvCxnSpPr/>
          <p:nvPr/>
        </p:nvCxnSpPr>
        <p:spPr>
          <a:xfrm xmlns:a="http://schemas.openxmlformats.org/drawingml/2006/main" flipH="0" flipV="0">
            <a:off x="3438647" y="3501224"/>
            <a:ext cx="37697" cy="19700"/>
          </a:xfrm>
          <a:prstGeom xmlns:a="http://schemas.openxmlformats.org/drawingml/2006/main" prst="straightConnector1">
            <a:avLst/>
          </a:prstGeom>
          <a:ln xmlns:a="http://schemas.openxmlformats.org/drawingml/2006/main" w="6191">
            <a:solidFill>
              <a:srgbClr val="CBD1D5"/>
            </a:solidFill>
            <a:prstDash val="solid"/>
          </a:ln>
        </p:spPr>
      </p:cxnSp>
      <p:cxnSp>
        <p:nvCxnSpPr>
          <p:cNvPr id="322" name="">
            <a:extLst xmlns:a="http://schemas.openxmlformats.org/drawingml/2006/main">
              <a:ext uri="{FF2B5EF4-FFF2-40B4-BE49-F238E27FC236}">
                <a16:creationId xmlns:a16="http://schemas.microsoft.com/office/drawing/2014/main" id="{C0B1945F-C9AF-4980-A7D6-D8158A93ECFF}"/>
              </a:ext>
            </a:extLst>
          </p:cNvPr>
          <p:cNvCxnSpPr/>
          <p:nvPr/>
        </p:nvCxnSpPr>
        <p:spPr>
          <a:xfrm xmlns:a="http://schemas.openxmlformats.org/drawingml/2006/main" flipH="0" flipV="0">
            <a:off x="3476343" y="3520923"/>
            <a:ext cx="80206" cy="33302"/>
          </a:xfrm>
          <a:prstGeom xmlns:a="http://schemas.openxmlformats.org/drawingml/2006/main" prst="straightConnector1">
            <a:avLst/>
          </a:prstGeom>
          <a:ln xmlns:a="http://schemas.openxmlformats.org/drawingml/2006/main" w="6191">
            <a:solidFill>
              <a:srgbClr val="CBD1D5"/>
            </a:solidFill>
            <a:prstDash val="solid"/>
          </a:ln>
        </p:spPr>
      </p:cxnSp>
      <p:cxnSp>
        <p:nvCxnSpPr>
          <p:cNvPr id="323" name="">
            <a:extLst xmlns:a="http://schemas.openxmlformats.org/drawingml/2006/main">
              <a:ext uri="{FF2B5EF4-FFF2-40B4-BE49-F238E27FC236}">
                <a16:creationId xmlns:a16="http://schemas.microsoft.com/office/drawing/2014/main" id="{88E9E050-D9FB-410C-91E8-6B9D7BBA814A}"/>
              </a:ext>
            </a:extLst>
          </p:cNvPr>
          <p:cNvCxnSpPr/>
          <p:nvPr/>
        </p:nvCxnSpPr>
        <p:spPr>
          <a:xfrm xmlns:a="http://schemas.openxmlformats.org/drawingml/2006/main" flipH="0" flipV="1">
            <a:off x="3556549" y="3533822"/>
            <a:ext cx="135496" cy="20403"/>
          </a:xfrm>
          <a:prstGeom xmlns:a="http://schemas.openxmlformats.org/drawingml/2006/main" prst="straightConnector1">
            <a:avLst/>
          </a:prstGeom>
          <a:ln xmlns:a="http://schemas.openxmlformats.org/drawingml/2006/main" w="6191">
            <a:solidFill>
              <a:srgbClr val="CBD1D5"/>
            </a:solidFill>
            <a:prstDash val="solid"/>
          </a:ln>
        </p:spPr>
      </p:cxnSp>
      <p:cxnSp>
        <p:nvCxnSpPr>
          <p:cNvPr id="324" name="">
            <a:extLst xmlns:a="http://schemas.openxmlformats.org/drawingml/2006/main">
              <a:ext uri="{FF2B5EF4-FFF2-40B4-BE49-F238E27FC236}">
                <a16:creationId xmlns:a16="http://schemas.microsoft.com/office/drawing/2014/main" id="{EDC2E598-5778-4C8D-AB1A-D87963AC7E6A}"/>
              </a:ext>
            </a:extLst>
          </p:cNvPr>
          <p:cNvCxnSpPr/>
          <p:nvPr/>
        </p:nvCxnSpPr>
        <p:spPr>
          <a:xfrm xmlns:a="http://schemas.openxmlformats.org/drawingml/2006/main" flipH="0" flipV="1">
            <a:off x="3692046" y="3509666"/>
            <a:ext cx="123358" cy="24156"/>
          </a:xfrm>
          <a:prstGeom xmlns:a="http://schemas.openxmlformats.org/drawingml/2006/main" prst="straightConnector1">
            <a:avLst/>
          </a:prstGeom>
          <a:ln xmlns:a="http://schemas.openxmlformats.org/drawingml/2006/main" w="6191">
            <a:solidFill>
              <a:srgbClr val="CBD1D5"/>
            </a:solidFill>
            <a:prstDash val="solid"/>
          </a:ln>
        </p:spPr>
      </p:cxnSp>
      <p:cxnSp>
        <p:nvCxnSpPr>
          <p:cNvPr id="325" name="">
            <a:extLst xmlns:a="http://schemas.openxmlformats.org/drawingml/2006/main">
              <a:ext uri="{FF2B5EF4-FFF2-40B4-BE49-F238E27FC236}">
                <a16:creationId xmlns:a16="http://schemas.microsoft.com/office/drawing/2014/main" id="{7560E788-5BA8-41E0-914F-AE7609023BD7}"/>
              </a:ext>
            </a:extLst>
          </p:cNvPr>
          <p:cNvCxnSpPr/>
          <p:nvPr/>
        </p:nvCxnSpPr>
        <p:spPr>
          <a:xfrm xmlns:a="http://schemas.openxmlformats.org/drawingml/2006/main" flipH="0" flipV="0">
            <a:off x="3429322" y="3571814"/>
            <a:ext cx="10380" cy="8443"/>
          </a:xfrm>
          <a:prstGeom xmlns:a="http://schemas.openxmlformats.org/drawingml/2006/main" prst="straightConnector1">
            <a:avLst/>
          </a:prstGeom>
          <a:ln xmlns:a="http://schemas.openxmlformats.org/drawingml/2006/main" w="6191">
            <a:solidFill>
              <a:srgbClr val="CBD1D5"/>
            </a:solidFill>
            <a:prstDash val="solid"/>
          </a:ln>
        </p:spPr>
      </p:cxnSp>
      <p:cxnSp>
        <p:nvCxnSpPr>
          <p:cNvPr id="326" name="">
            <a:extLst xmlns:a="http://schemas.openxmlformats.org/drawingml/2006/main">
              <a:ext uri="{FF2B5EF4-FFF2-40B4-BE49-F238E27FC236}">
                <a16:creationId xmlns:a16="http://schemas.microsoft.com/office/drawing/2014/main" id="{185C192B-0C2E-496C-A821-49261201C864}"/>
              </a:ext>
            </a:extLst>
          </p:cNvPr>
          <p:cNvCxnSpPr/>
          <p:nvPr/>
        </p:nvCxnSpPr>
        <p:spPr>
          <a:xfrm xmlns:a="http://schemas.openxmlformats.org/drawingml/2006/main" flipH="1" flipV="1">
            <a:off x="3938818" y="5198447"/>
            <a:ext cx="17298" cy="135553"/>
          </a:xfrm>
          <a:prstGeom xmlns:a="http://schemas.openxmlformats.org/drawingml/2006/main" prst="straightConnector1">
            <a:avLst/>
          </a:prstGeom>
          <a:ln xmlns:a="http://schemas.openxmlformats.org/drawingml/2006/main" w="6191">
            <a:solidFill>
              <a:srgbClr val="CBD1D5"/>
            </a:solidFill>
            <a:prstDash val="solid"/>
          </a:ln>
        </p:spPr>
      </p:cxnSp>
      <p:cxnSp>
        <p:nvCxnSpPr>
          <p:cNvPr id="327" name="">
            <a:extLst xmlns:a="http://schemas.openxmlformats.org/drawingml/2006/main">
              <a:ext uri="{FF2B5EF4-FFF2-40B4-BE49-F238E27FC236}">
                <a16:creationId xmlns:a16="http://schemas.microsoft.com/office/drawing/2014/main" id="{B9BFEAEC-5A50-451C-A648-2FD9744ADAC9}"/>
              </a:ext>
            </a:extLst>
          </p:cNvPr>
          <p:cNvCxnSpPr/>
          <p:nvPr/>
        </p:nvCxnSpPr>
        <p:spPr>
          <a:xfrm xmlns:a="http://schemas.openxmlformats.org/drawingml/2006/main" flipH="1" flipV="1">
            <a:off x="1923293" y="4315244"/>
            <a:ext cx="45553" cy="104362"/>
          </a:xfrm>
          <a:prstGeom xmlns:a="http://schemas.openxmlformats.org/drawingml/2006/main" prst="straightConnector1">
            <a:avLst/>
          </a:prstGeom>
          <a:ln xmlns:a="http://schemas.openxmlformats.org/drawingml/2006/main" w="6191">
            <a:solidFill>
              <a:srgbClr val="CBD1D5"/>
            </a:solidFill>
            <a:prstDash val="solid"/>
          </a:ln>
        </p:spPr>
      </p:cxnSp>
      <p:cxnSp>
        <p:nvCxnSpPr>
          <p:cNvPr id="328" name="">
            <a:extLst xmlns:a="http://schemas.openxmlformats.org/drawingml/2006/main">
              <a:ext uri="{FF2B5EF4-FFF2-40B4-BE49-F238E27FC236}">
                <a16:creationId xmlns:a16="http://schemas.microsoft.com/office/drawing/2014/main" id="{23250FA6-CD5A-4D14-907F-03B56A1A165F}"/>
              </a:ext>
            </a:extLst>
          </p:cNvPr>
          <p:cNvCxnSpPr/>
          <p:nvPr/>
        </p:nvCxnSpPr>
        <p:spPr>
          <a:xfrm xmlns:a="http://schemas.openxmlformats.org/drawingml/2006/main" flipH="1" flipV="1">
            <a:off x="3825896" y="3494892"/>
            <a:ext cx="50014" cy="26032"/>
          </a:xfrm>
          <a:prstGeom xmlns:a="http://schemas.openxmlformats.org/drawingml/2006/main" prst="straightConnector1">
            <a:avLst/>
          </a:prstGeom>
          <a:ln xmlns:a="http://schemas.openxmlformats.org/drawingml/2006/main" w="6191">
            <a:solidFill>
              <a:srgbClr val="CBD1D5"/>
            </a:solidFill>
            <a:prstDash val="solid"/>
          </a:ln>
        </p:spPr>
      </p:cxnSp>
      <p:cxnSp>
        <p:nvCxnSpPr>
          <p:cNvPr id="329" name="">
            <a:extLst xmlns:a="http://schemas.openxmlformats.org/drawingml/2006/main">
              <a:ext uri="{FF2B5EF4-FFF2-40B4-BE49-F238E27FC236}">
                <a16:creationId xmlns:a16="http://schemas.microsoft.com/office/drawing/2014/main" id="{656FA6AD-D612-4ECB-BA75-5670AC17B1C4}"/>
              </a:ext>
            </a:extLst>
          </p:cNvPr>
          <p:cNvCxnSpPr/>
          <p:nvPr/>
        </p:nvCxnSpPr>
        <p:spPr>
          <a:xfrm xmlns:a="http://schemas.openxmlformats.org/drawingml/2006/main" flipH="1" flipV="0">
            <a:off x="1914851" y="3428991"/>
            <a:ext cx="34296" cy="11726"/>
          </a:xfrm>
          <a:prstGeom xmlns:a="http://schemas.openxmlformats.org/drawingml/2006/main" prst="straightConnector1">
            <a:avLst/>
          </a:prstGeom>
          <a:ln xmlns:a="http://schemas.openxmlformats.org/drawingml/2006/main" w="6191">
            <a:solidFill>
              <a:srgbClr val="CBD1D5"/>
            </a:solidFill>
            <a:prstDash val="solid"/>
          </a:ln>
        </p:spPr>
      </p:cxnSp>
      <p:sp>
        <p:nvSpPr>
          <p:cNvPr id="330" name="modena node 1">
            <a:extLst xmlns:a="http://schemas.openxmlformats.org/drawingml/2006/main">
              <a:ext uri="{FF2B5EF4-FFF2-40B4-BE49-F238E27FC236}">
                <a16:creationId xmlns:a16="http://schemas.microsoft.com/office/drawing/2014/main" id="{1560ADD4-04A6-47FF-8127-7751832D710C}"/>
              </a:ext>
            </a:extLst>
          </p:cNvPr>
          <p:cNvSpPr>
            <a:spLocks xmlns:a="http://schemas.openxmlformats.org/drawingml/2006/main" noGrp="1"/>
          </p:cNvSpPr>
          <p:nvPr/>
        </p:nvSpPr>
        <p:spPr>
          <a:xfrm xmlns:a="http://schemas.openxmlformats.org/drawingml/2006/main">
            <a:off x="1901862" y="429381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1" name="modena node 2">
            <a:extLst xmlns:a="http://schemas.openxmlformats.org/drawingml/2006/main">
              <a:ext uri="{FF2B5EF4-FFF2-40B4-BE49-F238E27FC236}">
                <a16:creationId xmlns:a16="http://schemas.microsoft.com/office/drawing/2014/main" id="{52843360-0597-447A-8521-FD530746C857}"/>
              </a:ext>
            </a:extLst>
          </p:cNvPr>
          <p:cNvSpPr>
            <a:spLocks xmlns:a="http://schemas.openxmlformats.org/drawingml/2006/main" noGrp="1"/>
          </p:cNvSpPr>
          <p:nvPr/>
        </p:nvSpPr>
        <p:spPr>
          <a:xfrm xmlns:a="http://schemas.openxmlformats.org/drawingml/2006/main">
            <a:off x="2021116" y="431914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2" name="modena node 3">
            <a:extLst xmlns:a="http://schemas.openxmlformats.org/drawingml/2006/main">
              <a:ext uri="{FF2B5EF4-FFF2-40B4-BE49-F238E27FC236}">
                <a16:creationId xmlns:a16="http://schemas.microsoft.com/office/drawing/2014/main" id="{883EF680-301D-43CF-AAE1-FC82888B3B90}"/>
              </a:ext>
            </a:extLst>
          </p:cNvPr>
          <p:cNvSpPr>
            <a:spLocks xmlns:a="http://schemas.openxmlformats.org/drawingml/2006/main" noGrp="1"/>
          </p:cNvSpPr>
          <p:nvPr/>
        </p:nvSpPr>
        <p:spPr>
          <a:xfrm xmlns:a="http://schemas.openxmlformats.org/drawingml/2006/main">
            <a:off x="2135444" y="409259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3" name="modena node 4">
            <a:extLst xmlns:a="http://schemas.openxmlformats.org/drawingml/2006/main">
              <a:ext uri="{FF2B5EF4-FFF2-40B4-BE49-F238E27FC236}">
                <a16:creationId xmlns:a16="http://schemas.microsoft.com/office/drawing/2014/main" id="{6E6C224D-AF05-4AD3-AD5A-590026F15BEB}"/>
              </a:ext>
            </a:extLst>
          </p:cNvPr>
          <p:cNvSpPr>
            <a:spLocks xmlns:a="http://schemas.openxmlformats.org/drawingml/2006/main" noGrp="1"/>
          </p:cNvSpPr>
          <p:nvPr/>
        </p:nvSpPr>
        <p:spPr>
          <a:xfrm xmlns:a="http://schemas.openxmlformats.org/drawingml/2006/main">
            <a:off x="2246546" y="386464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4" name="modena node 5">
            <a:extLst xmlns:a="http://schemas.openxmlformats.org/drawingml/2006/main">
              <a:ext uri="{FF2B5EF4-FFF2-40B4-BE49-F238E27FC236}">
                <a16:creationId xmlns:a16="http://schemas.microsoft.com/office/drawing/2014/main" id="{2A6DB85D-D5BE-4697-AB78-C1AC2CC75923}"/>
              </a:ext>
            </a:extLst>
          </p:cNvPr>
          <p:cNvSpPr>
            <a:spLocks xmlns:a="http://schemas.openxmlformats.org/drawingml/2006/main" noGrp="1"/>
          </p:cNvSpPr>
          <p:nvPr/>
        </p:nvSpPr>
        <p:spPr>
          <a:xfrm xmlns:a="http://schemas.openxmlformats.org/drawingml/2006/main">
            <a:off x="2340532" y="369977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5" name="modena node 6">
            <a:extLst xmlns:a="http://schemas.openxmlformats.org/drawingml/2006/main">
              <a:ext uri="{FF2B5EF4-FFF2-40B4-BE49-F238E27FC236}">
                <a16:creationId xmlns:a16="http://schemas.microsoft.com/office/drawing/2014/main" id="{D9F257E8-8BD3-49CA-8852-B9CF2AE88060}"/>
              </a:ext>
            </a:extLst>
          </p:cNvPr>
          <p:cNvSpPr>
            <a:spLocks xmlns:a="http://schemas.openxmlformats.org/drawingml/2006/main" noGrp="1"/>
          </p:cNvSpPr>
          <p:nvPr/>
        </p:nvSpPr>
        <p:spPr>
          <a:xfrm xmlns:a="http://schemas.openxmlformats.org/drawingml/2006/main">
            <a:off x="2435513" y="348917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6" name="modena node 7">
            <a:extLst xmlns:a="http://schemas.openxmlformats.org/drawingml/2006/main">
              <a:ext uri="{FF2B5EF4-FFF2-40B4-BE49-F238E27FC236}">
                <a16:creationId xmlns:a16="http://schemas.microsoft.com/office/drawing/2014/main" id="{B51AD85E-499D-424B-8153-FDE63BA3CCE1}"/>
              </a:ext>
            </a:extLst>
          </p:cNvPr>
          <p:cNvSpPr>
            <a:spLocks xmlns:a="http://schemas.openxmlformats.org/drawingml/2006/main" noGrp="1"/>
          </p:cNvSpPr>
          <p:nvPr/>
        </p:nvSpPr>
        <p:spPr>
          <a:xfrm xmlns:a="http://schemas.openxmlformats.org/drawingml/2006/main">
            <a:off x="2433285" y="347815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7" name="modena node 8">
            <a:extLst xmlns:a="http://schemas.openxmlformats.org/drawingml/2006/main">
              <a:ext uri="{FF2B5EF4-FFF2-40B4-BE49-F238E27FC236}">
                <a16:creationId xmlns:a16="http://schemas.microsoft.com/office/drawing/2014/main" id="{B1A17835-5A94-43CA-99FA-EFDAB2FC682A}"/>
              </a:ext>
            </a:extLst>
          </p:cNvPr>
          <p:cNvSpPr>
            <a:spLocks xmlns:a="http://schemas.openxmlformats.org/drawingml/2006/main" noGrp="1"/>
          </p:cNvSpPr>
          <p:nvPr/>
        </p:nvSpPr>
        <p:spPr>
          <a:xfrm xmlns:a="http://schemas.openxmlformats.org/drawingml/2006/main">
            <a:off x="2319951" y="342538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8" name="modena node 9">
            <a:extLst xmlns:a="http://schemas.openxmlformats.org/drawingml/2006/main">
              <a:ext uri="{FF2B5EF4-FFF2-40B4-BE49-F238E27FC236}">
                <a16:creationId xmlns:a16="http://schemas.microsoft.com/office/drawing/2014/main" id="{F7575D5C-75A0-4E82-82A2-5671789296AC}"/>
              </a:ext>
            </a:extLst>
          </p:cNvPr>
          <p:cNvSpPr>
            <a:spLocks xmlns:a="http://schemas.openxmlformats.org/drawingml/2006/main" noGrp="1"/>
          </p:cNvSpPr>
          <p:nvPr/>
        </p:nvSpPr>
        <p:spPr>
          <a:xfrm xmlns:a="http://schemas.openxmlformats.org/drawingml/2006/main">
            <a:off x="2212541" y="364395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39" name="modena node 10">
            <a:extLst xmlns:a="http://schemas.openxmlformats.org/drawingml/2006/main">
              <a:ext uri="{FF2B5EF4-FFF2-40B4-BE49-F238E27FC236}">
                <a16:creationId xmlns:a16="http://schemas.microsoft.com/office/drawing/2014/main" id="{8EDF5614-655A-478A-942A-4A5DD759A857}"/>
              </a:ext>
            </a:extLst>
          </p:cNvPr>
          <p:cNvSpPr>
            <a:spLocks xmlns:a="http://schemas.openxmlformats.org/drawingml/2006/main" noGrp="1"/>
          </p:cNvSpPr>
          <p:nvPr/>
        </p:nvSpPr>
        <p:spPr>
          <a:xfrm xmlns:a="http://schemas.openxmlformats.org/drawingml/2006/main">
            <a:off x="2128348" y="381515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0" name="modena node 11">
            <a:extLst xmlns:a="http://schemas.openxmlformats.org/drawingml/2006/main">
              <a:ext uri="{FF2B5EF4-FFF2-40B4-BE49-F238E27FC236}">
                <a16:creationId xmlns:a16="http://schemas.microsoft.com/office/drawing/2014/main" id="{898751B1-D013-4718-BBF8-85AED2166437}"/>
              </a:ext>
            </a:extLst>
          </p:cNvPr>
          <p:cNvSpPr>
            <a:spLocks xmlns:a="http://schemas.openxmlformats.org/drawingml/2006/main" noGrp="1"/>
          </p:cNvSpPr>
          <p:nvPr/>
        </p:nvSpPr>
        <p:spPr>
          <a:xfrm xmlns:a="http://schemas.openxmlformats.org/drawingml/2006/main">
            <a:off x="1887730" y="371407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1" name="modena node 12">
            <a:extLst xmlns:a="http://schemas.openxmlformats.org/drawingml/2006/main">
              <a:ext uri="{FF2B5EF4-FFF2-40B4-BE49-F238E27FC236}">
                <a16:creationId xmlns:a16="http://schemas.microsoft.com/office/drawing/2014/main" id="{158F500D-42DE-40EA-80A9-31D44371F14D}"/>
              </a:ext>
            </a:extLst>
          </p:cNvPr>
          <p:cNvSpPr>
            <a:spLocks xmlns:a="http://schemas.openxmlformats.org/drawingml/2006/main" noGrp="1"/>
          </p:cNvSpPr>
          <p:nvPr/>
        </p:nvSpPr>
        <p:spPr>
          <a:xfrm xmlns:a="http://schemas.openxmlformats.org/drawingml/2006/main">
            <a:off x="1801722" y="394812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2" name="modena node 13">
            <a:extLst xmlns:a="http://schemas.openxmlformats.org/drawingml/2006/main">
              <a:ext uri="{FF2B5EF4-FFF2-40B4-BE49-F238E27FC236}">
                <a16:creationId xmlns:a16="http://schemas.microsoft.com/office/drawing/2014/main" id="{BE1C48E8-34CA-4FC3-9190-F63AED8D1DDF}"/>
              </a:ext>
            </a:extLst>
          </p:cNvPr>
          <p:cNvSpPr>
            <a:spLocks xmlns:a="http://schemas.openxmlformats.org/drawingml/2006/main" noGrp="1"/>
          </p:cNvSpPr>
          <p:nvPr/>
        </p:nvSpPr>
        <p:spPr>
          <a:xfrm xmlns:a="http://schemas.openxmlformats.org/drawingml/2006/main">
            <a:off x="1871196" y="397744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3" name="modena node 14">
            <a:extLst xmlns:a="http://schemas.openxmlformats.org/drawingml/2006/main">
              <a:ext uri="{FF2B5EF4-FFF2-40B4-BE49-F238E27FC236}">
                <a16:creationId xmlns:a16="http://schemas.microsoft.com/office/drawing/2014/main" id="{229F1840-AF13-4E19-9548-2226B9BF9E40}"/>
              </a:ext>
            </a:extLst>
          </p:cNvPr>
          <p:cNvSpPr>
            <a:spLocks xmlns:a="http://schemas.openxmlformats.org/drawingml/2006/main" noGrp="1"/>
          </p:cNvSpPr>
          <p:nvPr/>
        </p:nvSpPr>
        <p:spPr>
          <a:xfrm xmlns:a="http://schemas.openxmlformats.org/drawingml/2006/main">
            <a:off x="1749832" y="392796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4" name="modena node 15">
            <a:extLst xmlns:a="http://schemas.openxmlformats.org/drawingml/2006/main">
              <a:ext uri="{FF2B5EF4-FFF2-40B4-BE49-F238E27FC236}">
                <a16:creationId xmlns:a16="http://schemas.microsoft.com/office/drawing/2014/main" id="{26C8FC04-3E4B-4F49-A210-71B78804C0DD}"/>
              </a:ext>
            </a:extLst>
          </p:cNvPr>
          <p:cNvSpPr>
            <a:spLocks xmlns:a="http://schemas.openxmlformats.org/drawingml/2006/main" noGrp="1"/>
          </p:cNvSpPr>
          <p:nvPr/>
        </p:nvSpPr>
        <p:spPr>
          <a:xfrm xmlns:a="http://schemas.openxmlformats.org/drawingml/2006/main">
            <a:off x="1821070" y="414465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5" name="modena node 16">
            <a:extLst xmlns:a="http://schemas.openxmlformats.org/drawingml/2006/main">
              <a:ext uri="{FF2B5EF4-FFF2-40B4-BE49-F238E27FC236}">
                <a16:creationId xmlns:a16="http://schemas.microsoft.com/office/drawing/2014/main" id="{B07D92A7-904F-490B-9775-50F7EC7BF81B}"/>
              </a:ext>
            </a:extLst>
          </p:cNvPr>
          <p:cNvSpPr>
            <a:spLocks xmlns:a="http://schemas.openxmlformats.org/drawingml/2006/main" noGrp="1"/>
          </p:cNvSpPr>
          <p:nvPr/>
        </p:nvSpPr>
        <p:spPr>
          <a:xfrm xmlns:a="http://schemas.openxmlformats.org/drawingml/2006/main">
            <a:off x="1904498" y="427200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6" name="modena node 17">
            <a:extLst xmlns:a="http://schemas.openxmlformats.org/drawingml/2006/main">
              <a:ext uri="{FF2B5EF4-FFF2-40B4-BE49-F238E27FC236}">
                <a16:creationId xmlns:a16="http://schemas.microsoft.com/office/drawing/2014/main" id="{7E253340-1729-4848-891E-344A847D4AB5}"/>
              </a:ext>
            </a:extLst>
          </p:cNvPr>
          <p:cNvSpPr>
            <a:spLocks xmlns:a="http://schemas.openxmlformats.org/drawingml/2006/main" noGrp="1"/>
          </p:cNvSpPr>
          <p:nvPr/>
        </p:nvSpPr>
        <p:spPr>
          <a:xfrm xmlns:a="http://schemas.openxmlformats.org/drawingml/2006/main">
            <a:off x="1892069" y="426613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7" name="modena node 18">
            <a:extLst xmlns:a="http://schemas.openxmlformats.org/drawingml/2006/main">
              <a:ext uri="{FF2B5EF4-FFF2-40B4-BE49-F238E27FC236}">
                <a16:creationId xmlns:a16="http://schemas.microsoft.com/office/drawing/2014/main" id="{60EDFB7B-9FF5-46B2-B319-AD955D51A746}"/>
              </a:ext>
            </a:extLst>
          </p:cNvPr>
          <p:cNvSpPr>
            <a:spLocks xmlns:a="http://schemas.openxmlformats.org/drawingml/2006/main" noGrp="1"/>
          </p:cNvSpPr>
          <p:nvPr/>
        </p:nvSpPr>
        <p:spPr>
          <a:xfrm xmlns:a="http://schemas.openxmlformats.org/drawingml/2006/main">
            <a:off x="1809109" y="359869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8" name="modena node 19">
            <a:extLst xmlns:a="http://schemas.openxmlformats.org/drawingml/2006/main">
              <a:ext uri="{FF2B5EF4-FFF2-40B4-BE49-F238E27FC236}">
                <a16:creationId xmlns:a16="http://schemas.microsoft.com/office/drawing/2014/main" id="{6B7525EB-22CC-451A-8B3C-F78D4078F7BC}"/>
              </a:ext>
            </a:extLst>
          </p:cNvPr>
          <p:cNvSpPr>
            <a:spLocks xmlns:a="http://schemas.openxmlformats.org/drawingml/2006/main" noGrp="1"/>
          </p:cNvSpPr>
          <p:nvPr/>
        </p:nvSpPr>
        <p:spPr>
          <a:xfrm xmlns:a="http://schemas.openxmlformats.org/drawingml/2006/main">
            <a:off x="1887965" y="343476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49" name="modena node 20">
            <a:extLst xmlns:a="http://schemas.openxmlformats.org/drawingml/2006/main">
              <a:ext uri="{FF2B5EF4-FFF2-40B4-BE49-F238E27FC236}">
                <a16:creationId xmlns:a16="http://schemas.microsoft.com/office/drawing/2014/main" id="{2A7F2E9B-85A4-4238-BEC2-31FDD74FEA27}"/>
              </a:ext>
            </a:extLst>
          </p:cNvPr>
          <p:cNvSpPr>
            <a:spLocks xmlns:a="http://schemas.openxmlformats.org/drawingml/2006/main" noGrp="1"/>
          </p:cNvSpPr>
          <p:nvPr/>
        </p:nvSpPr>
        <p:spPr>
          <a:xfrm xmlns:a="http://schemas.openxmlformats.org/drawingml/2006/main">
            <a:off x="1856834" y="331140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0" name="modena node 21">
            <a:extLst xmlns:a="http://schemas.openxmlformats.org/drawingml/2006/main">
              <a:ext uri="{FF2B5EF4-FFF2-40B4-BE49-F238E27FC236}">
                <a16:creationId xmlns:a16="http://schemas.microsoft.com/office/drawing/2014/main" id="{88FEC47E-BF4C-400B-9CB2-99FB791881F4}"/>
              </a:ext>
            </a:extLst>
          </p:cNvPr>
          <p:cNvSpPr>
            <a:spLocks xmlns:a="http://schemas.openxmlformats.org/drawingml/2006/main" noGrp="1"/>
          </p:cNvSpPr>
          <p:nvPr/>
        </p:nvSpPr>
        <p:spPr>
          <a:xfrm xmlns:a="http://schemas.openxmlformats.org/drawingml/2006/main">
            <a:off x="1881398" y="319625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1" name="modena node 22">
            <a:extLst xmlns:a="http://schemas.openxmlformats.org/drawingml/2006/main">
              <a:ext uri="{FF2B5EF4-FFF2-40B4-BE49-F238E27FC236}">
                <a16:creationId xmlns:a16="http://schemas.microsoft.com/office/drawing/2014/main" id="{FF7675ED-F6CC-4659-923D-F6A51E2E2B30}"/>
              </a:ext>
            </a:extLst>
          </p:cNvPr>
          <p:cNvSpPr>
            <a:spLocks xmlns:a="http://schemas.openxmlformats.org/drawingml/2006/main" noGrp="1"/>
          </p:cNvSpPr>
          <p:nvPr/>
        </p:nvSpPr>
        <p:spPr>
          <a:xfrm xmlns:a="http://schemas.openxmlformats.org/drawingml/2006/main">
            <a:off x="2035304" y="326802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2" name="modena node 23">
            <a:extLst xmlns:a="http://schemas.openxmlformats.org/drawingml/2006/main">
              <a:ext uri="{FF2B5EF4-FFF2-40B4-BE49-F238E27FC236}">
                <a16:creationId xmlns:a16="http://schemas.microsoft.com/office/drawing/2014/main" id="{B67C6A24-B571-4E02-9A25-A94A0C3C743C}"/>
              </a:ext>
            </a:extLst>
          </p:cNvPr>
          <p:cNvSpPr>
            <a:spLocks xmlns:a="http://schemas.openxmlformats.org/drawingml/2006/main" noGrp="1"/>
          </p:cNvSpPr>
          <p:nvPr/>
        </p:nvSpPr>
        <p:spPr>
          <a:xfrm xmlns:a="http://schemas.openxmlformats.org/drawingml/2006/main">
            <a:off x="2171851" y="334822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3" name="modena node 24">
            <a:extLst xmlns:a="http://schemas.openxmlformats.org/drawingml/2006/main">
              <a:ext uri="{FF2B5EF4-FFF2-40B4-BE49-F238E27FC236}">
                <a16:creationId xmlns:a16="http://schemas.microsoft.com/office/drawing/2014/main" id="{C201E50A-9247-41F5-B0C6-A88424013E16}"/>
              </a:ext>
            </a:extLst>
          </p:cNvPr>
          <p:cNvSpPr>
            <a:spLocks xmlns:a="http://schemas.openxmlformats.org/drawingml/2006/main" noGrp="1"/>
          </p:cNvSpPr>
          <p:nvPr/>
        </p:nvSpPr>
        <p:spPr>
          <a:xfrm xmlns:a="http://schemas.openxmlformats.org/drawingml/2006/main">
            <a:off x="2532370" y="331234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4" name="modena node 25">
            <a:extLst xmlns:a="http://schemas.openxmlformats.org/drawingml/2006/main">
              <a:ext uri="{FF2B5EF4-FFF2-40B4-BE49-F238E27FC236}">
                <a16:creationId xmlns:a16="http://schemas.microsoft.com/office/drawing/2014/main" id="{1B4366AB-EF52-4EA1-B6D1-2EDC27B272B8}"/>
              </a:ext>
            </a:extLst>
          </p:cNvPr>
          <p:cNvSpPr>
            <a:spLocks xmlns:a="http://schemas.openxmlformats.org/drawingml/2006/main" noGrp="1"/>
          </p:cNvSpPr>
          <p:nvPr/>
        </p:nvSpPr>
        <p:spPr>
          <a:xfrm xmlns:a="http://schemas.openxmlformats.org/drawingml/2006/main">
            <a:off x="2726318" y="329757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5" name="modena node 26">
            <a:extLst xmlns:a="http://schemas.openxmlformats.org/drawingml/2006/main">
              <a:ext uri="{FF2B5EF4-FFF2-40B4-BE49-F238E27FC236}">
                <a16:creationId xmlns:a16="http://schemas.microsoft.com/office/drawing/2014/main" id="{26CD42D1-A933-46A2-B7A5-8F8D8324966D}"/>
              </a:ext>
            </a:extLst>
          </p:cNvPr>
          <p:cNvSpPr>
            <a:spLocks xmlns:a="http://schemas.openxmlformats.org/drawingml/2006/main" noGrp="1"/>
          </p:cNvSpPr>
          <p:nvPr/>
        </p:nvSpPr>
        <p:spPr>
          <a:xfrm xmlns:a="http://schemas.openxmlformats.org/drawingml/2006/main">
            <a:off x="2871660" y="335760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6" name="modena node 27">
            <a:extLst xmlns:a="http://schemas.openxmlformats.org/drawingml/2006/main">
              <a:ext uri="{FF2B5EF4-FFF2-40B4-BE49-F238E27FC236}">
                <a16:creationId xmlns:a16="http://schemas.microsoft.com/office/drawing/2014/main" id="{2BCEEFC7-B352-4DAF-BDDC-86CB350BD914}"/>
              </a:ext>
            </a:extLst>
          </p:cNvPr>
          <p:cNvSpPr>
            <a:spLocks xmlns:a="http://schemas.openxmlformats.org/drawingml/2006/main" noGrp="1"/>
          </p:cNvSpPr>
          <p:nvPr/>
        </p:nvSpPr>
        <p:spPr>
          <a:xfrm xmlns:a="http://schemas.openxmlformats.org/drawingml/2006/main">
            <a:off x="2881041" y="333790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7" name="modena node 28">
            <a:extLst xmlns:a="http://schemas.openxmlformats.org/drawingml/2006/main">
              <a:ext uri="{FF2B5EF4-FFF2-40B4-BE49-F238E27FC236}">
                <a16:creationId xmlns:a16="http://schemas.microsoft.com/office/drawing/2014/main" id="{3EAA65C7-D4A2-4383-BDC2-BDE1A4FE6B51}"/>
              </a:ext>
            </a:extLst>
          </p:cNvPr>
          <p:cNvSpPr>
            <a:spLocks xmlns:a="http://schemas.openxmlformats.org/drawingml/2006/main" noGrp="1"/>
          </p:cNvSpPr>
          <p:nvPr/>
        </p:nvSpPr>
        <p:spPr>
          <a:xfrm xmlns:a="http://schemas.openxmlformats.org/drawingml/2006/main">
            <a:off x="2654555" y="360432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8" name="modena node 29">
            <a:extLst xmlns:a="http://schemas.openxmlformats.org/drawingml/2006/main">
              <a:ext uri="{FF2B5EF4-FFF2-40B4-BE49-F238E27FC236}">
                <a16:creationId xmlns:a16="http://schemas.microsoft.com/office/drawing/2014/main" id="{1131CE8D-0375-475E-8719-F7EB47A1A011}"/>
              </a:ext>
            </a:extLst>
          </p:cNvPr>
          <p:cNvSpPr>
            <a:spLocks xmlns:a="http://schemas.openxmlformats.org/drawingml/2006/main" noGrp="1"/>
          </p:cNvSpPr>
          <p:nvPr/>
        </p:nvSpPr>
        <p:spPr>
          <a:xfrm xmlns:a="http://schemas.openxmlformats.org/drawingml/2006/main">
            <a:off x="2859174" y="372134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59" name="modena node 30">
            <a:extLst xmlns:a="http://schemas.openxmlformats.org/drawingml/2006/main">
              <a:ext uri="{FF2B5EF4-FFF2-40B4-BE49-F238E27FC236}">
                <a16:creationId xmlns:a16="http://schemas.microsoft.com/office/drawing/2014/main" id="{6C87A9B0-61C5-4AB5-8F4F-E6E2C8BCA51D}"/>
              </a:ext>
            </a:extLst>
          </p:cNvPr>
          <p:cNvSpPr>
            <a:spLocks xmlns:a="http://schemas.openxmlformats.org/drawingml/2006/main" noGrp="1"/>
          </p:cNvSpPr>
          <p:nvPr/>
        </p:nvSpPr>
        <p:spPr>
          <a:xfrm xmlns:a="http://schemas.openxmlformats.org/drawingml/2006/main">
            <a:off x="2883855" y="373612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0" name="modena node 31">
            <a:extLst xmlns:a="http://schemas.openxmlformats.org/drawingml/2006/main">
              <a:ext uri="{FF2B5EF4-FFF2-40B4-BE49-F238E27FC236}">
                <a16:creationId xmlns:a16="http://schemas.microsoft.com/office/drawing/2014/main" id="{98A59DCA-B7F6-4DDF-9B71-F793CEBD3926}"/>
              </a:ext>
            </a:extLst>
          </p:cNvPr>
          <p:cNvSpPr>
            <a:spLocks xmlns:a="http://schemas.openxmlformats.org/drawingml/2006/main" noGrp="1"/>
          </p:cNvSpPr>
          <p:nvPr/>
        </p:nvSpPr>
        <p:spPr>
          <a:xfrm xmlns:a="http://schemas.openxmlformats.org/drawingml/2006/main">
            <a:off x="2913170" y="375465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1" name="modena node 32">
            <a:extLst xmlns:a="http://schemas.openxmlformats.org/drawingml/2006/main">
              <a:ext uri="{FF2B5EF4-FFF2-40B4-BE49-F238E27FC236}">
                <a16:creationId xmlns:a16="http://schemas.microsoft.com/office/drawing/2014/main" id="{0A2F3102-AE13-4AB9-935B-FB47C64E5AD6}"/>
              </a:ext>
            </a:extLst>
          </p:cNvPr>
          <p:cNvSpPr>
            <a:spLocks xmlns:a="http://schemas.openxmlformats.org/drawingml/2006/main" noGrp="1"/>
          </p:cNvSpPr>
          <p:nvPr/>
        </p:nvSpPr>
        <p:spPr>
          <a:xfrm xmlns:a="http://schemas.openxmlformats.org/drawingml/2006/main">
            <a:off x="2860230" y="363270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2" name="modena node 33">
            <a:extLst xmlns:a="http://schemas.openxmlformats.org/drawingml/2006/main">
              <a:ext uri="{FF2B5EF4-FFF2-40B4-BE49-F238E27FC236}">
                <a16:creationId xmlns:a16="http://schemas.microsoft.com/office/drawing/2014/main" id="{C671D5B7-5C06-45EB-A2DC-C9BAB436FACC}"/>
              </a:ext>
            </a:extLst>
          </p:cNvPr>
          <p:cNvSpPr>
            <a:spLocks xmlns:a="http://schemas.openxmlformats.org/drawingml/2006/main" noGrp="1"/>
          </p:cNvSpPr>
          <p:nvPr/>
        </p:nvSpPr>
        <p:spPr>
          <a:xfrm xmlns:a="http://schemas.openxmlformats.org/drawingml/2006/main">
            <a:off x="3146344" y="354592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3" name="modena node 34">
            <a:extLst xmlns:a="http://schemas.openxmlformats.org/drawingml/2006/main">
              <a:ext uri="{FF2B5EF4-FFF2-40B4-BE49-F238E27FC236}">
                <a16:creationId xmlns:a16="http://schemas.microsoft.com/office/drawing/2014/main" id="{17C9D314-E935-4959-BBC3-8EA1B400C154}"/>
              </a:ext>
            </a:extLst>
          </p:cNvPr>
          <p:cNvSpPr>
            <a:spLocks xmlns:a="http://schemas.openxmlformats.org/drawingml/2006/main" noGrp="1"/>
          </p:cNvSpPr>
          <p:nvPr/>
        </p:nvSpPr>
        <p:spPr>
          <a:xfrm xmlns:a="http://schemas.openxmlformats.org/drawingml/2006/main">
            <a:off x="3341873" y="354592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4" name="modena node 35">
            <a:extLst xmlns:a="http://schemas.openxmlformats.org/drawingml/2006/main">
              <a:ext uri="{FF2B5EF4-FFF2-40B4-BE49-F238E27FC236}">
                <a16:creationId xmlns:a16="http://schemas.microsoft.com/office/drawing/2014/main" id="{AABA6303-58AA-4E8C-BD0B-B9FC2F1A8530}"/>
              </a:ext>
            </a:extLst>
          </p:cNvPr>
          <p:cNvSpPr>
            <a:spLocks xmlns:a="http://schemas.openxmlformats.org/drawingml/2006/main" noGrp="1"/>
          </p:cNvSpPr>
          <p:nvPr/>
        </p:nvSpPr>
        <p:spPr>
          <a:xfrm xmlns:a="http://schemas.openxmlformats.org/drawingml/2006/main">
            <a:off x="3376409" y="359189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5" name="modena node 36">
            <a:extLst xmlns:a="http://schemas.openxmlformats.org/drawingml/2006/main">
              <a:ext uri="{FF2B5EF4-FFF2-40B4-BE49-F238E27FC236}">
                <a16:creationId xmlns:a16="http://schemas.microsoft.com/office/drawing/2014/main" id="{52E473BA-618C-4143-B5A1-74AEAFC86D39}"/>
              </a:ext>
            </a:extLst>
          </p:cNvPr>
          <p:cNvSpPr>
            <a:spLocks xmlns:a="http://schemas.openxmlformats.org/drawingml/2006/main" noGrp="1"/>
          </p:cNvSpPr>
          <p:nvPr/>
        </p:nvSpPr>
        <p:spPr>
          <a:xfrm xmlns:a="http://schemas.openxmlformats.org/drawingml/2006/main">
            <a:off x="3016711" y="311722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6" name="modena node 37">
            <a:extLst xmlns:a="http://schemas.openxmlformats.org/drawingml/2006/main">
              <a:ext uri="{FF2B5EF4-FFF2-40B4-BE49-F238E27FC236}">
                <a16:creationId xmlns:a16="http://schemas.microsoft.com/office/drawing/2014/main" id="{21D8E3EF-5146-4C6D-AD04-A9F07040D37A}"/>
              </a:ext>
            </a:extLst>
          </p:cNvPr>
          <p:cNvSpPr>
            <a:spLocks xmlns:a="http://schemas.openxmlformats.org/drawingml/2006/main" noGrp="1"/>
          </p:cNvSpPr>
          <p:nvPr/>
        </p:nvSpPr>
        <p:spPr>
          <a:xfrm xmlns:a="http://schemas.openxmlformats.org/drawingml/2006/main">
            <a:off x="3252465" y="323659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7" name="modena node 38">
            <a:extLst xmlns:a="http://schemas.openxmlformats.org/drawingml/2006/main">
              <a:ext uri="{FF2B5EF4-FFF2-40B4-BE49-F238E27FC236}">
                <a16:creationId xmlns:a16="http://schemas.microsoft.com/office/drawing/2014/main" id="{DBF33DE8-4D5B-4071-869C-CB6E8A77579B}"/>
              </a:ext>
            </a:extLst>
          </p:cNvPr>
          <p:cNvSpPr>
            <a:spLocks xmlns:a="http://schemas.openxmlformats.org/drawingml/2006/main" noGrp="1"/>
          </p:cNvSpPr>
          <p:nvPr/>
        </p:nvSpPr>
        <p:spPr>
          <a:xfrm xmlns:a="http://schemas.openxmlformats.org/drawingml/2006/main">
            <a:off x="3264833" y="290826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8" name="modena node 39">
            <a:extLst xmlns:a="http://schemas.openxmlformats.org/drawingml/2006/main">
              <a:ext uri="{FF2B5EF4-FFF2-40B4-BE49-F238E27FC236}">
                <a16:creationId xmlns:a16="http://schemas.microsoft.com/office/drawing/2014/main" id="{107E3B07-144F-490F-8FD2-3E831770B890}"/>
              </a:ext>
            </a:extLst>
          </p:cNvPr>
          <p:cNvSpPr>
            <a:spLocks xmlns:a="http://schemas.openxmlformats.org/drawingml/2006/main" noGrp="1"/>
          </p:cNvSpPr>
          <p:nvPr/>
        </p:nvSpPr>
        <p:spPr>
          <a:xfrm xmlns:a="http://schemas.openxmlformats.org/drawingml/2006/main">
            <a:off x="3263605" y="274081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69" name="modena node 40">
            <a:extLst xmlns:a="http://schemas.openxmlformats.org/drawingml/2006/main">
              <a:ext uri="{FF2B5EF4-FFF2-40B4-BE49-F238E27FC236}">
                <a16:creationId xmlns:a16="http://schemas.microsoft.com/office/drawing/2014/main" id="{91240634-F9F1-4E3C-8D5D-907C9E98DFD9}"/>
              </a:ext>
            </a:extLst>
          </p:cNvPr>
          <p:cNvSpPr>
            <a:spLocks xmlns:a="http://schemas.openxmlformats.org/drawingml/2006/main" noGrp="1"/>
          </p:cNvSpPr>
          <p:nvPr/>
        </p:nvSpPr>
        <p:spPr>
          <a:xfrm xmlns:a="http://schemas.openxmlformats.org/drawingml/2006/main">
            <a:off x="3482764" y="289185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0" name="modena node 41">
            <a:extLst xmlns:a="http://schemas.openxmlformats.org/drawingml/2006/main">
              <a:ext uri="{FF2B5EF4-FFF2-40B4-BE49-F238E27FC236}">
                <a16:creationId xmlns:a16="http://schemas.microsoft.com/office/drawing/2014/main" id="{152A0B53-0A84-4862-BA88-7731C8B1B45C}"/>
              </a:ext>
            </a:extLst>
          </p:cNvPr>
          <p:cNvSpPr>
            <a:spLocks xmlns:a="http://schemas.openxmlformats.org/drawingml/2006/main" noGrp="1"/>
          </p:cNvSpPr>
          <p:nvPr/>
        </p:nvSpPr>
        <p:spPr>
          <a:xfrm xmlns:a="http://schemas.openxmlformats.org/drawingml/2006/main">
            <a:off x="3711656" y="305671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1" name="modena node 42">
            <a:extLst xmlns:a="http://schemas.openxmlformats.org/drawingml/2006/main">
              <a:ext uri="{FF2B5EF4-FFF2-40B4-BE49-F238E27FC236}">
                <a16:creationId xmlns:a16="http://schemas.microsoft.com/office/drawing/2014/main" id="{BC4EF29F-4AF1-443C-8AAD-E2E9BDC5926C}"/>
              </a:ext>
            </a:extLst>
          </p:cNvPr>
          <p:cNvSpPr>
            <a:spLocks xmlns:a="http://schemas.openxmlformats.org/drawingml/2006/main" noGrp="1"/>
          </p:cNvSpPr>
          <p:nvPr/>
        </p:nvSpPr>
        <p:spPr>
          <a:xfrm xmlns:a="http://schemas.openxmlformats.org/drawingml/2006/main">
            <a:off x="3578504" y="323917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2" name="modena node 43">
            <a:extLst xmlns:a="http://schemas.openxmlformats.org/drawingml/2006/main">
              <a:ext uri="{FF2B5EF4-FFF2-40B4-BE49-F238E27FC236}">
                <a16:creationId xmlns:a16="http://schemas.microsoft.com/office/drawing/2014/main" id="{C1D8667C-923F-41DE-BAD7-AB2C938F9481}"/>
              </a:ext>
            </a:extLst>
          </p:cNvPr>
          <p:cNvSpPr>
            <a:spLocks xmlns:a="http://schemas.openxmlformats.org/drawingml/2006/main" noGrp="1"/>
          </p:cNvSpPr>
          <p:nvPr/>
        </p:nvSpPr>
        <p:spPr>
          <a:xfrm xmlns:a="http://schemas.openxmlformats.org/drawingml/2006/main">
            <a:off x="3458256" y="342069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3" name="modena node 44">
            <a:extLst xmlns:a="http://schemas.openxmlformats.org/drawingml/2006/main">
              <a:ext uri="{FF2B5EF4-FFF2-40B4-BE49-F238E27FC236}">
                <a16:creationId xmlns:a16="http://schemas.microsoft.com/office/drawing/2014/main" id="{045C43F1-BD6D-469A-930E-CE05DC316D8C}"/>
              </a:ext>
            </a:extLst>
          </p:cNvPr>
          <p:cNvSpPr>
            <a:spLocks xmlns:a="http://schemas.openxmlformats.org/drawingml/2006/main" noGrp="1"/>
          </p:cNvSpPr>
          <p:nvPr/>
        </p:nvSpPr>
        <p:spPr>
          <a:xfrm xmlns:a="http://schemas.openxmlformats.org/drawingml/2006/main">
            <a:off x="3417215" y="347979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4" name="modena node 45">
            <a:extLst xmlns:a="http://schemas.openxmlformats.org/drawingml/2006/main">
              <a:ext uri="{FF2B5EF4-FFF2-40B4-BE49-F238E27FC236}">
                <a16:creationId xmlns:a16="http://schemas.microsoft.com/office/drawing/2014/main" id="{11A5BF90-65FC-4911-B3B4-F690652C21B6}"/>
              </a:ext>
            </a:extLst>
          </p:cNvPr>
          <p:cNvSpPr>
            <a:spLocks xmlns:a="http://schemas.openxmlformats.org/drawingml/2006/main" noGrp="1"/>
          </p:cNvSpPr>
          <p:nvPr/>
        </p:nvSpPr>
        <p:spPr>
          <a:xfrm xmlns:a="http://schemas.openxmlformats.org/drawingml/2006/main">
            <a:off x="3454912" y="349949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5" name="modena node 46">
            <a:extLst xmlns:a="http://schemas.openxmlformats.org/drawingml/2006/main">
              <a:ext uri="{FF2B5EF4-FFF2-40B4-BE49-F238E27FC236}">
                <a16:creationId xmlns:a16="http://schemas.microsoft.com/office/drawing/2014/main" id="{7269C670-07C8-4B5F-AA36-FD0F45B13153}"/>
              </a:ext>
            </a:extLst>
          </p:cNvPr>
          <p:cNvSpPr>
            <a:spLocks xmlns:a="http://schemas.openxmlformats.org/drawingml/2006/main" noGrp="1"/>
          </p:cNvSpPr>
          <p:nvPr/>
        </p:nvSpPr>
        <p:spPr>
          <a:xfrm xmlns:a="http://schemas.openxmlformats.org/drawingml/2006/main">
            <a:off x="3535118" y="353279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6" name="modena node 47">
            <a:extLst xmlns:a="http://schemas.openxmlformats.org/drawingml/2006/main">
              <a:ext uri="{FF2B5EF4-FFF2-40B4-BE49-F238E27FC236}">
                <a16:creationId xmlns:a16="http://schemas.microsoft.com/office/drawing/2014/main" id="{31147771-51CF-4A80-8D77-2FE2768A6CCB}"/>
              </a:ext>
            </a:extLst>
          </p:cNvPr>
          <p:cNvSpPr>
            <a:spLocks xmlns:a="http://schemas.openxmlformats.org/drawingml/2006/main" noGrp="1"/>
          </p:cNvSpPr>
          <p:nvPr/>
        </p:nvSpPr>
        <p:spPr>
          <a:xfrm xmlns:a="http://schemas.openxmlformats.org/drawingml/2006/main">
            <a:off x="3407891" y="355038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7" name="modena node 48">
            <a:extLst xmlns:a="http://schemas.openxmlformats.org/drawingml/2006/main">
              <a:ext uri="{FF2B5EF4-FFF2-40B4-BE49-F238E27FC236}">
                <a16:creationId xmlns:a16="http://schemas.microsoft.com/office/drawing/2014/main" id="{A889BC89-6234-4654-A53B-EC540FEFBE87}"/>
              </a:ext>
            </a:extLst>
          </p:cNvPr>
          <p:cNvSpPr>
            <a:spLocks xmlns:a="http://schemas.openxmlformats.org/drawingml/2006/main" noGrp="1"/>
          </p:cNvSpPr>
          <p:nvPr/>
        </p:nvSpPr>
        <p:spPr>
          <a:xfrm xmlns:a="http://schemas.openxmlformats.org/drawingml/2006/main">
            <a:off x="3418271" y="355882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8" name="modena node 49">
            <a:extLst xmlns:a="http://schemas.openxmlformats.org/drawingml/2006/main">
              <a:ext uri="{FF2B5EF4-FFF2-40B4-BE49-F238E27FC236}">
                <a16:creationId xmlns:a16="http://schemas.microsoft.com/office/drawing/2014/main" id="{F70A8014-CF15-4C48-AC13-909A5FB1F6EF}"/>
              </a:ext>
            </a:extLst>
          </p:cNvPr>
          <p:cNvSpPr>
            <a:spLocks xmlns:a="http://schemas.openxmlformats.org/drawingml/2006/main" noGrp="1"/>
          </p:cNvSpPr>
          <p:nvPr/>
        </p:nvSpPr>
        <p:spPr>
          <a:xfrm xmlns:a="http://schemas.openxmlformats.org/drawingml/2006/main">
            <a:off x="3884145" y="316272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79" name="modena node 50">
            <a:extLst xmlns:a="http://schemas.openxmlformats.org/drawingml/2006/main">
              <a:ext uri="{FF2B5EF4-FFF2-40B4-BE49-F238E27FC236}">
                <a16:creationId xmlns:a16="http://schemas.microsoft.com/office/drawing/2014/main" id="{8A390B4A-F97C-4F93-889C-910ACC50ADA4}"/>
              </a:ext>
            </a:extLst>
          </p:cNvPr>
          <p:cNvSpPr>
            <a:spLocks xmlns:a="http://schemas.openxmlformats.org/drawingml/2006/main" noGrp="1"/>
          </p:cNvSpPr>
          <p:nvPr/>
        </p:nvSpPr>
        <p:spPr>
          <a:xfrm xmlns:a="http://schemas.openxmlformats.org/drawingml/2006/main">
            <a:off x="3670615" y="351239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0" name="modena node 51">
            <a:extLst xmlns:a="http://schemas.openxmlformats.org/drawingml/2006/main">
              <a:ext uri="{FF2B5EF4-FFF2-40B4-BE49-F238E27FC236}">
                <a16:creationId xmlns:a16="http://schemas.microsoft.com/office/drawing/2014/main" id="{46EFD8A0-9C51-4DED-B96A-CD0B4F1D8949}"/>
              </a:ext>
            </a:extLst>
          </p:cNvPr>
          <p:cNvSpPr>
            <a:spLocks xmlns:a="http://schemas.openxmlformats.org/drawingml/2006/main" noGrp="1"/>
          </p:cNvSpPr>
          <p:nvPr/>
        </p:nvSpPr>
        <p:spPr>
          <a:xfrm xmlns:a="http://schemas.openxmlformats.org/drawingml/2006/main">
            <a:off x="3793972" y="348823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1" name="modena node 52">
            <a:extLst xmlns:a="http://schemas.openxmlformats.org/drawingml/2006/main">
              <a:ext uri="{FF2B5EF4-FFF2-40B4-BE49-F238E27FC236}">
                <a16:creationId xmlns:a16="http://schemas.microsoft.com/office/drawing/2014/main" id="{5A6D88B8-3A2C-428F-9724-B6B4310A7ACA}"/>
              </a:ext>
            </a:extLst>
          </p:cNvPr>
          <p:cNvSpPr>
            <a:spLocks xmlns:a="http://schemas.openxmlformats.org/drawingml/2006/main" noGrp="1"/>
          </p:cNvSpPr>
          <p:nvPr/>
        </p:nvSpPr>
        <p:spPr>
          <a:xfrm xmlns:a="http://schemas.openxmlformats.org/drawingml/2006/main">
            <a:off x="3804465" y="347346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2" name="modena node 53">
            <a:extLst xmlns:a="http://schemas.openxmlformats.org/drawingml/2006/main">
              <a:ext uri="{FF2B5EF4-FFF2-40B4-BE49-F238E27FC236}">
                <a16:creationId xmlns:a16="http://schemas.microsoft.com/office/drawing/2014/main" id="{7CF2F2EE-3CE6-4401-9713-7B7287D047BD}"/>
              </a:ext>
            </a:extLst>
          </p:cNvPr>
          <p:cNvSpPr>
            <a:spLocks xmlns:a="http://schemas.openxmlformats.org/drawingml/2006/main" noGrp="1"/>
          </p:cNvSpPr>
          <p:nvPr/>
        </p:nvSpPr>
        <p:spPr>
          <a:xfrm xmlns:a="http://schemas.openxmlformats.org/drawingml/2006/main">
            <a:off x="2443721" y="428865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3" name="modena node 54">
            <a:extLst xmlns:a="http://schemas.openxmlformats.org/drawingml/2006/main">
              <a:ext uri="{FF2B5EF4-FFF2-40B4-BE49-F238E27FC236}">
                <a16:creationId xmlns:a16="http://schemas.microsoft.com/office/drawing/2014/main" id="{2CF49748-DA77-45E2-9057-E9324E09E6D8}"/>
              </a:ext>
            </a:extLst>
          </p:cNvPr>
          <p:cNvSpPr>
            <a:spLocks xmlns:a="http://schemas.openxmlformats.org/drawingml/2006/main" noGrp="1"/>
          </p:cNvSpPr>
          <p:nvPr/>
        </p:nvSpPr>
        <p:spPr>
          <a:xfrm xmlns:a="http://schemas.openxmlformats.org/drawingml/2006/main">
            <a:off x="2330800" y="391388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4" name="modena node 55">
            <a:extLst xmlns:a="http://schemas.openxmlformats.org/drawingml/2006/main">
              <a:ext uri="{FF2B5EF4-FFF2-40B4-BE49-F238E27FC236}">
                <a16:creationId xmlns:a16="http://schemas.microsoft.com/office/drawing/2014/main" id="{CE1A0C6A-38E6-4BBE-9EA3-2C598B97EC3A}"/>
              </a:ext>
            </a:extLst>
          </p:cNvPr>
          <p:cNvSpPr>
            <a:spLocks xmlns:a="http://schemas.openxmlformats.org/drawingml/2006/main" noGrp="1"/>
          </p:cNvSpPr>
          <p:nvPr/>
        </p:nvSpPr>
        <p:spPr>
          <a:xfrm xmlns:a="http://schemas.openxmlformats.org/drawingml/2006/main">
            <a:off x="2436451" y="399667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5" name="modena node 56">
            <a:extLst xmlns:a="http://schemas.openxmlformats.org/drawingml/2006/main">
              <a:ext uri="{FF2B5EF4-FFF2-40B4-BE49-F238E27FC236}">
                <a16:creationId xmlns:a16="http://schemas.microsoft.com/office/drawing/2014/main" id="{0917FBD4-50F1-4D34-823C-980090E42048}"/>
              </a:ext>
            </a:extLst>
          </p:cNvPr>
          <p:cNvSpPr>
            <a:spLocks xmlns:a="http://schemas.openxmlformats.org/drawingml/2006/main" noGrp="1"/>
          </p:cNvSpPr>
          <p:nvPr/>
        </p:nvSpPr>
        <p:spPr>
          <a:xfrm xmlns:a="http://schemas.openxmlformats.org/drawingml/2006/main">
            <a:off x="2539462" y="410760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6" name="modena node 57">
            <a:extLst xmlns:a="http://schemas.openxmlformats.org/drawingml/2006/main">
              <a:ext uri="{FF2B5EF4-FFF2-40B4-BE49-F238E27FC236}">
                <a16:creationId xmlns:a16="http://schemas.microsoft.com/office/drawing/2014/main" id="{A226BA64-389C-4908-92B4-4EE7D4CF0F3A}"/>
              </a:ext>
            </a:extLst>
          </p:cNvPr>
          <p:cNvSpPr>
            <a:spLocks xmlns:a="http://schemas.openxmlformats.org/drawingml/2006/main" noGrp="1"/>
          </p:cNvSpPr>
          <p:nvPr/>
        </p:nvSpPr>
        <p:spPr>
          <a:xfrm xmlns:a="http://schemas.openxmlformats.org/drawingml/2006/main">
            <a:off x="2622834" y="420000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7" name="modena node 58">
            <a:extLst xmlns:a="http://schemas.openxmlformats.org/drawingml/2006/main">
              <a:ext uri="{FF2B5EF4-FFF2-40B4-BE49-F238E27FC236}">
                <a16:creationId xmlns:a16="http://schemas.microsoft.com/office/drawing/2014/main" id="{C14A18C4-1EA0-427A-B7B3-84CCAF0D2B6A}"/>
              </a:ext>
            </a:extLst>
          </p:cNvPr>
          <p:cNvSpPr>
            <a:spLocks xmlns:a="http://schemas.openxmlformats.org/drawingml/2006/main" noGrp="1"/>
          </p:cNvSpPr>
          <p:nvPr/>
        </p:nvSpPr>
        <p:spPr>
          <a:xfrm xmlns:a="http://schemas.openxmlformats.org/drawingml/2006/main">
            <a:off x="2657721" y="418452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8" name="modena node 59">
            <a:extLst xmlns:a="http://schemas.openxmlformats.org/drawingml/2006/main">
              <a:ext uri="{FF2B5EF4-FFF2-40B4-BE49-F238E27FC236}">
                <a16:creationId xmlns:a16="http://schemas.microsoft.com/office/drawing/2014/main" id="{1AA466FB-8581-4C37-A909-C16C5807AF21}"/>
              </a:ext>
            </a:extLst>
          </p:cNvPr>
          <p:cNvSpPr>
            <a:spLocks xmlns:a="http://schemas.openxmlformats.org/drawingml/2006/main" noGrp="1"/>
          </p:cNvSpPr>
          <p:nvPr/>
        </p:nvSpPr>
        <p:spPr>
          <a:xfrm xmlns:a="http://schemas.openxmlformats.org/drawingml/2006/main">
            <a:off x="2893940" y="407946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89" name="modena node 60">
            <a:extLst xmlns:a="http://schemas.openxmlformats.org/drawingml/2006/main">
              <a:ext uri="{FF2B5EF4-FFF2-40B4-BE49-F238E27FC236}">
                <a16:creationId xmlns:a16="http://schemas.microsoft.com/office/drawing/2014/main" id="{4FE9C17C-5EFF-419C-B21A-E93B3E033C51}"/>
              </a:ext>
            </a:extLst>
          </p:cNvPr>
          <p:cNvSpPr>
            <a:spLocks xmlns:a="http://schemas.openxmlformats.org/drawingml/2006/main" noGrp="1"/>
          </p:cNvSpPr>
          <p:nvPr/>
        </p:nvSpPr>
        <p:spPr>
          <a:xfrm xmlns:a="http://schemas.openxmlformats.org/drawingml/2006/main">
            <a:off x="2766890" y="438855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0" name="modena node 61">
            <a:extLst xmlns:a="http://schemas.openxmlformats.org/drawingml/2006/main">
              <a:ext uri="{FF2B5EF4-FFF2-40B4-BE49-F238E27FC236}">
                <a16:creationId xmlns:a16="http://schemas.microsoft.com/office/drawing/2014/main" id="{D8BE09CF-504E-4C60-AFDC-E3BDFFF37033}"/>
              </a:ext>
            </a:extLst>
          </p:cNvPr>
          <p:cNvSpPr>
            <a:spLocks xmlns:a="http://schemas.openxmlformats.org/drawingml/2006/main" noGrp="1"/>
          </p:cNvSpPr>
          <p:nvPr/>
        </p:nvSpPr>
        <p:spPr>
          <a:xfrm xmlns:a="http://schemas.openxmlformats.org/drawingml/2006/main">
            <a:off x="2903555" y="428935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1" name="modena node 62">
            <a:extLst xmlns:a="http://schemas.openxmlformats.org/drawingml/2006/main">
              <a:ext uri="{FF2B5EF4-FFF2-40B4-BE49-F238E27FC236}">
                <a16:creationId xmlns:a16="http://schemas.microsoft.com/office/drawing/2014/main" id="{509302FC-8CCB-4779-8D8E-0847E9C6DDFA}"/>
              </a:ext>
            </a:extLst>
          </p:cNvPr>
          <p:cNvSpPr>
            <a:spLocks xmlns:a="http://schemas.openxmlformats.org/drawingml/2006/main" noGrp="1"/>
          </p:cNvSpPr>
          <p:nvPr/>
        </p:nvSpPr>
        <p:spPr>
          <a:xfrm xmlns:a="http://schemas.openxmlformats.org/drawingml/2006/main">
            <a:off x="3011903" y="433649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2" name="modena node 63">
            <a:extLst xmlns:a="http://schemas.openxmlformats.org/drawingml/2006/main">
              <a:ext uri="{FF2B5EF4-FFF2-40B4-BE49-F238E27FC236}">
                <a16:creationId xmlns:a16="http://schemas.microsoft.com/office/drawing/2014/main" id="{CE24F8F6-6060-4DB5-B6BE-D912A54DB046}"/>
              </a:ext>
            </a:extLst>
          </p:cNvPr>
          <p:cNvSpPr>
            <a:spLocks xmlns:a="http://schemas.openxmlformats.org/drawingml/2006/main" noGrp="1"/>
          </p:cNvSpPr>
          <p:nvPr/>
        </p:nvSpPr>
        <p:spPr>
          <a:xfrm xmlns:a="http://schemas.openxmlformats.org/drawingml/2006/main">
            <a:off x="2440204" y="441505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3" name="modena node 64">
            <a:extLst xmlns:a="http://schemas.openxmlformats.org/drawingml/2006/main">
              <a:ext uri="{FF2B5EF4-FFF2-40B4-BE49-F238E27FC236}">
                <a16:creationId xmlns:a16="http://schemas.microsoft.com/office/drawing/2014/main" id="{BAD59428-BC09-4141-BA43-2334C5D0A976}"/>
              </a:ext>
            </a:extLst>
          </p:cNvPr>
          <p:cNvSpPr>
            <a:spLocks xmlns:a="http://schemas.openxmlformats.org/drawingml/2006/main" noGrp="1"/>
          </p:cNvSpPr>
          <p:nvPr/>
        </p:nvSpPr>
        <p:spPr>
          <a:xfrm xmlns:a="http://schemas.openxmlformats.org/drawingml/2006/main">
            <a:off x="2375884" y="454076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4" name="modena node 65">
            <a:extLst xmlns:a="http://schemas.openxmlformats.org/drawingml/2006/main">
              <a:ext uri="{FF2B5EF4-FFF2-40B4-BE49-F238E27FC236}">
                <a16:creationId xmlns:a16="http://schemas.microsoft.com/office/drawing/2014/main" id="{6FC5D31B-0E71-499E-B6F2-320DC7363F02}"/>
              </a:ext>
            </a:extLst>
          </p:cNvPr>
          <p:cNvSpPr>
            <a:spLocks xmlns:a="http://schemas.openxmlformats.org/drawingml/2006/main" noGrp="1"/>
          </p:cNvSpPr>
          <p:nvPr/>
        </p:nvSpPr>
        <p:spPr>
          <a:xfrm xmlns:a="http://schemas.openxmlformats.org/drawingml/2006/main">
            <a:off x="2423140" y="454944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5" name="modena node 66">
            <a:extLst xmlns:a="http://schemas.openxmlformats.org/drawingml/2006/main">
              <a:ext uri="{FF2B5EF4-FFF2-40B4-BE49-F238E27FC236}">
                <a16:creationId xmlns:a16="http://schemas.microsoft.com/office/drawing/2014/main" id="{920F98C8-97EE-4DBB-A22E-45B718BF3D87}"/>
              </a:ext>
            </a:extLst>
          </p:cNvPr>
          <p:cNvSpPr>
            <a:spLocks xmlns:a="http://schemas.openxmlformats.org/drawingml/2006/main" noGrp="1"/>
          </p:cNvSpPr>
          <p:nvPr/>
        </p:nvSpPr>
        <p:spPr>
          <a:xfrm xmlns:a="http://schemas.openxmlformats.org/drawingml/2006/main">
            <a:off x="2407544" y="464184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6" name="modena node 67">
            <a:extLst xmlns:a="http://schemas.openxmlformats.org/drawingml/2006/main">
              <a:ext uri="{FF2B5EF4-FFF2-40B4-BE49-F238E27FC236}">
                <a16:creationId xmlns:a16="http://schemas.microsoft.com/office/drawing/2014/main" id="{B78FA416-31F7-4007-B4FE-C72308C35E1E}"/>
              </a:ext>
            </a:extLst>
          </p:cNvPr>
          <p:cNvSpPr>
            <a:spLocks xmlns:a="http://schemas.openxmlformats.org/drawingml/2006/main" noGrp="1"/>
          </p:cNvSpPr>
          <p:nvPr/>
        </p:nvSpPr>
        <p:spPr>
          <a:xfrm xmlns:a="http://schemas.openxmlformats.org/drawingml/2006/main">
            <a:off x="2368497" y="470633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7" name="modena node 68">
            <a:extLst xmlns:a="http://schemas.openxmlformats.org/drawingml/2006/main">
              <a:ext uri="{FF2B5EF4-FFF2-40B4-BE49-F238E27FC236}">
                <a16:creationId xmlns:a16="http://schemas.microsoft.com/office/drawing/2014/main" id="{3D926A2A-B354-4618-9700-2A90200FE306}"/>
              </a:ext>
            </a:extLst>
          </p:cNvPr>
          <p:cNvSpPr>
            <a:spLocks xmlns:a="http://schemas.openxmlformats.org/drawingml/2006/main" noGrp="1"/>
          </p:cNvSpPr>
          <p:nvPr/>
        </p:nvSpPr>
        <p:spPr>
          <a:xfrm xmlns:a="http://schemas.openxmlformats.org/drawingml/2006/main">
            <a:off x="2348975" y="473963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8" name="modena node 69">
            <a:extLst xmlns:a="http://schemas.openxmlformats.org/drawingml/2006/main">
              <a:ext uri="{FF2B5EF4-FFF2-40B4-BE49-F238E27FC236}">
                <a16:creationId xmlns:a16="http://schemas.microsoft.com/office/drawing/2014/main" id="{964AC9E4-67D3-47C7-A1A2-38F7318F426B}"/>
              </a:ext>
            </a:extLst>
          </p:cNvPr>
          <p:cNvSpPr>
            <a:spLocks xmlns:a="http://schemas.openxmlformats.org/drawingml/2006/main" noGrp="1"/>
          </p:cNvSpPr>
          <p:nvPr/>
        </p:nvSpPr>
        <p:spPr>
          <a:xfrm xmlns:a="http://schemas.openxmlformats.org/drawingml/2006/main">
            <a:off x="2266307" y="472017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399" name="modena node 70">
            <a:extLst xmlns:a="http://schemas.openxmlformats.org/drawingml/2006/main">
              <a:ext uri="{FF2B5EF4-FFF2-40B4-BE49-F238E27FC236}">
                <a16:creationId xmlns:a16="http://schemas.microsoft.com/office/drawing/2014/main" id="{C2D6E51E-CD81-4D19-8D9F-4179A5ED0202}"/>
              </a:ext>
            </a:extLst>
          </p:cNvPr>
          <p:cNvSpPr>
            <a:spLocks xmlns:a="http://schemas.openxmlformats.org/drawingml/2006/main" noGrp="1"/>
          </p:cNvSpPr>
          <p:nvPr/>
        </p:nvSpPr>
        <p:spPr>
          <a:xfrm xmlns:a="http://schemas.openxmlformats.org/drawingml/2006/main">
            <a:off x="2185571" y="467279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0" name="modena node 71">
            <a:extLst xmlns:a="http://schemas.openxmlformats.org/drawingml/2006/main">
              <a:ext uri="{FF2B5EF4-FFF2-40B4-BE49-F238E27FC236}">
                <a16:creationId xmlns:a16="http://schemas.microsoft.com/office/drawing/2014/main" id="{21D45E0B-3F2F-4654-9B6D-B4901CB3D55A}"/>
              </a:ext>
            </a:extLst>
          </p:cNvPr>
          <p:cNvSpPr>
            <a:spLocks xmlns:a="http://schemas.openxmlformats.org/drawingml/2006/main" noGrp="1"/>
          </p:cNvSpPr>
          <p:nvPr/>
        </p:nvSpPr>
        <p:spPr>
          <a:xfrm xmlns:a="http://schemas.openxmlformats.org/drawingml/2006/main">
            <a:off x="2159305" y="471477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1" name="modena node 72">
            <a:extLst xmlns:a="http://schemas.openxmlformats.org/drawingml/2006/main">
              <a:ext uri="{FF2B5EF4-FFF2-40B4-BE49-F238E27FC236}">
                <a16:creationId xmlns:a16="http://schemas.microsoft.com/office/drawing/2014/main" id="{751E4F42-E427-4E87-BCA7-3057AC3D21DF}"/>
              </a:ext>
            </a:extLst>
          </p:cNvPr>
          <p:cNvSpPr>
            <a:spLocks xmlns:a="http://schemas.openxmlformats.org/drawingml/2006/main" noGrp="1"/>
          </p:cNvSpPr>
          <p:nvPr/>
        </p:nvSpPr>
        <p:spPr>
          <a:xfrm xmlns:a="http://schemas.openxmlformats.org/drawingml/2006/main">
            <a:off x="2113165" y="468851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2" name="modena node 73">
            <a:extLst xmlns:a="http://schemas.openxmlformats.org/drawingml/2006/main">
              <a:ext uri="{FF2B5EF4-FFF2-40B4-BE49-F238E27FC236}">
                <a16:creationId xmlns:a16="http://schemas.microsoft.com/office/drawing/2014/main" id="{7DC879DC-A1E1-4CDB-9955-E02A14E9BF39}"/>
              </a:ext>
            </a:extLst>
          </p:cNvPr>
          <p:cNvSpPr>
            <a:spLocks xmlns:a="http://schemas.openxmlformats.org/drawingml/2006/main" noGrp="1"/>
          </p:cNvSpPr>
          <p:nvPr/>
        </p:nvSpPr>
        <p:spPr>
          <a:xfrm xmlns:a="http://schemas.openxmlformats.org/drawingml/2006/main">
            <a:off x="2101791" y="471970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3" name="modena node 74">
            <a:extLst xmlns:a="http://schemas.openxmlformats.org/drawingml/2006/main">
              <a:ext uri="{FF2B5EF4-FFF2-40B4-BE49-F238E27FC236}">
                <a16:creationId xmlns:a16="http://schemas.microsoft.com/office/drawing/2014/main" id="{CA775C53-BC42-4842-A758-ED705F07A17D}"/>
              </a:ext>
            </a:extLst>
          </p:cNvPr>
          <p:cNvSpPr>
            <a:spLocks xmlns:a="http://schemas.openxmlformats.org/drawingml/2006/main" noGrp="1"/>
          </p:cNvSpPr>
          <p:nvPr/>
        </p:nvSpPr>
        <p:spPr>
          <a:xfrm xmlns:a="http://schemas.openxmlformats.org/drawingml/2006/main">
            <a:off x="1997837" y="467303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4" name="modena node 75">
            <a:extLst xmlns:a="http://schemas.openxmlformats.org/drawingml/2006/main">
              <a:ext uri="{FF2B5EF4-FFF2-40B4-BE49-F238E27FC236}">
                <a16:creationId xmlns:a16="http://schemas.microsoft.com/office/drawing/2014/main" id="{EA27C21C-BF25-42A5-A69E-C82F313C3F77}"/>
              </a:ext>
            </a:extLst>
          </p:cNvPr>
          <p:cNvSpPr>
            <a:spLocks xmlns:a="http://schemas.openxmlformats.org/drawingml/2006/main" noGrp="1"/>
          </p:cNvSpPr>
          <p:nvPr/>
        </p:nvSpPr>
        <p:spPr>
          <a:xfrm xmlns:a="http://schemas.openxmlformats.org/drawingml/2006/main">
            <a:off x="2003818" y="465731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5" name="modena node 76">
            <a:extLst xmlns:a="http://schemas.openxmlformats.org/drawingml/2006/main">
              <a:ext uri="{FF2B5EF4-FFF2-40B4-BE49-F238E27FC236}">
                <a16:creationId xmlns:a16="http://schemas.microsoft.com/office/drawing/2014/main" id="{8447D646-62DC-4065-A2F7-1D5DFF56E897}"/>
              </a:ext>
            </a:extLst>
          </p:cNvPr>
          <p:cNvSpPr>
            <a:spLocks xmlns:a="http://schemas.openxmlformats.org/drawingml/2006/main" noGrp="1"/>
          </p:cNvSpPr>
          <p:nvPr/>
        </p:nvSpPr>
        <p:spPr>
          <a:xfrm xmlns:a="http://schemas.openxmlformats.org/drawingml/2006/main">
            <a:off x="1918218" y="457805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6" name="modena node 77">
            <a:extLst xmlns:a="http://schemas.openxmlformats.org/drawingml/2006/main">
              <a:ext uri="{FF2B5EF4-FFF2-40B4-BE49-F238E27FC236}">
                <a16:creationId xmlns:a16="http://schemas.microsoft.com/office/drawing/2014/main" id="{3205D559-E831-41F3-A228-3EDC9060C5BD}"/>
              </a:ext>
            </a:extLst>
          </p:cNvPr>
          <p:cNvSpPr>
            <a:spLocks xmlns:a="http://schemas.openxmlformats.org/drawingml/2006/main" noGrp="1"/>
          </p:cNvSpPr>
          <p:nvPr/>
        </p:nvSpPr>
        <p:spPr>
          <a:xfrm xmlns:a="http://schemas.openxmlformats.org/drawingml/2006/main">
            <a:off x="1886736" y="443757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7" name="modena node 78">
            <a:extLst xmlns:a="http://schemas.openxmlformats.org/drawingml/2006/main">
              <a:ext uri="{FF2B5EF4-FFF2-40B4-BE49-F238E27FC236}">
                <a16:creationId xmlns:a16="http://schemas.microsoft.com/office/drawing/2014/main" id="{EF5A811F-BD5F-4D13-A9E6-1842A93A130B}"/>
              </a:ext>
            </a:extLst>
          </p:cNvPr>
          <p:cNvSpPr>
            <a:spLocks xmlns:a="http://schemas.openxmlformats.org/drawingml/2006/main" noGrp="1"/>
          </p:cNvSpPr>
          <p:nvPr/>
        </p:nvSpPr>
        <p:spPr>
          <a:xfrm xmlns:a="http://schemas.openxmlformats.org/drawingml/2006/main">
            <a:off x="2480715" y="477246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8" name="modena node 79">
            <a:extLst xmlns:a="http://schemas.openxmlformats.org/drawingml/2006/main">
              <a:ext uri="{FF2B5EF4-FFF2-40B4-BE49-F238E27FC236}">
                <a16:creationId xmlns:a16="http://schemas.microsoft.com/office/drawing/2014/main" id="{7DD76016-4019-42F3-972A-BFD7F3EDC06B}"/>
              </a:ext>
            </a:extLst>
          </p:cNvPr>
          <p:cNvSpPr>
            <a:spLocks xmlns:a="http://schemas.openxmlformats.org/drawingml/2006/main" noGrp="1"/>
          </p:cNvSpPr>
          <p:nvPr/>
        </p:nvSpPr>
        <p:spPr>
          <a:xfrm xmlns:a="http://schemas.openxmlformats.org/drawingml/2006/main">
            <a:off x="2812036" y="480788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09" name="modena node 80">
            <a:extLst xmlns:a="http://schemas.openxmlformats.org/drawingml/2006/main">
              <a:ext uri="{FF2B5EF4-FFF2-40B4-BE49-F238E27FC236}">
                <a16:creationId xmlns:a16="http://schemas.microsoft.com/office/drawing/2014/main" id="{FB01BE7D-9217-41D8-A1A0-7F89E148F3A1}"/>
              </a:ext>
            </a:extLst>
          </p:cNvPr>
          <p:cNvSpPr>
            <a:spLocks xmlns:a="http://schemas.openxmlformats.org/drawingml/2006/main" noGrp="1"/>
          </p:cNvSpPr>
          <p:nvPr/>
        </p:nvSpPr>
        <p:spPr>
          <a:xfrm xmlns:a="http://schemas.openxmlformats.org/drawingml/2006/main">
            <a:off x="2934103" y="461229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0" name="modena node 81">
            <a:extLst xmlns:a="http://schemas.openxmlformats.org/drawingml/2006/main">
              <a:ext uri="{FF2B5EF4-FFF2-40B4-BE49-F238E27FC236}">
                <a16:creationId xmlns:a16="http://schemas.microsoft.com/office/drawing/2014/main" id="{38008600-C906-4B0E-9D72-79DFC4C64100}"/>
              </a:ext>
            </a:extLst>
          </p:cNvPr>
          <p:cNvSpPr>
            <a:spLocks xmlns:a="http://schemas.openxmlformats.org/drawingml/2006/main" noGrp="1"/>
          </p:cNvSpPr>
          <p:nvPr/>
        </p:nvSpPr>
        <p:spPr>
          <a:xfrm xmlns:a="http://schemas.openxmlformats.org/drawingml/2006/main">
            <a:off x="2924075" y="463339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1" name="modena node 82">
            <a:extLst xmlns:a="http://schemas.openxmlformats.org/drawingml/2006/main">
              <a:ext uri="{FF2B5EF4-FFF2-40B4-BE49-F238E27FC236}">
                <a16:creationId xmlns:a16="http://schemas.microsoft.com/office/drawing/2014/main" id="{64F97F2D-C3BA-4011-99BE-E673A104D98D}"/>
              </a:ext>
            </a:extLst>
          </p:cNvPr>
          <p:cNvSpPr>
            <a:spLocks xmlns:a="http://schemas.openxmlformats.org/drawingml/2006/main" noGrp="1"/>
          </p:cNvSpPr>
          <p:nvPr/>
        </p:nvSpPr>
        <p:spPr>
          <a:xfrm xmlns:a="http://schemas.openxmlformats.org/drawingml/2006/main">
            <a:off x="2878639" y="472110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2" name="modena node 83">
            <a:extLst xmlns:a="http://schemas.openxmlformats.org/drawingml/2006/main">
              <a:ext uri="{FF2B5EF4-FFF2-40B4-BE49-F238E27FC236}">
                <a16:creationId xmlns:a16="http://schemas.microsoft.com/office/drawing/2014/main" id="{C661BAEA-A259-4E64-A4DB-71640A0FF575}"/>
              </a:ext>
            </a:extLst>
          </p:cNvPr>
          <p:cNvSpPr>
            <a:spLocks xmlns:a="http://schemas.openxmlformats.org/drawingml/2006/main" noGrp="1"/>
          </p:cNvSpPr>
          <p:nvPr/>
        </p:nvSpPr>
        <p:spPr>
          <a:xfrm xmlns:a="http://schemas.openxmlformats.org/drawingml/2006/main">
            <a:off x="2973090" y="448682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3" name="modena node 84">
            <a:extLst xmlns:a="http://schemas.openxmlformats.org/drawingml/2006/main">
              <a:ext uri="{FF2B5EF4-FFF2-40B4-BE49-F238E27FC236}">
                <a16:creationId xmlns:a16="http://schemas.microsoft.com/office/drawing/2014/main" id="{37ABE2E0-335C-4323-A459-C634A5E47EDF}"/>
              </a:ext>
            </a:extLst>
          </p:cNvPr>
          <p:cNvSpPr>
            <a:spLocks xmlns:a="http://schemas.openxmlformats.org/drawingml/2006/main" noGrp="1"/>
          </p:cNvSpPr>
          <p:nvPr/>
        </p:nvSpPr>
        <p:spPr>
          <a:xfrm xmlns:a="http://schemas.openxmlformats.org/drawingml/2006/main">
            <a:off x="3083197" y="454850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4" name="modena node 85">
            <a:extLst xmlns:a="http://schemas.openxmlformats.org/drawingml/2006/main">
              <a:ext uri="{FF2B5EF4-FFF2-40B4-BE49-F238E27FC236}">
                <a16:creationId xmlns:a16="http://schemas.microsoft.com/office/drawing/2014/main" id="{F312E200-717F-430F-BD6A-49AADC6C6497}"/>
              </a:ext>
            </a:extLst>
          </p:cNvPr>
          <p:cNvSpPr>
            <a:spLocks xmlns:a="http://schemas.openxmlformats.org/drawingml/2006/main" noGrp="1"/>
          </p:cNvSpPr>
          <p:nvPr/>
        </p:nvSpPr>
        <p:spPr>
          <a:xfrm xmlns:a="http://schemas.openxmlformats.org/drawingml/2006/main">
            <a:off x="3176888" y="451590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5" name="modena node 86">
            <a:extLst xmlns:a="http://schemas.openxmlformats.org/drawingml/2006/main">
              <a:ext uri="{FF2B5EF4-FFF2-40B4-BE49-F238E27FC236}">
                <a16:creationId xmlns:a16="http://schemas.microsoft.com/office/drawing/2014/main" id="{01EB50E0-7A0D-440D-B167-E2345996EC79}"/>
              </a:ext>
            </a:extLst>
          </p:cNvPr>
          <p:cNvSpPr>
            <a:spLocks xmlns:a="http://schemas.openxmlformats.org/drawingml/2006/main" noGrp="1"/>
          </p:cNvSpPr>
          <p:nvPr/>
        </p:nvSpPr>
        <p:spPr>
          <a:xfrm xmlns:a="http://schemas.openxmlformats.org/drawingml/2006/main">
            <a:off x="3039694" y="423447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6" name="modena node 87">
            <a:extLst xmlns:a="http://schemas.openxmlformats.org/drawingml/2006/main">
              <a:ext uri="{FF2B5EF4-FFF2-40B4-BE49-F238E27FC236}">
                <a16:creationId xmlns:a16="http://schemas.microsoft.com/office/drawing/2014/main" id="{859606AE-0201-4B3C-A5F0-69A9F14D2963}"/>
              </a:ext>
            </a:extLst>
          </p:cNvPr>
          <p:cNvSpPr>
            <a:spLocks xmlns:a="http://schemas.openxmlformats.org/drawingml/2006/main" noGrp="1"/>
          </p:cNvSpPr>
          <p:nvPr/>
        </p:nvSpPr>
        <p:spPr>
          <a:xfrm xmlns:a="http://schemas.openxmlformats.org/drawingml/2006/main">
            <a:off x="3159534" y="435783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7" name="modena node 88">
            <a:extLst xmlns:a="http://schemas.openxmlformats.org/drawingml/2006/main">
              <a:ext uri="{FF2B5EF4-FFF2-40B4-BE49-F238E27FC236}">
                <a16:creationId xmlns:a16="http://schemas.microsoft.com/office/drawing/2014/main" id="{8A0A8414-BC69-4739-9227-62291CC42327}"/>
              </a:ext>
            </a:extLst>
          </p:cNvPr>
          <p:cNvSpPr>
            <a:spLocks xmlns:a="http://schemas.openxmlformats.org/drawingml/2006/main" noGrp="1"/>
          </p:cNvSpPr>
          <p:nvPr/>
        </p:nvSpPr>
        <p:spPr>
          <a:xfrm xmlns:a="http://schemas.openxmlformats.org/drawingml/2006/main">
            <a:off x="3063676" y="414981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8" name="modena node 89">
            <a:extLst xmlns:a="http://schemas.openxmlformats.org/drawingml/2006/main">
              <a:ext uri="{FF2B5EF4-FFF2-40B4-BE49-F238E27FC236}">
                <a16:creationId xmlns:a16="http://schemas.microsoft.com/office/drawing/2014/main" id="{A7825847-C5C8-4FC8-A006-8FB34AFD3DC2}"/>
              </a:ext>
            </a:extLst>
          </p:cNvPr>
          <p:cNvSpPr>
            <a:spLocks xmlns:a="http://schemas.openxmlformats.org/drawingml/2006/main" noGrp="1"/>
          </p:cNvSpPr>
          <p:nvPr/>
        </p:nvSpPr>
        <p:spPr>
          <a:xfrm xmlns:a="http://schemas.openxmlformats.org/drawingml/2006/main">
            <a:off x="3342755" y="424784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19" name="modena node 90">
            <a:extLst xmlns:a="http://schemas.openxmlformats.org/drawingml/2006/main">
              <a:ext uri="{FF2B5EF4-FFF2-40B4-BE49-F238E27FC236}">
                <a16:creationId xmlns:a16="http://schemas.microsoft.com/office/drawing/2014/main" id="{312DB7BE-D2CA-4B4A-AEEE-AD80FF1D8A0D}"/>
              </a:ext>
            </a:extLst>
          </p:cNvPr>
          <p:cNvSpPr>
            <a:spLocks xmlns:a="http://schemas.openxmlformats.org/drawingml/2006/main" noGrp="1"/>
          </p:cNvSpPr>
          <p:nvPr/>
        </p:nvSpPr>
        <p:spPr>
          <a:xfrm xmlns:a="http://schemas.openxmlformats.org/drawingml/2006/main">
            <a:off x="3362338" y="418851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0" name="modena node 91">
            <a:extLst xmlns:a="http://schemas.openxmlformats.org/drawingml/2006/main">
              <a:ext uri="{FF2B5EF4-FFF2-40B4-BE49-F238E27FC236}">
                <a16:creationId xmlns:a16="http://schemas.microsoft.com/office/drawing/2014/main" id="{3F844F52-0A7A-4957-85BC-4FD6256DF9F5}"/>
              </a:ext>
            </a:extLst>
          </p:cNvPr>
          <p:cNvSpPr>
            <a:spLocks xmlns:a="http://schemas.openxmlformats.org/drawingml/2006/main" noGrp="1"/>
          </p:cNvSpPr>
          <p:nvPr/>
        </p:nvSpPr>
        <p:spPr>
          <a:xfrm xmlns:a="http://schemas.openxmlformats.org/drawingml/2006/main">
            <a:off x="3444771" y="404756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1" name="modena node 92">
            <a:extLst xmlns:a="http://schemas.openxmlformats.org/drawingml/2006/main">
              <a:ext uri="{FF2B5EF4-FFF2-40B4-BE49-F238E27FC236}">
                <a16:creationId xmlns:a16="http://schemas.microsoft.com/office/drawing/2014/main" id="{443A98B7-8B28-4425-A930-7DCBADE6BBFA}"/>
              </a:ext>
            </a:extLst>
          </p:cNvPr>
          <p:cNvSpPr>
            <a:spLocks xmlns:a="http://schemas.openxmlformats.org/drawingml/2006/main" noGrp="1"/>
          </p:cNvSpPr>
          <p:nvPr/>
        </p:nvSpPr>
        <p:spPr>
          <a:xfrm xmlns:a="http://schemas.openxmlformats.org/drawingml/2006/main">
            <a:off x="3427473" y="436862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2" name="modena node 93">
            <a:extLst xmlns:a="http://schemas.openxmlformats.org/drawingml/2006/main">
              <a:ext uri="{FF2B5EF4-FFF2-40B4-BE49-F238E27FC236}">
                <a16:creationId xmlns:a16="http://schemas.microsoft.com/office/drawing/2014/main" id="{C7D7CE6B-5E7C-4C0C-9812-D1EA4EDFB2C2}"/>
              </a:ext>
            </a:extLst>
          </p:cNvPr>
          <p:cNvSpPr>
            <a:spLocks xmlns:a="http://schemas.openxmlformats.org/drawingml/2006/main" noGrp="1"/>
          </p:cNvSpPr>
          <p:nvPr/>
        </p:nvSpPr>
        <p:spPr>
          <a:xfrm xmlns:a="http://schemas.openxmlformats.org/drawingml/2006/main">
            <a:off x="3469335" y="442936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3" name="modena node 94">
            <a:extLst xmlns:a="http://schemas.openxmlformats.org/drawingml/2006/main">
              <a:ext uri="{FF2B5EF4-FFF2-40B4-BE49-F238E27FC236}">
                <a16:creationId xmlns:a16="http://schemas.microsoft.com/office/drawing/2014/main" id="{6AF1A7FF-2A2B-4377-A0D9-34CEB25E8473}"/>
              </a:ext>
            </a:extLst>
          </p:cNvPr>
          <p:cNvSpPr>
            <a:spLocks xmlns:a="http://schemas.openxmlformats.org/drawingml/2006/main" noGrp="1"/>
          </p:cNvSpPr>
          <p:nvPr/>
        </p:nvSpPr>
        <p:spPr>
          <a:xfrm xmlns:a="http://schemas.openxmlformats.org/drawingml/2006/main">
            <a:off x="3206733" y="478865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4" name="modena node 95">
            <a:extLst xmlns:a="http://schemas.openxmlformats.org/drawingml/2006/main">
              <a:ext uri="{FF2B5EF4-FFF2-40B4-BE49-F238E27FC236}">
                <a16:creationId xmlns:a16="http://schemas.microsoft.com/office/drawing/2014/main" id="{3381F0A4-83C4-4B69-8CDF-1FE0334FF0CE}"/>
              </a:ext>
            </a:extLst>
          </p:cNvPr>
          <p:cNvSpPr>
            <a:spLocks xmlns:a="http://schemas.openxmlformats.org/drawingml/2006/main" noGrp="1"/>
          </p:cNvSpPr>
          <p:nvPr/>
        </p:nvSpPr>
        <p:spPr>
          <a:xfrm xmlns:a="http://schemas.openxmlformats.org/drawingml/2006/main">
            <a:off x="3217109" y="490403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5" name="modena node 96">
            <a:extLst xmlns:a="http://schemas.openxmlformats.org/drawingml/2006/main">
              <a:ext uri="{FF2B5EF4-FFF2-40B4-BE49-F238E27FC236}">
                <a16:creationId xmlns:a16="http://schemas.microsoft.com/office/drawing/2014/main" id="{C097E3D3-72FF-4C8C-88E8-424753FA3BA2}"/>
              </a:ext>
            </a:extLst>
          </p:cNvPr>
          <p:cNvSpPr>
            <a:spLocks xmlns:a="http://schemas.openxmlformats.org/drawingml/2006/main" noGrp="1"/>
          </p:cNvSpPr>
          <p:nvPr/>
        </p:nvSpPr>
        <p:spPr>
          <a:xfrm xmlns:a="http://schemas.openxmlformats.org/drawingml/2006/main">
            <a:off x="3218867" y="492373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6" name="modena node 97">
            <a:extLst xmlns:a="http://schemas.openxmlformats.org/drawingml/2006/main">
              <a:ext uri="{FF2B5EF4-FFF2-40B4-BE49-F238E27FC236}">
                <a16:creationId xmlns:a16="http://schemas.microsoft.com/office/drawing/2014/main" id="{717270BA-D3A8-46B3-ACA8-61C311D5371A}"/>
              </a:ext>
            </a:extLst>
          </p:cNvPr>
          <p:cNvSpPr>
            <a:spLocks xmlns:a="http://schemas.openxmlformats.org/drawingml/2006/main" noGrp="1"/>
          </p:cNvSpPr>
          <p:nvPr/>
        </p:nvSpPr>
        <p:spPr>
          <a:xfrm xmlns:a="http://schemas.openxmlformats.org/drawingml/2006/main">
            <a:off x="3371892" y="500394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7" name="modena node 98">
            <a:extLst xmlns:a="http://schemas.openxmlformats.org/drawingml/2006/main">
              <a:ext uri="{FF2B5EF4-FFF2-40B4-BE49-F238E27FC236}">
                <a16:creationId xmlns:a16="http://schemas.microsoft.com/office/drawing/2014/main" id="{A7195669-343E-4F89-9223-37D3255EACD6}"/>
              </a:ext>
            </a:extLst>
          </p:cNvPr>
          <p:cNvSpPr>
            <a:spLocks xmlns:a="http://schemas.openxmlformats.org/drawingml/2006/main" noGrp="1"/>
          </p:cNvSpPr>
          <p:nvPr/>
        </p:nvSpPr>
        <p:spPr>
          <a:xfrm xmlns:a="http://schemas.openxmlformats.org/drawingml/2006/main">
            <a:off x="3409767" y="505225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8" name="modena node 99">
            <a:extLst xmlns:a="http://schemas.openxmlformats.org/drawingml/2006/main">
              <a:ext uri="{FF2B5EF4-FFF2-40B4-BE49-F238E27FC236}">
                <a16:creationId xmlns:a16="http://schemas.microsoft.com/office/drawing/2014/main" id="{1CD6297A-F9D0-4B84-9EAD-22438F1823E1}"/>
              </a:ext>
            </a:extLst>
          </p:cNvPr>
          <p:cNvSpPr>
            <a:spLocks xmlns:a="http://schemas.openxmlformats.org/drawingml/2006/main" noGrp="1"/>
          </p:cNvSpPr>
          <p:nvPr/>
        </p:nvSpPr>
        <p:spPr>
          <a:xfrm xmlns:a="http://schemas.openxmlformats.org/drawingml/2006/main">
            <a:off x="3276677" y="473822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29" name="modena node 100">
            <a:extLst xmlns:a="http://schemas.openxmlformats.org/drawingml/2006/main">
              <a:ext uri="{FF2B5EF4-FFF2-40B4-BE49-F238E27FC236}">
                <a16:creationId xmlns:a16="http://schemas.microsoft.com/office/drawing/2014/main" id="{24FC49C8-3D64-488D-A82A-1160088AC248}"/>
              </a:ext>
            </a:extLst>
          </p:cNvPr>
          <p:cNvSpPr>
            <a:spLocks xmlns:a="http://schemas.openxmlformats.org/drawingml/2006/main" noGrp="1"/>
          </p:cNvSpPr>
          <p:nvPr/>
        </p:nvSpPr>
        <p:spPr>
          <a:xfrm xmlns:a="http://schemas.openxmlformats.org/drawingml/2006/main">
            <a:off x="3064670" y="394625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0" name="modena node 101">
            <a:extLst xmlns:a="http://schemas.openxmlformats.org/drawingml/2006/main">
              <a:ext uri="{FF2B5EF4-FFF2-40B4-BE49-F238E27FC236}">
                <a16:creationId xmlns:a16="http://schemas.microsoft.com/office/drawing/2014/main" id="{C3DA55B9-BA0D-4B51-A3B6-0CBBC5925C8A}"/>
              </a:ext>
            </a:extLst>
          </p:cNvPr>
          <p:cNvSpPr>
            <a:spLocks xmlns:a="http://schemas.openxmlformats.org/drawingml/2006/main" noGrp="1"/>
          </p:cNvSpPr>
          <p:nvPr/>
        </p:nvSpPr>
        <p:spPr>
          <a:xfrm xmlns:a="http://schemas.openxmlformats.org/drawingml/2006/main">
            <a:off x="3123887" y="385666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1" name="modena node 102">
            <a:extLst xmlns:a="http://schemas.openxmlformats.org/drawingml/2006/main">
              <a:ext uri="{FF2B5EF4-FFF2-40B4-BE49-F238E27FC236}">
                <a16:creationId xmlns:a16="http://schemas.microsoft.com/office/drawing/2014/main" id="{E6C43005-7DF1-437D-943A-ED72A378F8EA}"/>
              </a:ext>
            </a:extLst>
          </p:cNvPr>
          <p:cNvSpPr>
            <a:spLocks xmlns:a="http://schemas.openxmlformats.org/drawingml/2006/main" noGrp="1"/>
          </p:cNvSpPr>
          <p:nvPr/>
        </p:nvSpPr>
        <p:spPr>
          <a:xfrm xmlns:a="http://schemas.openxmlformats.org/drawingml/2006/main">
            <a:off x="3268234" y="395469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2" name="modena node 103">
            <a:extLst xmlns:a="http://schemas.openxmlformats.org/drawingml/2006/main">
              <a:ext uri="{FF2B5EF4-FFF2-40B4-BE49-F238E27FC236}">
                <a16:creationId xmlns:a16="http://schemas.microsoft.com/office/drawing/2014/main" id="{0A91EDC7-00B9-43C3-B6F0-427F3C42051F}"/>
              </a:ext>
            </a:extLst>
          </p:cNvPr>
          <p:cNvSpPr>
            <a:spLocks xmlns:a="http://schemas.openxmlformats.org/drawingml/2006/main" noGrp="1"/>
          </p:cNvSpPr>
          <p:nvPr/>
        </p:nvSpPr>
        <p:spPr>
          <a:xfrm xmlns:a="http://schemas.openxmlformats.org/drawingml/2006/main">
            <a:off x="3324111" y="386112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3" name="modena node 104">
            <a:extLst xmlns:a="http://schemas.openxmlformats.org/drawingml/2006/main">
              <a:ext uri="{FF2B5EF4-FFF2-40B4-BE49-F238E27FC236}">
                <a16:creationId xmlns:a16="http://schemas.microsoft.com/office/drawing/2014/main" id="{D5182C08-4734-4CA5-A878-EE8A6B101E81}"/>
              </a:ext>
            </a:extLst>
          </p:cNvPr>
          <p:cNvSpPr>
            <a:spLocks xmlns:a="http://schemas.openxmlformats.org/drawingml/2006/main" noGrp="1"/>
          </p:cNvSpPr>
          <p:nvPr/>
        </p:nvSpPr>
        <p:spPr>
          <a:xfrm xmlns:a="http://schemas.openxmlformats.org/drawingml/2006/main">
            <a:off x="3381625" y="377786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4" name="modena node 105">
            <a:extLst xmlns:a="http://schemas.openxmlformats.org/drawingml/2006/main">
              <a:ext uri="{FF2B5EF4-FFF2-40B4-BE49-F238E27FC236}">
                <a16:creationId xmlns:a16="http://schemas.microsoft.com/office/drawing/2014/main" id="{3C43B1EB-70CA-4615-BE09-7B1AE007EADF}"/>
              </a:ext>
            </a:extLst>
          </p:cNvPr>
          <p:cNvSpPr>
            <a:spLocks xmlns:a="http://schemas.openxmlformats.org/drawingml/2006/main" noGrp="1"/>
          </p:cNvSpPr>
          <p:nvPr/>
        </p:nvSpPr>
        <p:spPr>
          <a:xfrm xmlns:a="http://schemas.openxmlformats.org/drawingml/2006/main">
            <a:off x="3282366" y="372979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5" name="modena node 106">
            <a:extLst xmlns:a="http://schemas.openxmlformats.org/drawingml/2006/main">
              <a:ext uri="{FF2B5EF4-FFF2-40B4-BE49-F238E27FC236}">
                <a16:creationId xmlns:a16="http://schemas.microsoft.com/office/drawing/2014/main" id="{2F718A48-6D99-4266-B0C8-3E2CED7763C1}"/>
              </a:ext>
            </a:extLst>
          </p:cNvPr>
          <p:cNvSpPr>
            <a:spLocks xmlns:a="http://schemas.openxmlformats.org/drawingml/2006/main" noGrp="1"/>
          </p:cNvSpPr>
          <p:nvPr/>
        </p:nvSpPr>
        <p:spPr>
          <a:xfrm xmlns:a="http://schemas.openxmlformats.org/drawingml/2006/main">
            <a:off x="3377286" y="401074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6" name="modena node 107">
            <a:extLst xmlns:a="http://schemas.openxmlformats.org/drawingml/2006/main">
              <a:ext uri="{FF2B5EF4-FFF2-40B4-BE49-F238E27FC236}">
                <a16:creationId xmlns:a16="http://schemas.microsoft.com/office/drawing/2014/main" id="{52A17D85-BF5D-4AF3-8BE8-C0C78BEE6FB7}"/>
              </a:ext>
            </a:extLst>
          </p:cNvPr>
          <p:cNvSpPr>
            <a:spLocks xmlns:a="http://schemas.openxmlformats.org/drawingml/2006/main" noGrp="1"/>
          </p:cNvSpPr>
          <p:nvPr/>
        </p:nvSpPr>
        <p:spPr>
          <a:xfrm xmlns:a="http://schemas.openxmlformats.org/drawingml/2006/main">
            <a:off x="3539457" y="372510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7" name="modena node 108">
            <a:extLst xmlns:a="http://schemas.openxmlformats.org/drawingml/2006/main">
              <a:ext uri="{FF2B5EF4-FFF2-40B4-BE49-F238E27FC236}">
                <a16:creationId xmlns:a16="http://schemas.microsoft.com/office/drawing/2014/main" id="{B60E2D43-9122-4E7C-B473-A7AAE997D6E5}"/>
              </a:ext>
            </a:extLst>
          </p:cNvPr>
          <p:cNvSpPr>
            <a:spLocks xmlns:a="http://schemas.openxmlformats.org/drawingml/2006/main" noGrp="1"/>
          </p:cNvSpPr>
          <p:nvPr/>
        </p:nvSpPr>
        <p:spPr>
          <a:xfrm xmlns:a="http://schemas.openxmlformats.org/drawingml/2006/main">
            <a:off x="3572759" y="368452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8" name="modena node 109">
            <a:extLst xmlns:a="http://schemas.openxmlformats.org/drawingml/2006/main">
              <a:ext uri="{FF2B5EF4-FFF2-40B4-BE49-F238E27FC236}">
                <a16:creationId xmlns:a16="http://schemas.microsoft.com/office/drawing/2014/main" id="{68B25E90-1D7D-4628-9347-19162336A914}"/>
              </a:ext>
            </a:extLst>
          </p:cNvPr>
          <p:cNvSpPr>
            <a:spLocks xmlns:a="http://schemas.openxmlformats.org/drawingml/2006/main" noGrp="1"/>
          </p:cNvSpPr>
          <p:nvPr/>
        </p:nvSpPr>
        <p:spPr>
          <a:xfrm xmlns:a="http://schemas.openxmlformats.org/drawingml/2006/main">
            <a:off x="3636900" y="373495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39" name="modena node 110">
            <a:extLst xmlns:a="http://schemas.openxmlformats.org/drawingml/2006/main">
              <a:ext uri="{FF2B5EF4-FFF2-40B4-BE49-F238E27FC236}">
                <a16:creationId xmlns:a16="http://schemas.microsoft.com/office/drawing/2014/main" id="{9DAC349A-6A10-4FC3-AABC-26734F0ABCA8}"/>
              </a:ext>
            </a:extLst>
          </p:cNvPr>
          <p:cNvSpPr>
            <a:spLocks xmlns:a="http://schemas.openxmlformats.org/drawingml/2006/main" noGrp="1"/>
          </p:cNvSpPr>
          <p:nvPr/>
        </p:nvSpPr>
        <p:spPr>
          <a:xfrm xmlns:a="http://schemas.openxmlformats.org/drawingml/2006/main">
            <a:off x="3676009" y="376051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0" name="modena node 111">
            <a:extLst xmlns:a="http://schemas.openxmlformats.org/drawingml/2006/main">
              <a:ext uri="{FF2B5EF4-FFF2-40B4-BE49-F238E27FC236}">
                <a16:creationId xmlns:a16="http://schemas.microsoft.com/office/drawing/2014/main" id="{C3C13618-56E9-4093-93CF-95CD5FB8F079}"/>
              </a:ext>
            </a:extLst>
          </p:cNvPr>
          <p:cNvSpPr>
            <a:spLocks xmlns:a="http://schemas.openxmlformats.org/drawingml/2006/main" noGrp="1"/>
          </p:cNvSpPr>
          <p:nvPr/>
        </p:nvSpPr>
        <p:spPr>
          <a:xfrm xmlns:a="http://schemas.openxmlformats.org/drawingml/2006/main">
            <a:off x="3801299" y="383298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1" name="modena node 112">
            <a:extLst xmlns:a="http://schemas.openxmlformats.org/drawingml/2006/main">
              <a:ext uri="{FF2B5EF4-FFF2-40B4-BE49-F238E27FC236}">
                <a16:creationId xmlns:a16="http://schemas.microsoft.com/office/drawing/2014/main" id="{671862D5-201B-41B2-9A38-0E4952AE3640}"/>
              </a:ext>
            </a:extLst>
          </p:cNvPr>
          <p:cNvSpPr>
            <a:spLocks xmlns:a="http://schemas.openxmlformats.org/drawingml/2006/main" noGrp="1"/>
          </p:cNvSpPr>
          <p:nvPr/>
        </p:nvSpPr>
        <p:spPr>
          <a:xfrm xmlns:a="http://schemas.openxmlformats.org/drawingml/2006/main">
            <a:off x="3569888" y="412167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2" name="modena node 113">
            <a:extLst xmlns:a="http://schemas.openxmlformats.org/drawingml/2006/main">
              <a:ext uri="{FF2B5EF4-FFF2-40B4-BE49-F238E27FC236}">
                <a16:creationId xmlns:a16="http://schemas.microsoft.com/office/drawing/2014/main" id="{2D52401E-985A-454D-9991-C1471A925C28}"/>
              </a:ext>
            </a:extLst>
          </p:cNvPr>
          <p:cNvSpPr>
            <a:spLocks xmlns:a="http://schemas.openxmlformats.org/drawingml/2006/main" noGrp="1"/>
          </p:cNvSpPr>
          <p:nvPr/>
        </p:nvSpPr>
        <p:spPr>
          <a:xfrm xmlns:a="http://schemas.openxmlformats.org/drawingml/2006/main">
            <a:off x="3663401" y="417678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3" name="modena node 114">
            <a:extLst xmlns:a="http://schemas.openxmlformats.org/drawingml/2006/main">
              <a:ext uri="{FF2B5EF4-FFF2-40B4-BE49-F238E27FC236}">
                <a16:creationId xmlns:a16="http://schemas.microsoft.com/office/drawing/2014/main" id="{E48F783A-7FE5-4290-A602-B6E472ECF2D2}"/>
              </a:ext>
            </a:extLst>
          </p:cNvPr>
          <p:cNvSpPr>
            <a:spLocks xmlns:a="http://schemas.openxmlformats.org/drawingml/2006/main" noGrp="1"/>
          </p:cNvSpPr>
          <p:nvPr/>
        </p:nvSpPr>
        <p:spPr>
          <a:xfrm xmlns:a="http://schemas.openxmlformats.org/drawingml/2006/main">
            <a:off x="3566722" y="432758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4" name="modena node 115">
            <a:extLst xmlns:a="http://schemas.openxmlformats.org/drawingml/2006/main">
              <a:ext uri="{FF2B5EF4-FFF2-40B4-BE49-F238E27FC236}">
                <a16:creationId xmlns:a16="http://schemas.microsoft.com/office/drawing/2014/main" id="{7B3A75DD-2AE4-418D-A81A-6CEE02CB191D}"/>
              </a:ext>
            </a:extLst>
          </p:cNvPr>
          <p:cNvSpPr>
            <a:spLocks xmlns:a="http://schemas.openxmlformats.org/drawingml/2006/main" noGrp="1"/>
          </p:cNvSpPr>
          <p:nvPr/>
        </p:nvSpPr>
        <p:spPr>
          <a:xfrm xmlns:a="http://schemas.openxmlformats.org/drawingml/2006/main">
            <a:off x="3751580" y="402458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5" name="modena node 116">
            <a:extLst xmlns:a="http://schemas.openxmlformats.org/drawingml/2006/main">
              <a:ext uri="{FF2B5EF4-FFF2-40B4-BE49-F238E27FC236}">
                <a16:creationId xmlns:a16="http://schemas.microsoft.com/office/drawing/2014/main" id="{B5C63293-FF09-4403-B85A-EC3CFCC0A9CF}"/>
              </a:ext>
            </a:extLst>
          </p:cNvPr>
          <p:cNvSpPr>
            <a:spLocks xmlns:a="http://schemas.openxmlformats.org/drawingml/2006/main" noGrp="1"/>
          </p:cNvSpPr>
          <p:nvPr/>
        </p:nvSpPr>
        <p:spPr>
          <a:xfrm xmlns:a="http://schemas.openxmlformats.org/drawingml/2006/main">
            <a:off x="4115790" y="323964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6" name="modena node 117">
            <a:extLst xmlns:a="http://schemas.openxmlformats.org/drawingml/2006/main">
              <a:ext uri="{FF2B5EF4-FFF2-40B4-BE49-F238E27FC236}">
                <a16:creationId xmlns:a16="http://schemas.microsoft.com/office/drawing/2014/main" id="{5B34D947-E7A2-4D8E-99B7-3098A720C2F4}"/>
              </a:ext>
            </a:extLst>
          </p:cNvPr>
          <p:cNvSpPr>
            <a:spLocks xmlns:a="http://schemas.openxmlformats.org/drawingml/2006/main" noGrp="1"/>
          </p:cNvSpPr>
          <p:nvPr/>
        </p:nvSpPr>
        <p:spPr>
          <a:xfrm xmlns:a="http://schemas.openxmlformats.org/drawingml/2006/main">
            <a:off x="4228069" y="329030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7" name="modena node 118">
            <a:extLst xmlns:a="http://schemas.openxmlformats.org/drawingml/2006/main">
              <a:ext uri="{FF2B5EF4-FFF2-40B4-BE49-F238E27FC236}">
                <a16:creationId xmlns:a16="http://schemas.microsoft.com/office/drawing/2014/main" id="{1997B223-0657-48E9-BB0D-5F2A511F4374}"/>
              </a:ext>
            </a:extLst>
          </p:cNvPr>
          <p:cNvSpPr>
            <a:spLocks xmlns:a="http://schemas.openxmlformats.org/drawingml/2006/main" noGrp="1"/>
          </p:cNvSpPr>
          <p:nvPr/>
        </p:nvSpPr>
        <p:spPr>
          <a:xfrm xmlns:a="http://schemas.openxmlformats.org/drawingml/2006/main">
            <a:off x="4194181" y="333345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8" name="modena node 119">
            <a:extLst xmlns:a="http://schemas.openxmlformats.org/drawingml/2006/main">
              <a:ext uri="{FF2B5EF4-FFF2-40B4-BE49-F238E27FC236}">
                <a16:creationId xmlns:a16="http://schemas.microsoft.com/office/drawing/2014/main" id="{2BADD088-3F50-4631-83A6-78D7CABD0DBC}"/>
              </a:ext>
            </a:extLst>
          </p:cNvPr>
          <p:cNvSpPr>
            <a:spLocks xmlns:a="http://schemas.openxmlformats.org/drawingml/2006/main" noGrp="1"/>
          </p:cNvSpPr>
          <p:nvPr/>
        </p:nvSpPr>
        <p:spPr>
          <a:xfrm xmlns:a="http://schemas.openxmlformats.org/drawingml/2006/main">
            <a:off x="4180227" y="331140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49" name="modena node 120">
            <a:extLst xmlns:a="http://schemas.openxmlformats.org/drawingml/2006/main">
              <a:ext uri="{FF2B5EF4-FFF2-40B4-BE49-F238E27FC236}">
                <a16:creationId xmlns:a16="http://schemas.microsoft.com/office/drawing/2014/main" id="{D7E2934A-E591-46DA-9694-25C324619C12}"/>
              </a:ext>
            </a:extLst>
          </p:cNvPr>
          <p:cNvSpPr>
            <a:spLocks xmlns:a="http://schemas.openxmlformats.org/drawingml/2006/main" noGrp="1"/>
          </p:cNvSpPr>
          <p:nvPr/>
        </p:nvSpPr>
        <p:spPr>
          <a:xfrm xmlns:a="http://schemas.openxmlformats.org/drawingml/2006/main">
            <a:off x="4092048" y="334986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0" name="modena node 121">
            <a:extLst xmlns:a="http://schemas.openxmlformats.org/drawingml/2006/main">
              <a:ext uri="{FF2B5EF4-FFF2-40B4-BE49-F238E27FC236}">
                <a16:creationId xmlns:a16="http://schemas.microsoft.com/office/drawing/2014/main" id="{65436796-0CFD-4DA3-9549-D70386265D13}"/>
              </a:ext>
            </a:extLst>
          </p:cNvPr>
          <p:cNvSpPr>
            <a:spLocks xmlns:a="http://schemas.openxmlformats.org/drawingml/2006/main" noGrp="1"/>
          </p:cNvSpPr>
          <p:nvPr/>
        </p:nvSpPr>
        <p:spPr>
          <a:xfrm xmlns:a="http://schemas.openxmlformats.org/drawingml/2006/main">
            <a:off x="4299246" y="350207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1" name="modena node 122">
            <a:extLst xmlns:a="http://schemas.openxmlformats.org/drawingml/2006/main">
              <a:ext uri="{FF2B5EF4-FFF2-40B4-BE49-F238E27FC236}">
                <a16:creationId xmlns:a16="http://schemas.microsoft.com/office/drawing/2014/main" id="{33117401-3FD2-4FA6-B8F3-746505D5BC62}"/>
              </a:ext>
            </a:extLst>
          </p:cNvPr>
          <p:cNvSpPr>
            <a:spLocks xmlns:a="http://schemas.openxmlformats.org/drawingml/2006/main" noGrp="1"/>
          </p:cNvSpPr>
          <p:nvPr/>
        </p:nvSpPr>
        <p:spPr>
          <a:xfrm xmlns:a="http://schemas.openxmlformats.org/drawingml/2006/main">
            <a:off x="3996537" y="390427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2" name="modena node 123">
            <a:extLst xmlns:a="http://schemas.openxmlformats.org/drawingml/2006/main">
              <a:ext uri="{FF2B5EF4-FFF2-40B4-BE49-F238E27FC236}">
                <a16:creationId xmlns:a16="http://schemas.microsoft.com/office/drawing/2014/main" id="{78D852BE-7114-478A-A1F1-19E1C83059F1}"/>
              </a:ext>
            </a:extLst>
          </p:cNvPr>
          <p:cNvSpPr>
            <a:spLocks xmlns:a="http://schemas.openxmlformats.org/drawingml/2006/main" noGrp="1"/>
          </p:cNvSpPr>
          <p:nvPr/>
        </p:nvSpPr>
        <p:spPr>
          <a:xfrm xmlns:a="http://schemas.openxmlformats.org/drawingml/2006/main">
            <a:off x="4161170" y="398143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3" name="modena node 124">
            <a:extLst xmlns:a="http://schemas.openxmlformats.org/drawingml/2006/main">
              <a:ext uri="{FF2B5EF4-FFF2-40B4-BE49-F238E27FC236}">
                <a16:creationId xmlns:a16="http://schemas.microsoft.com/office/drawing/2014/main" id="{00CF12E8-077B-492C-949C-302414137308}"/>
              </a:ext>
            </a:extLst>
          </p:cNvPr>
          <p:cNvSpPr>
            <a:spLocks xmlns:a="http://schemas.openxmlformats.org/drawingml/2006/main" noGrp="1"/>
          </p:cNvSpPr>
          <p:nvPr/>
        </p:nvSpPr>
        <p:spPr>
          <a:xfrm xmlns:a="http://schemas.openxmlformats.org/drawingml/2006/main">
            <a:off x="4434682" y="414676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4" name="modena node 125">
            <a:extLst xmlns:a="http://schemas.openxmlformats.org/drawingml/2006/main">
              <a:ext uri="{FF2B5EF4-FFF2-40B4-BE49-F238E27FC236}">
                <a16:creationId xmlns:a16="http://schemas.microsoft.com/office/drawing/2014/main" id="{2760A368-DC3E-4C1A-9051-CD69F4D66E42}"/>
              </a:ext>
            </a:extLst>
          </p:cNvPr>
          <p:cNvSpPr>
            <a:spLocks xmlns:a="http://schemas.openxmlformats.org/drawingml/2006/main" noGrp="1"/>
          </p:cNvSpPr>
          <p:nvPr/>
        </p:nvSpPr>
        <p:spPr>
          <a:xfrm xmlns:a="http://schemas.openxmlformats.org/drawingml/2006/main">
            <a:off x="4425770" y="421618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5" name="modena node 126">
            <a:extLst xmlns:a="http://schemas.openxmlformats.org/drawingml/2006/main">
              <a:ext uri="{FF2B5EF4-FFF2-40B4-BE49-F238E27FC236}">
                <a16:creationId xmlns:a16="http://schemas.microsoft.com/office/drawing/2014/main" id="{37D9B2A2-2F62-4BE7-A8A1-1D17D0E3F46F}"/>
              </a:ext>
            </a:extLst>
          </p:cNvPr>
          <p:cNvSpPr>
            <a:spLocks xmlns:a="http://schemas.openxmlformats.org/drawingml/2006/main" noGrp="1"/>
          </p:cNvSpPr>
          <p:nvPr/>
        </p:nvSpPr>
        <p:spPr>
          <a:xfrm xmlns:a="http://schemas.openxmlformats.org/drawingml/2006/main">
            <a:off x="3999998" y="436041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6" name="modena node 127">
            <a:extLst xmlns:a="http://schemas.openxmlformats.org/drawingml/2006/main">
              <a:ext uri="{FF2B5EF4-FFF2-40B4-BE49-F238E27FC236}">
                <a16:creationId xmlns:a16="http://schemas.microsoft.com/office/drawing/2014/main" id="{D4D888DA-1872-49AE-9D85-02355BDD5045}"/>
              </a:ext>
            </a:extLst>
          </p:cNvPr>
          <p:cNvSpPr>
            <a:spLocks xmlns:a="http://schemas.openxmlformats.org/drawingml/2006/main" noGrp="1"/>
          </p:cNvSpPr>
          <p:nvPr/>
        </p:nvSpPr>
        <p:spPr>
          <a:xfrm xmlns:a="http://schemas.openxmlformats.org/drawingml/2006/main">
            <a:off x="4080495" y="423658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7" name="modena node 128">
            <a:extLst xmlns:a="http://schemas.openxmlformats.org/drawingml/2006/main">
              <a:ext uri="{FF2B5EF4-FFF2-40B4-BE49-F238E27FC236}">
                <a16:creationId xmlns:a16="http://schemas.microsoft.com/office/drawing/2014/main" id="{825F6260-01A3-423A-A232-6B018FEAC5D2}"/>
              </a:ext>
            </a:extLst>
          </p:cNvPr>
          <p:cNvSpPr>
            <a:spLocks xmlns:a="http://schemas.openxmlformats.org/drawingml/2006/main" noGrp="1"/>
          </p:cNvSpPr>
          <p:nvPr/>
        </p:nvSpPr>
        <p:spPr>
          <a:xfrm xmlns:a="http://schemas.openxmlformats.org/drawingml/2006/main">
            <a:off x="4233637" y="422345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8" name="modena node 129">
            <a:extLst xmlns:a="http://schemas.openxmlformats.org/drawingml/2006/main">
              <a:ext uri="{FF2B5EF4-FFF2-40B4-BE49-F238E27FC236}">
                <a16:creationId xmlns:a16="http://schemas.microsoft.com/office/drawing/2014/main" id="{11515CCC-396E-487A-8D5A-34CA07093C67}"/>
              </a:ext>
            </a:extLst>
          </p:cNvPr>
          <p:cNvSpPr>
            <a:spLocks xmlns:a="http://schemas.openxmlformats.org/drawingml/2006/main" noGrp="1"/>
          </p:cNvSpPr>
          <p:nvPr/>
        </p:nvSpPr>
        <p:spPr>
          <a:xfrm xmlns:a="http://schemas.openxmlformats.org/drawingml/2006/main">
            <a:off x="4396160" y="430037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59" name="modena node 130">
            <a:extLst xmlns:a="http://schemas.openxmlformats.org/drawingml/2006/main">
              <a:ext uri="{FF2B5EF4-FFF2-40B4-BE49-F238E27FC236}">
                <a16:creationId xmlns:a16="http://schemas.microsoft.com/office/drawing/2014/main" id="{BBC186C5-BE8F-45F2-8A6C-38DEC4355A85}"/>
              </a:ext>
            </a:extLst>
          </p:cNvPr>
          <p:cNvSpPr>
            <a:spLocks xmlns:a="http://schemas.openxmlformats.org/drawingml/2006/main" noGrp="1"/>
          </p:cNvSpPr>
          <p:nvPr/>
        </p:nvSpPr>
        <p:spPr>
          <a:xfrm xmlns:a="http://schemas.openxmlformats.org/drawingml/2006/main">
            <a:off x="4288046" y="452035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0" name="modena node 131">
            <a:extLst xmlns:a="http://schemas.openxmlformats.org/drawingml/2006/main">
              <a:ext uri="{FF2B5EF4-FFF2-40B4-BE49-F238E27FC236}">
                <a16:creationId xmlns:a16="http://schemas.microsoft.com/office/drawing/2014/main" id="{39948C53-4B6E-47BF-8015-64BEA1954B93}"/>
              </a:ext>
            </a:extLst>
          </p:cNvPr>
          <p:cNvSpPr>
            <a:spLocks xmlns:a="http://schemas.openxmlformats.org/drawingml/2006/main" noGrp="1"/>
          </p:cNvSpPr>
          <p:nvPr/>
        </p:nvSpPr>
        <p:spPr>
          <a:xfrm xmlns:a="http://schemas.openxmlformats.org/drawingml/2006/main">
            <a:off x="4203093" y="471079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1" name="modena node 132">
            <a:extLst xmlns:a="http://schemas.openxmlformats.org/drawingml/2006/main">
              <a:ext uri="{FF2B5EF4-FFF2-40B4-BE49-F238E27FC236}">
                <a16:creationId xmlns:a16="http://schemas.microsoft.com/office/drawing/2014/main" id="{B3A5FB21-E9B2-45E2-BE73-427EDD239535}"/>
              </a:ext>
            </a:extLst>
          </p:cNvPr>
          <p:cNvSpPr>
            <a:spLocks xmlns:a="http://schemas.openxmlformats.org/drawingml/2006/main" noGrp="1"/>
          </p:cNvSpPr>
          <p:nvPr/>
        </p:nvSpPr>
        <p:spPr>
          <a:xfrm xmlns:a="http://schemas.openxmlformats.org/drawingml/2006/main">
            <a:off x="3538462" y="467115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2" name="modena node 133">
            <a:extLst xmlns:a="http://schemas.openxmlformats.org/drawingml/2006/main">
              <a:ext uri="{FF2B5EF4-FFF2-40B4-BE49-F238E27FC236}">
                <a16:creationId xmlns:a16="http://schemas.microsoft.com/office/drawing/2014/main" id="{C1407610-5D99-4A6A-9771-0E2FF4B1B6D7}"/>
              </a:ext>
            </a:extLst>
          </p:cNvPr>
          <p:cNvSpPr>
            <a:spLocks xmlns:a="http://schemas.openxmlformats.org/drawingml/2006/main" noGrp="1"/>
          </p:cNvSpPr>
          <p:nvPr/>
        </p:nvSpPr>
        <p:spPr>
          <a:xfrm xmlns:a="http://schemas.openxmlformats.org/drawingml/2006/main">
            <a:off x="3610282" y="455975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3" name="modena node 134">
            <a:extLst xmlns:a="http://schemas.openxmlformats.org/drawingml/2006/main">
              <a:ext uri="{FF2B5EF4-FFF2-40B4-BE49-F238E27FC236}">
                <a16:creationId xmlns:a16="http://schemas.microsoft.com/office/drawing/2014/main" id="{7522C392-0884-497A-91F2-6EB47EF9A216}"/>
              </a:ext>
            </a:extLst>
          </p:cNvPr>
          <p:cNvSpPr>
            <a:spLocks xmlns:a="http://schemas.openxmlformats.org/drawingml/2006/main" noGrp="1"/>
          </p:cNvSpPr>
          <p:nvPr/>
        </p:nvSpPr>
        <p:spPr>
          <a:xfrm xmlns:a="http://schemas.openxmlformats.org/drawingml/2006/main">
            <a:off x="3752345" y="470633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4" name="modena node 135">
            <a:extLst xmlns:a="http://schemas.openxmlformats.org/drawingml/2006/main">
              <a:ext uri="{FF2B5EF4-FFF2-40B4-BE49-F238E27FC236}">
                <a16:creationId xmlns:a16="http://schemas.microsoft.com/office/drawing/2014/main" id="{E3C48CA9-D906-4B21-857C-C560BD3E827A}"/>
              </a:ext>
            </a:extLst>
          </p:cNvPr>
          <p:cNvSpPr>
            <a:spLocks xmlns:a="http://schemas.openxmlformats.org/drawingml/2006/main" noGrp="1"/>
          </p:cNvSpPr>
          <p:nvPr/>
        </p:nvSpPr>
        <p:spPr>
          <a:xfrm xmlns:a="http://schemas.openxmlformats.org/drawingml/2006/main">
            <a:off x="4029196" y="492936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5" name="modena node 136">
            <a:extLst xmlns:a="http://schemas.openxmlformats.org/drawingml/2006/main">
              <a:ext uri="{FF2B5EF4-FFF2-40B4-BE49-F238E27FC236}">
                <a16:creationId xmlns:a16="http://schemas.microsoft.com/office/drawing/2014/main" id="{443116C5-8322-44ED-A4B4-5F9A93AC4E04}"/>
              </a:ext>
            </a:extLst>
          </p:cNvPr>
          <p:cNvSpPr>
            <a:spLocks xmlns:a="http://schemas.openxmlformats.org/drawingml/2006/main" noGrp="1"/>
          </p:cNvSpPr>
          <p:nvPr/>
        </p:nvSpPr>
        <p:spPr>
          <a:xfrm xmlns:a="http://schemas.openxmlformats.org/drawingml/2006/main">
            <a:off x="3917386" y="517701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6" name="modena node 137">
            <a:extLst xmlns:a="http://schemas.openxmlformats.org/drawingml/2006/main">
              <a:ext uri="{FF2B5EF4-FFF2-40B4-BE49-F238E27FC236}">
                <a16:creationId xmlns:a16="http://schemas.microsoft.com/office/drawing/2014/main" id="{87CF9D91-649A-47FD-B9CC-D2F0C5F9412F}"/>
              </a:ext>
            </a:extLst>
          </p:cNvPr>
          <p:cNvSpPr>
            <a:spLocks xmlns:a="http://schemas.openxmlformats.org/drawingml/2006/main" noGrp="1"/>
          </p:cNvSpPr>
          <p:nvPr/>
        </p:nvSpPr>
        <p:spPr>
          <a:xfrm xmlns:a="http://schemas.openxmlformats.org/drawingml/2006/main">
            <a:off x="4102953" y="500487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7" name="modena node 138">
            <a:extLst xmlns:a="http://schemas.openxmlformats.org/drawingml/2006/main">
              <a:ext uri="{FF2B5EF4-FFF2-40B4-BE49-F238E27FC236}">
                <a16:creationId xmlns:a16="http://schemas.microsoft.com/office/drawing/2014/main" id="{6CF3C079-CEC9-496D-A2FF-614A62DE8AA1}"/>
              </a:ext>
            </a:extLst>
          </p:cNvPr>
          <p:cNvSpPr>
            <a:spLocks xmlns:a="http://schemas.openxmlformats.org/drawingml/2006/main" noGrp="1"/>
          </p:cNvSpPr>
          <p:nvPr/>
        </p:nvSpPr>
        <p:spPr>
          <a:xfrm xmlns:a="http://schemas.openxmlformats.org/drawingml/2006/main">
            <a:off x="3499236" y="407922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8" name="modena node 139">
            <a:extLst xmlns:a="http://schemas.openxmlformats.org/drawingml/2006/main">
              <a:ext uri="{FF2B5EF4-FFF2-40B4-BE49-F238E27FC236}">
                <a16:creationId xmlns:a16="http://schemas.microsoft.com/office/drawing/2014/main" id="{E17A6B98-B64A-49D1-9CEF-DC4EAE2F8799}"/>
              </a:ext>
            </a:extLst>
          </p:cNvPr>
          <p:cNvSpPr>
            <a:spLocks xmlns:a="http://schemas.openxmlformats.org/drawingml/2006/main" noGrp="1"/>
          </p:cNvSpPr>
          <p:nvPr/>
        </p:nvSpPr>
        <p:spPr>
          <a:xfrm xmlns:a="http://schemas.openxmlformats.org/drawingml/2006/main">
            <a:off x="3153849" y="387519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69" name="modena node 140">
            <a:extLst xmlns:a="http://schemas.openxmlformats.org/drawingml/2006/main">
              <a:ext uri="{FF2B5EF4-FFF2-40B4-BE49-F238E27FC236}">
                <a16:creationId xmlns:a16="http://schemas.microsoft.com/office/drawing/2014/main" id="{89A42861-5301-4D27-9DAD-C05FE116E75B}"/>
              </a:ext>
            </a:extLst>
          </p:cNvPr>
          <p:cNvSpPr>
            <a:spLocks xmlns:a="http://schemas.openxmlformats.org/drawingml/2006/main" noGrp="1"/>
          </p:cNvSpPr>
          <p:nvPr/>
        </p:nvSpPr>
        <p:spPr>
          <a:xfrm xmlns:a="http://schemas.openxmlformats.org/drawingml/2006/main">
            <a:off x="1907960" y="427622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0" name="modena node 141">
            <a:extLst xmlns:a="http://schemas.openxmlformats.org/drawingml/2006/main">
              <a:ext uri="{FF2B5EF4-FFF2-40B4-BE49-F238E27FC236}">
                <a16:creationId xmlns:a16="http://schemas.microsoft.com/office/drawing/2014/main" id="{CD8685DB-C638-4BA4-83D6-AC3C175CBA3A}"/>
              </a:ext>
            </a:extLst>
          </p:cNvPr>
          <p:cNvSpPr>
            <a:spLocks xmlns:a="http://schemas.openxmlformats.org/drawingml/2006/main" noGrp="1"/>
          </p:cNvSpPr>
          <p:nvPr/>
        </p:nvSpPr>
        <p:spPr>
          <a:xfrm xmlns:a="http://schemas.openxmlformats.org/drawingml/2006/main">
            <a:off x="1925783" y="428161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1" name="modena node 142">
            <a:extLst xmlns:a="http://schemas.openxmlformats.org/drawingml/2006/main">
              <a:ext uri="{FF2B5EF4-FFF2-40B4-BE49-F238E27FC236}">
                <a16:creationId xmlns:a16="http://schemas.microsoft.com/office/drawing/2014/main" id="{29C68D8E-B95B-45B2-A4C7-32962599A215}"/>
              </a:ext>
            </a:extLst>
          </p:cNvPr>
          <p:cNvSpPr>
            <a:spLocks xmlns:a="http://schemas.openxmlformats.org/drawingml/2006/main" noGrp="1"/>
          </p:cNvSpPr>
          <p:nvPr/>
        </p:nvSpPr>
        <p:spPr>
          <a:xfrm xmlns:a="http://schemas.openxmlformats.org/drawingml/2006/main">
            <a:off x="2022814" y="432172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2" name="modena node 143">
            <a:extLst xmlns:a="http://schemas.openxmlformats.org/drawingml/2006/main">
              <a:ext uri="{FF2B5EF4-FFF2-40B4-BE49-F238E27FC236}">
                <a16:creationId xmlns:a16="http://schemas.microsoft.com/office/drawing/2014/main" id="{26565BD3-5C94-4CED-B30F-1CC06EA4C7B2}"/>
              </a:ext>
            </a:extLst>
          </p:cNvPr>
          <p:cNvSpPr>
            <a:spLocks xmlns:a="http://schemas.openxmlformats.org/drawingml/2006/main" noGrp="1"/>
          </p:cNvSpPr>
          <p:nvPr/>
        </p:nvSpPr>
        <p:spPr>
          <a:xfrm xmlns:a="http://schemas.openxmlformats.org/drawingml/2006/main">
            <a:off x="2025337" y="432406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3" name="modena node 144">
            <a:extLst xmlns:a="http://schemas.openxmlformats.org/drawingml/2006/main">
              <a:ext uri="{FF2B5EF4-FFF2-40B4-BE49-F238E27FC236}">
                <a16:creationId xmlns:a16="http://schemas.microsoft.com/office/drawing/2014/main" id="{5E87F1A5-2554-4BF6-B989-B8FED5C54B01}"/>
              </a:ext>
            </a:extLst>
          </p:cNvPr>
          <p:cNvSpPr>
            <a:spLocks xmlns:a="http://schemas.openxmlformats.org/drawingml/2006/main" noGrp="1"/>
          </p:cNvSpPr>
          <p:nvPr/>
        </p:nvSpPr>
        <p:spPr>
          <a:xfrm xmlns:a="http://schemas.openxmlformats.org/drawingml/2006/main">
            <a:off x="2033953" y="430249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4" name="modena node 145">
            <a:extLst xmlns:a="http://schemas.openxmlformats.org/drawingml/2006/main">
              <a:ext uri="{FF2B5EF4-FFF2-40B4-BE49-F238E27FC236}">
                <a16:creationId xmlns:a16="http://schemas.microsoft.com/office/drawing/2014/main" id="{CC288272-E9BC-4224-A16C-CFAF3554513F}"/>
              </a:ext>
            </a:extLst>
          </p:cNvPr>
          <p:cNvSpPr>
            <a:spLocks xmlns:a="http://schemas.openxmlformats.org/drawingml/2006/main" noGrp="1"/>
          </p:cNvSpPr>
          <p:nvPr/>
        </p:nvSpPr>
        <p:spPr>
          <a:xfrm xmlns:a="http://schemas.openxmlformats.org/drawingml/2006/main">
            <a:off x="2036360" y="430553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5" name="modena node 146">
            <a:extLst xmlns:a="http://schemas.openxmlformats.org/drawingml/2006/main">
              <a:ext uri="{FF2B5EF4-FFF2-40B4-BE49-F238E27FC236}">
                <a16:creationId xmlns:a16="http://schemas.microsoft.com/office/drawing/2014/main" id="{A91AE5DD-C2BB-41B2-83DD-32777922D1B9}"/>
              </a:ext>
            </a:extLst>
          </p:cNvPr>
          <p:cNvSpPr>
            <a:spLocks xmlns:a="http://schemas.openxmlformats.org/drawingml/2006/main" noGrp="1"/>
          </p:cNvSpPr>
          <p:nvPr/>
        </p:nvSpPr>
        <p:spPr>
          <a:xfrm xmlns:a="http://schemas.openxmlformats.org/drawingml/2006/main">
            <a:off x="2444308" y="439911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6" name="modena node 147">
            <a:extLst xmlns:a="http://schemas.openxmlformats.org/drawingml/2006/main">
              <a:ext uri="{FF2B5EF4-FFF2-40B4-BE49-F238E27FC236}">
                <a16:creationId xmlns:a16="http://schemas.microsoft.com/office/drawing/2014/main" id="{39A29DB9-0DD6-4E49-AFBC-455594764682}"/>
              </a:ext>
            </a:extLst>
          </p:cNvPr>
          <p:cNvSpPr>
            <a:spLocks xmlns:a="http://schemas.openxmlformats.org/drawingml/2006/main" noGrp="1"/>
          </p:cNvSpPr>
          <p:nvPr/>
        </p:nvSpPr>
        <p:spPr>
          <a:xfrm xmlns:a="http://schemas.openxmlformats.org/drawingml/2006/main">
            <a:off x="2448529" y="439817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7" name="modena node 148">
            <a:extLst xmlns:a="http://schemas.openxmlformats.org/drawingml/2006/main">
              <a:ext uri="{FF2B5EF4-FFF2-40B4-BE49-F238E27FC236}">
                <a16:creationId xmlns:a16="http://schemas.microsoft.com/office/drawing/2014/main" id="{49B79980-BFE9-4716-B6C2-B5D7F8CAF3F5}"/>
              </a:ext>
            </a:extLst>
          </p:cNvPr>
          <p:cNvSpPr>
            <a:spLocks xmlns:a="http://schemas.openxmlformats.org/drawingml/2006/main" noGrp="1"/>
          </p:cNvSpPr>
          <p:nvPr/>
        </p:nvSpPr>
        <p:spPr>
          <a:xfrm xmlns:a="http://schemas.openxmlformats.org/drawingml/2006/main">
            <a:off x="2437797" y="441341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8" name="modena node 149">
            <a:extLst xmlns:a="http://schemas.openxmlformats.org/drawingml/2006/main">
              <a:ext uri="{FF2B5EF4-FFF2-40B4-BE49-F238E27FC236}">
                <a16:creationId xmlns:a16="http://schemas.microsoft.com/office/drawing/2014/main" id="{C7F39EE3-A484-44C1-9B8C-D2FAF24253C3}"/>
              </a:ext>
            </a:extLst>
          </p:cNvPr>
          <p:cNvSpPr>
            <a:spLocks xmlns:a="http://schemas.openxmlformats.org/drawingml/2006/main" noGrp="1"/>
          </p:cNvSpPr>
          <p:nvPr/>
        </p:nvSpPr>
        <p:spPr>
          <a:xfrm xmlns:a="http://schemas.openxmlformats.org/drawingml/2006/main">
            <a:off x="2598092" y="448541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79" name="modena node 150">
            <a:extLst xmlns:a="http://schemas.openxmlformats.org/drawingml/2006/main">
              <a:ext uri="{FF2B5EF4-FFF2-40B4-BE49-F238E27FC236}">
                <a16:creationId xmlns:a16="http://schemas.microsoft.com/office/drawing/2014/main" id="{589B12EF-11BD-4E5A-BB98-FBD5ECB5BA8A}"/>
              </a:ext>
            </a:extLst>
          </p:cNvPr>
          <p:cNvSpPr>
            <a:spLocks xmlns:a="http://schemas.openxmlformats.org/drawingml/2006/main" noGrp="1"/>
          </p:cNvSpPr>
          <p:nvPr/>
        </p:nvSpPr>
        <p:spPr>
          <a:xfrm xmlns:a="http://schemas.openxmlformats.org/drawingml/2006/main">
            <a:off x="2629227" y="445187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0" name="modena node 151">
            <a:extLst xmlns:a="http://schemas.openxmlformats.org/drawingml/2006/main">
              <a:ext uri="{FF2B5EF4-FFF2-40B4-BE49-F238E27FC236}">
                <a16:creationId xmlns:a16="http://schemas.microsoft.com/office/drawing/2014/main" id="{3CED6C4D-6F5F-4871-BC68-AEBCBA1A9D07}"/>
              </a:ext>
            </a:extLst>
          </p:cNvPr>
          <p:cNvSpPr>
            <a:spLocks xmlns:a="http://schemas.openxmlformats.org/drawingml/2006/main" noGrp="1"/>
          </p:cNvSpPr>
          <p:nvPr/>
        </p:nvSpPr>
        <p:spPr>
          <a:xfrm xmlns:a="http://schemas.openxmlformats.org/drawingml/2006/main">
            <a:off x="2804531" y="444273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1" name="modena node 152">
            <a:extLst xmlns:a="http://schemas.openxmlformats.org/drawingml/2006/main">
              <a:ext uri="{FF2B5EF4-FFF2-40B4-BE49-F238E27FC236}">
                <a16:creationId xmlns:a16="http://schemas.microsoft.com/office/drawing/2014/main" id="{9EFFC1AC-E5EE-4A92-B70A-B53449C20903}"/>
              </a:ext>
            </a:extLst>
          </p:cNvPr>
          <p:cNvSpPr>
            <a:spLocks xmlns:a="http://schemas.openxmlformats.org/drawingml/2006/main" noGrp="1"/>
          </p:cNvSpPr>
          <p:nvPr/>
        </p:nvSpPr>
        <p:spPr>
          <a:xfrm xmlns:a="http://schemas.openxmlformats.org/drawingml/2006/main">
            <a:off x="2893236" y="446641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2" name="modena node 153">
            <a:extLst xmlns:a="http://schemas.openxmlformats.org/drawingml/2006/main">
              <a:ext uri="{FF2B5EF4-FFF2-40B4-BE49-F238E27FC236}">
                <a16:creationId xmlns:a16="http://schemas.microsoft.com/office/drawing/2014/main" id="{D5BB9ECD-7461-4E96-8C4E-5C958950B69F}"/>
              </a:ext>
            </a:extLst>
          </p:cNvPr>
          <p:cNvSpPr>
            <a:spLocks xmlns:a="http://schemas.openxmlformats.org/drawingml/2006/main" noGrp="1"/>
          </p:cNvSpPr>
          <p:nvPr/>
        </p:nvSpPr>
        <p:spPr>
          <a:xfrm xmlns:a="http://schemas.openxmlformats.org/drawingml/2006/main">
            <a:off x="3039051" y="450464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3" name="modena node 154">
            <a:extLst xmlns:a="http://schemas.openxmlformats.org/drawingml/2006/main">
              <a:ext uri="{FF2B5EF4-FFF2-40B4-BE49-F238E27FC236}">
                <a16:creationId xmlns:a16="http://schemas.microsoft.com/office/drawing/2014/main" id="{3CF8E209-CDF8-4B61-9915-26E7DE8EE595}"/>
              </a:ext>
            </a:extLst>
          </p:cNvPr>
          <p:cNvSpPr>
            <a:spLocks xmlns:a="http://schemas.openxmlformats.org/drawingml/2006/main" noGrp="1"/>
          </p:cNvSpPr>
          <p:nvPr/>
        </p:nvSpPr>
        <p:spPr>
          <a:xfrm xmlns:a="http://schemas.openxmlformats.org/drawingml/2006/main">
            <a:off x="2481066" y="474010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4" name="modena node 155">
            <a:extLst xmlns:a="http://schemas.openxmlformats.org/drawingml/2006/main">
              <a:ext uri="{FF2B5EF4-FFF2-40B4-BE49-F238E27FC236}">
                <a16:creationId xmlns:a16="http://schemas.microsoft.com/office/drawing/2014/main" id="{D3F2B57B-6E6D-4AC0-9C89-E38325F6B453}"/>
              </a:ext>
            </a:extLst>
          </p:cNvPr>
          <p:cNvSpPr>
            <a:spLocks xmlns:a="http://schemas.openxmlformats.org/drawingml/2006/main" noGrp="1"/>
          </p:cNvSpPr>
          <p:nvPr/>
        </p:nvSpPr>
        <p:spPr>
          <a:xfrm xmlns:a="http://schemas.openxmlformats.org/drawingml/2006/main">
            <a:off x="2979718" y="488269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5" name="modena node 156">
            <a:extLst xmlns:a="http://schemas.openxmlformats.org/drawingml/2006/main">
              <a:ext uri="{FF2B5EF4-FFF2-40B4-BE49-F238E27FC236}">
                <a16:creationId xmlns:a16="http://schemas.microsoft.com/office/drawing/2014/main" id="{D18CF1E8-195F-4D38-B197-B5A443F6753B}"/>
              </a:ext>
            </a:extLst>
          </p:cNvPr>
          <p:cNvSpPr>
            <a:spLocks xmlns:a="http://schemas.openxmlformats.org/drawingml/2006/main" noGrp="1"/>
          </p:cNvSpPr>
          <p:nvPr/>
        </p:nvSpPr>
        <p:spPr>
          <a:xfrm xmlns:a="http://schemas.openxmlformats.org/drawingml/2006/main">
            <a:off x="2980069" y="489395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6" name="modena node 157">
            <a:extLst xmlns:a="http://schemas.openxmlformats.org/drawingml/2006/main">
              <a:ext uri="{FF2B5EF4-FFF2-40B4-BE49-F238E27FC236}">
                <a16:creationId xmlns:a16="http://schemas.microsoft.com/office/drawing/2014/main" id="{23DB6ACD-8FD0-4FD1-90CB-E5EE8052FEE7}"/>
              </a:ext>
            </a:extLst>
          </p:cNvPr>
          <p:cNvSpPr>
            <a:spLocks xmlns:a="http://schemas.openxmlformats.org/drawingml/2006/main" noGrp="1"/>
          </p:cNvSpPr>
          <p:nvPr/>
        </p:nvSpPr>
        <p:spPr>
          <a:xfrm xmlns:a="http://schemas.openxmlformats.org/drawingml/2006/main">
            <a:off x="3351020" y="504709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7" name="modena node 158">
            <a:extLst xmlns:a="http://schemas.openxmlformats.org/drawingml/2006/main">
              <a:ext uri="{FF2B5EF4-FFF2-40B4-BE49-F238E27FC236}">
                <a16:creationId xmlns:a16="http://schemas.microsoft.com/office/drawing/2014/main" id="{608BB36C-5675-4011-A63E-3C2B89B2D0B8}"/>
              </a:ext>
            </a:extLst>
          </p:cNvPr>
          <p:cNvSpPr>
            <a:spLocks xmlns:a="http://schemas.openxmlformats.org/drawingml/2006/main" noGrp="1"/>
          </p:cNvSpPr>
          <p:nvPr/>
        </p:nvSpPr>
        <p:spPr>
          <a:xfrm xmlns:a="http://schemas.openxmlformats.org/drawingml/2006/main">
            <a:off x="3738564" y="506585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8" name="modena node 159">
            <a:extLst xmlns:a="http://schemas.openxmlformats.org/drawingml/2006/main">
              <a:ext uri="{FF2B5EF4-FFF2-40B4-BE49-F238E27FC236}">
                <a16:creationId xmlns:a16="http://schemas.microsoft.com/office/drawing/2014/main" id="{4ABACB3D-02C5-41F5-B008-91EA47EB5802}"/>
              </a:ext>
            </a:extLst>
          </p:cNvPr>
          <p:cNvSpPr>
            <a:spLocks xmlns:a="http://schemas.openxmlformats.org/drawingml/2006/main" noGrp="1"/>
          </p:cNvSpPr>
          <p:nvPr/>
        </p:nvSpPr>
        <p:spPr>
          <a:xfrm xmlns:a="http://schemas.openxmlformats.org/drawingml/2006/main">
            <a:off x="3947349" y="513245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89" name="modena node 160">
            <a:extLst xmlns:a="http://schemas.openxmlformats.org/drawingml/2006/main">
              <a:ext uri="{FF2B5EF4-FFF2-40B4-BE49-F238E27FC236}">
                <a16:creationId xmlns:a16="http://schemas.microsoft.com/office/drawing/2014/main" id="{305D1BB0-7748-4117-9FDB-6C9D81F7B50A}"/>
              </a:ext>
            </a:extLst>
          </p:cNvPr>
          <p:cNvSpPr>
            <a:spLocks xmlns:a="http://schemas.openxmlformats.org/drawingml/2006/main" noGrp="1"/>
          </p:cNvSpPr>
          <p:nvPr/>
        </p:nvSpPr>
        <p:spPr>
          <a:xfrm xmlns:a="http://schemas.openxmlformats.org/drawingml/2006/main">
            <a:off x="4027437" y="508578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0" name="modena node 161">
            <a:extLst xmlns:a="http://schemas.openxmlformats.org/drawingml/2006/main">
              <a:ext uri="{FF2B5EF4-FFF2-40B4-BE49-F238E27FC236}">
                <a16:creationId xmlns:a16="http://schemas.microsoft.com/office/drawing/2014/main" id="{8624071D-D6E5-4284-A301-D42C73197C95}"/>
              </a:ext>
            </a:extLst>
          </p:cNvPr>
          <p:cNvSpPr>
            <a:spLocks xmlns:a="http://schemas.openxmlformats.org/drawingml/2006/main" noGrp="1"/>
          </p:cNvSpPr>
          <p:nvPr/>
        </p:nvSpPr>
        <p:spPr>
          <a:xfrm xmlns:a="http://schemas.openxmlformats.org/drawingml/2006/main">
            <a:off x="4121653" y="485713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1" name="modena node 162">
            <a:extLst xmlns:a="http://schemas.openxmlformats.org/drawingml/2006/main">
              <a:ext uri="{FF2B5EF4-FFF2-40B4-BE49-F238E27FC236}">
                <a16:creationId xmlns:a16="http://schemas.microsoft.com/office/drawing/2014/main" id="{48BF277B-8964-4A73-9AE5-EC63EE1A45DD}"/>
              </a:ext>
            </a:extLst>
          </p:cNvPr>
          <p:cNvSpPr>
            <a:spLocks xmlns:a="http://schemas.openxmlformats.org/drawingml/2006/main" noGrp="1"/>
          </p:cNvSpPr>
          <p:nvPr/>
        </p:nvSpPr>
        <p:spPr>
          <a:xfrm xmlns:a="http://schemas.openxmlformats.org/drawingml/2006/main">
            <a:off x="3786116" y="474479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2" name="modena node 163">
            <a:extLst xmlns:a="http://schemas.openxmlformats.org/drawingml/2006/main">
              <a:ext uri="{FF2B5EF4-FFF2-40B4-BE49-F238E27FC236}">
                <a16:creationId xmlns:a16="http://schemas.microsoft.com/office/drawing/2014/main" id="{BC948C35-4402-4CBC-A7B2-79CD20E3AFE4}"/>
              </a:ext>
            </a:extLst>
          </p:cNvPr>
          <p:cNvSpPr>
            <a:spLocks xmlns:a="http://schemas.openxmlformats.org/drawingml/2006/main" noGrp="1"/>
          </p:cNvSpPr>
          <p:nvPr/>
        </p:nvSpPr>
        <p:spPr>
          <a:xfrm xmlns:a="http://schemas.openxmlformats.org/drawingml/2006/main">
            <a:off x="3893582" y="480483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3" name="modena node 164">
            <a:extLst xmlns:a="http://schemas.openxmlformats.org/drawingml/2006/main">
              <a:ext uri="{FF2B5EF4-FFF2-40B4-BE49-F238E27FC236}">
                <a16:creationId xmlns:a16="http://schemas.microsoft.com/office/drawing/2014/main" id="{3A761C48-30CF-4E36-BAE2-F36BAB1EB3D8}"/>
              </a:ext>
            </a:extLst>
          </p:cNvPr>
          <p:cNvSpPr>
            <a:spLocks xmlns:a="http://schemas.openxmlformats.org/drawingml/2006/main" noGrp="1"/>
          </p:cNvSpPr>
          <p:nvPr/>
        </p:nvSpPr>
        <p:spPr>
          <a:xfrm xmlns:a="http://schemas.openxmlformats.org/drawingml/2006/main">
            <a:off x="3709193" y="476519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4" name="modena node 165">
            <a:extLst xmlns:a="http://schemas.openxmlformats.org/drawingml/2006/main">
              <a:ext uri="{FF2B5EF4-FFF2-40B4-BE49-F238E27FC236}">
                <a16:creationId xmlns:a16="http://schemas.microsoft.com/office/drawing/2014/main" id="{2D150497-D64B-4C93-BC50-F7C8C5EA6798}"/>
              </a:ext>
            </a:extLst>
          </p:cNvPr>
          <p:cNvSpPr>
            <a:spLocks xmlns:a="http://schemas.openxmlformats.org/drawingml/2006/main" noGrp="1"/>
          </p:cNvSpPr>
          <p:nvPr/>
        </p:nvSpPr>
        <p:spPr>
          <a:xfrm xmlns:a="http://schemas.openxmlformats.org/drawingml/2006/main">
            <a:off x="3676417" y="476613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5" name="modena node 166">
            <a:extLst xmlns:a="http://schemas.openxmlformats.org/drawingml/2006/main">
              <a:ext uri="{FF2B5EF4-FFF2-40B4-BE49-F238E27FC236}">
                <a16:creationId xmlns:a16="http://schemas.microsoft.com/office/drawing/2014/main" id="{00DB148C-4FAB-4039-8ADD-2758A4B59526}"/>
              </a:ext>
            </a:extLst>
          </p:cNvPr>
          <p:cNvSpPr>
            <a:spLocks xmlns:a="http://schemas.openxmlformats.org/drawingml/2006/main" noGrp="1"/>
          </p:cNvSpPr>
          <p:nvPr/>
        </p:nvSpPr>
        <p:spPr>
          <a:xfrm xmlns:a="http://schemas.openxmlformats.org/drawingml/2006/main">
            <a:off x="4363327" y="439231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6" name="modena node 167">
            <a:extLst xmlns:a="http://schemas.openxmlformats.org/drawingml/2006/main">
              <a:ext uri="{FF2B5EF4-FFF2-40B4-BE49-F238E27FC236}">
                <a16:creationId xmlns:a16="http://schemas.microsoft.com/office/drawing/2014/main" id="{2B0F2D79-869B-419C-A3BA-A8E8D86DB27E}"/>
              </a:ext>
            </a:extLst>
          </p:cNvPr>
          <p:cNvSpPr>
            <a:spLocks xmlns:a="http://schemas.openxmlformats.org/drawingml/2006/main" noGrp="1"/>
          </p:cNvSpPr>
          <p:nvPr/>
        </p:nvSpPr>
        <p:spPr>
          <a:xfrm xmlns:a="http://schemas.openxmlformats.org/drawingml/2006/main">
            <a:off x="4338937" y="440122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7" name="modena node 168">
            <a:extLst xmlns:a="http://schemas.openxmlformats.org/drawingml/2006/main">
              <a:ext uri="{FF2B5EF4-FFF2-40B4-BE49-F238E27FC236}">
                <a16:creationId xmlns:a16="http://schemas.microsoft.com/office/drawing/2014/main" id="{2D9931C7-1B38-4DFF-B0E9-1B4748834798}"/>
              </a:ext>
            </a:extLst>
          </p:cNvPr>
          <p:cNvSpPr>
            <a:spLocks xmlns:a="http://schemas.openxmlformats.org/drawingml/2006/main" noGrp="1"/>
          </p:cNvSpPr>
          <p:nvPr/>
        </p:nvSpPr>
        <p:spPr>
          <a:xfrm xmlns:a="http://schemas.openxmlformats.org/drawingml/2006/main">
            <a:off x="4306516" y="446126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8" name="modena node 169">
            <a:extLst xmlns:a="http://schemas.openxmlformats.org/drawingml/2006/main">
              <a:ext uri="{FF2B5EF4-FFF2-40B4-BE49-F238E27FC236}">
                <a16:creationId xmlns:a16="http://schemas.microsoft.com/office/drawing/2014/main" id="{D473CDF1-9D88-48C7-B954-ED66ACB032D9}"/>
              </a:ext>
            </a:extLst>
          </p:cNvPr>
          <p:cNvSpPr>
            <a:spLocks xmlns:a="http://schemas.openxmlformats.org/drawingml/2006/main" noGrp="1"/>
          </p:cNvSpPr>
          <p:nvPr/>
        </p:nvSpPr>
        <p:spPr>
          <a:xfrm xmlns:a="http://schemas.openxmlformats.org/drawingml/2006/main">
            <a:off x="3920965" y="432523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499" name="modena node 170">
            <a:extLst xmlns:a="http://schemas.openxmlformats.org/drawingml/2006/main">
              <a:ext uri="{FF2B5EF4-FFF2-40B4-BE49-F238E27FC236}">
                <a16:creationId xmlns:a16="http://schemas.microsoft.com/office/drawing/2014/main" id="{6D9465A1-2DA5-419C-8AF6-16E1A4278382}"/>
              </a:ext>
            </a:extLst>
          </p:cNvPr>
          <p:cNvSpPr>
            <a:spLocks xmlns:a="http://schemas.openxmlformats.org/drawingml/2006/main" noGrp="1"/>
          </p:cNvSpPr>
          <p:nvPr/>
        </p:nvSpPr>
        <p:spPr>
          <a:xfrm xmlns:a="http://schemas.openxmlformats.org/drawingml/2006/main">
            <a:off x="3328449" y="442092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0" name="modena node 171">
            <a:extLst xmlns:a="http://schemas.openxmlformats.org/drawingml/2006/main">
              <a:ext uri="{FF2B5EF4-FFF2-40B4-BE49-F238E27FC236}">
                <a16:creationId xmlns:a16="http://schemas.microsoft.com/office/drawing/2014/main" id="{81B5D6A9-A2C6-4E76-8FFC-DCDB0D370088}"/>
              </a:ext>
            </a:extLst>
          </p:cNvPr>
          <p:cNvSpPr>
            <a:spLocks xmlns:a="http://schemas.openxmlformats.org/drawingml/2006/main" noGrp="1"/>
          </p:cNvSpPr>
          <p:nvPr/>
        </p:nvSpPr>
        <p:spPr>
          <a:xfrm xmlns:a="http://schemas.openxmlformats.org/drawingml/2006/main">
            <a:off x="3281133" y="442350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1" name="modena node 172">
            <a:extLst xmlns:a="http://schemas.openxmlformats.org/drawingml/2006/main">
              <a:ext uri="{FF2B5EF4-FFF2-40B4-BE49-F238E27FC236}">
                <a16:creationId xmlns:a16="http://schemas.microsoft.com/office/drawing/2014/main" id="{A7188E0A-3DB6-4D35-8955-CE696ACDE092}"/>
              </a:ext>
            </a:extLst>
          </p:cNvPr>
          <p:cNvSpPr>
            <a:spLocks xmlns:a="http://schemas.openxmlformats.org/drawingml/2006/main" noGrp="1"/>
          </p:cNvSpPr>
          <p:nvPr/>
        </p:nvSpPr>
        <p:spPr>
          <a:xfrm xmlns:a="http://schemas.openxmlformats.org/drawingml/2006/main">
            <a:off x="3333961" y="449925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2" name="modena node 173">
            <a:extLst xmlns:a="http://schemas.openxmlformats.org/drawingml/2006/main">
              <a:ext uri="{FF2B5EF4-FFF2-40B4-BE49-F238E27FC236}">
                <a16:creationId xmlns:a16="http://schemas.microsoft.com/office/drawing/2014/main" id="{14FF797A-94C2-47FE-B707-6B3CDF6D2289}"/>
              </a:ext>
            </a:extLst>
          </p:cNvPr>
          <p:cNvSpPr>
            <a:spLocks xmlns:a="http://schemas.openxmlformats.org/drawingml/2006/main" noGrp="1"/>
          </p:cNvSpPr>
          <p:nvPr/>
        </p:nvSpPr>
        <p:spPr>
          <a:xfrm xmlns:a="http://schemas.openxmlformats.org/drawingml/2006/main">
            <a:off x="3312502" y="449315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3" name="modena node 174">
            <a:extLst xmlns:a="http://schemas.openxmlformats.org/drawingml/2006/main">
              <a:ext uri="{FF2B5EF4-FFF2-40B4-BE49-F238E27FC236}">
                <a16:creationId xmlns:a16="http://schemas.microsoft.com/office/drawing/2014/main" id="{12DE1951-E325-45A5-ACBF-FC3DB3001D58}"/>
              </a:ext>
            </a:extLst>
          </p:cNvPr>
          <p:cNvSpPr>
            <a:spLocks xmlns:a="http://schemas.openxmlformats.org/drawingml/2006/main" noGrp="1"/>
          </p:cNvSpPr>
          <p:nvPr/>
        </p:nvSpPr>
        <p:spPr>
          <a:xfrm xmlns:a="http://schemas.openxmlformats.org/drawingml/2006/main">
            <a:off x="4217690" y="402247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4" name="modena node 175">
            <a:extLst xmlns:a="http://schemas.openxmlformats.org/drawingml/2006/main">
              <a:ext uri="{FF2B5EF4-FFF2-40B4-BE49-F238E27FC236}">
                <a16:creationId xmlns:a16="http://schemas.microsoft.com/office/drawing/2014/main" id="{3DC4606A-EA1E-47C3-B3D7-06F0DFA63C1F}"/>
              </a:ext>
            </a:extLst>
          </p:cNvPr>
          <p:cNvSpPr>
            <a:spLocks xmlns:a="http://schemas.openxmlformats.org/drawingml/2006/main" noGrp="1"/>
          </p:cNvSpPr>
          <p:nvPr/>
        </p:nvSpPr>
        <p:spPr>
          <a:xfrm xmlns:a="http://schemas.openxmlformats.org/drawingml/2006/main">
            <a:off x="4211240" y="398307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5" name="modena node 176">
            <a:extLst xmlns:a="http://schemas.openxmlformats.org/drawingml/2006/main">
              <a:ext uri="{FF2B5EF4-FFF2-40B4-BE49-F238E27FC236}">
                <a16:creationId xmlns:a16="http://schemas.microsoft.com/office/drawing/2014/main" id="{1BDAF755-2CAE-4AA1-A1FD-889D6BCA5811}"/>
              </a:ext>
            </a:extLst>
          </p:cNvPr>
          <p:cNvSpPr>
            <a:spLocks xmlns:a="http://schemas.openxmlformats.org/drawingml/2006/main" noGrp="1"/>
          </p:cNvSpPr>
          <p:nvPr/>
        </p:nvSpPr>
        <p:spPr>
          <a:xfrm xmlns:a="http://schemas.openxmlformats.org/drawingml/2006/main">
            <a:off x="4443828" y="393663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6" name="modena node 177">
            <a:extLst xmlns:a="http://schemas.openxmlformats.org/drawingml/2006/main">
              <a:ext uri="{FF2B5EF4-FFF2-40B4-BE49-F238E27FC236}">
                <a16:creationId xmlns:a16="http://schemas.microsoft.com/office/drawing/2014/main" id="{D5204E3D-FDBD-4A22-AFB8-5D3FD8A882B2}"/>
              </a:ext>
            </a:extLst>
          </p:cNvPr>
          <p:cNvSpPr>
            <a:spLocks xmlns:a="http://schemas.openxmlformats.org/drawingml/2006/main" noGrp="1"/>
          </p:cNvSpPr>
          <p:nvPr/>
        </p:nvSpPr>
        <p:spPr>
          <a:xfrm xmlns:a="http://schemas.openxmlformats.org/drawingml/2006/main">
            <a:off x="4532125" y="378115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7" name="modena node 178">
            <a:extLst xmlns:a="http://schemas.openxmlformats.org/drawingml/2006/main">
              <a:ext uri="{FF2B5EF4-FFF2-40B4-BE49-F238E27FC236}">
                <a16:creationId xmlns:a16="http://schemas.microsoft.com/office/drawing/2014/main" id="{8EC0055A-8D20-419A-9650-329581845DA7}"/>
              </a:ext>
            </a:extLst>
          </p:cNvPr>
          <p:cNvSpPr>
            <a:spLocks xmlns:a="http://schemas.openxmlformats.org/drawingml/2006/main" noGrp="1"/>
          </p:cNvSpPr>
          <p:nvPr/>
        </p:nvSpPr>
        <p:spPr>
          <a:xfrm xmlns:a="http://schemas.openxmlformats.org/drawingml/2006/main">
            <a:off x="4501107" y="368007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8" name="modena node 179">
            <a:extLst xmlns:a="http://schemas.openxmlformats.org/drawingml/2006/main">
              <a:ext uri="{FF2B5EF4-FFF2-40B4-BE49-F238E27FC236}">
                <a16:creationId xmlns:a16="http://schemas.microsoft.com/office/drawing/2014/main" id="{9C9C08EC-E8BA-4DAD-9547-DDD9F2C04981}"/>
              </a:ext>
            </a:extLst>
          </p:cNvPr>
          <p:cNvSpPr>
            <a:spLocks xmlns:a="http://schemas.openxmlformats.org/drawingml/2006/main" noGrp="1"/>
          </p:cNvSpPr>
          <p:nvPr/>
        </p:nvSpPr>
        <p:spPr>
          <a:xfrm xmlns:a="http://schemas.openxmlformats.org/drawingml/2006/main">
            <a:off x="4424715" y="362824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09" name="modena node 180">
            <a:extLst xmlns:a="http://schemas.openxmlformats.org/drawingml/2006/main">
              <a:ext uri="{FF2B5EF4-FFF2-40B4-BE49-F238E27FC236}">
                <a16:creationId xmlns:a16="http://schemas.microsoft.com/office/drawing/2014/main" id="{7369CE73-0CFD-4092-B057-767E1405141A}"/>
              </a:ext>
            </a:extLst>
          </p:cNvPr>
          <p:cNvSpPr>
            <a:spLocks xmlns:a="http://schemas.openxmlformats.org/drawingml/2006/main" noGrp="1"/>
          </p:cNvSpPr>
          <p:nvPr/>
        </p:nvSpPr>
        <p:spPr>
          <a:xfrm xmlns:a="http://schemas.openxmlformats.org/drawingml/2006/main">
            <a:off x="4531947" y="372885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0" name="modena node 181">
            <a:extLst xmlns:a="http://schemas.openxmlformats.org/drawingml/2006/main">
              <a:ext uri="{FF2B5EF4-FFF2-40B4-BE49-F238E27FC236}">
                <a16:creationId xmlns:a16="http://schemas.microsoft.com/office/drawing/2014/main" id="{82530DD5-A05C-401D-850A-D0BE72E35649}"/>
              </a:ext>
            </a:extLst>
          </p:cNvPr>
          <p:cNvSpPr>
            <a:spLocks xmlns:a="http://schemas.openxmlformats.org/drawingml/2006/main" noGrp="1"/>
          </p:cNvSpPr>
          <p:nvPr/>
        </p:nvSpPr>
        <p:spPr>
          <a:xfrm xmlns:a="http://schemas.openxmlformats.org/drawingml/2006/main">
            <a:off x="4204969" y="324925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1" name="modena node 182">
            <a:extLst xmlns:a="http://schemas.openxmlformats.org/drawingml/2006/main">
              <a:ext uri="{FF2B5EF4-FFF2-40B4-BE49-F238E27FC236}">
                <a16:creationId xmlns:a16="http://schemas.microsoft.com/office/drawing/2014/main" id="{9436D95E-3153-49C3-AF3C-BF358BE212F7}"/>
              </a:ext>
            </a:extLst>
          </p:cNvPr>
          <p:cNvSpPr>
            <a:spLocks xmlns:a="http://schemas.openxmlformats.org/drawingml/2006/main" noGrp="1"/>
          </p:cNvSpPr>
          <p:nvPr/>
        </p:nvSpPr>
        <p:spPr>
          <a:xfrm xmlns:a="http://schemas.openxmlformats.org/drawingml/2006/main">
            <a:off x="4131682" y="322393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2" name="modena node 183">
            <a:extLst xmlns:a="http://schemas.openxmlformats.org/drawingml/2006/main">
              <a:ext uri="{FF2B5EF4-FFF2-40B4-BE49-F238E27FC236}">
                <a16:creationId xmlns:a16="http://schemas.microsoft.com/office/drawing/2014/main" id="{D3C15959-6886-4F15-932B-CF5CB8F081A4}"/>
              </a:ext>
            </a:extLst>
          </p:cNvPr>
          <p:cNvSpPr>
            <a:spLocks xmlns:a="http://schemas.openxmlformats.org/drawingml/2006/main" noGrp="1"/>
          </p:cNvSpPr>
          <p:nvPr/>
        </p:nvSpPr>
        <p:spPr>
          <a:xfrm xmlns:a="http://schemas.openxmlformats.org/drawingml/2006/main">
            <a:off x="3970449" y="318171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3" name="modena node 184">
            <a:extLst xmlns:a="http://schemas.openxmlformats.org/drawingml/2006/main">
              <a:ext uri="{FF2B5EF4-FFF2-40B4-BE49-F238E27FC236}">
                <a16:creationId xmlns:a16="http://schemas.microsoft.com/office/drawing/2014/main" id="{B93F1252-065F-4610-AEAC-91B330BA3FCD}"/>
              </a:ext>
            </a:extLst>
          </p:cNvPr>
          <p:cNvSpPr>
            <a:spLocks xmlns:a="http://schemas.openxmlformats.org/drawingml/2006/main" noGrp="1"/>
          </p:cNvSpPr>
          <p:nvPr/>
        </p:nvSpPr>
        <p:spPr>
          <a:xfrm xmlns:a="http://schemas.openxmlformats.org/drawingml/2006/main">
            <a:off x="3802884" y="312660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4" name="modena node 185">
            <a:extLst xmlns:a="http://schemas.openxmlformats.org/drawingml/2006/main">
              <a:ext uri="{FF2B5EF4-FFF2-40B4-BE49-F238E27FC236}">
                <a16:creationId xmlns:a16="http://schemas.microsoft.com/office/drawing/2014/main" id="{F6A3A033-CA5B-4A56-A302-E09448C14255}"/>
              </a:ext>
            </a:extLst>
          </p:cNvPr>
          <p:cNvSpPr>
            <a:spLocks xmlns:a="http://schemas.openxmlformats.org/drawingml/2006/main" noGrp="1"/>
          </p:cNvSpPr>
          <p:nvPr/>
        </p:nvSpPr>
        <p:spPr>
          <a:xfrm xmlns:a="http://schemas.openxmlformats.org/drawingml/2006/main">
            <a:off x="3884028" y="326333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5" name="modena node 186">
            <a:extLst xmlns:a="http://schemas.openxmlformats.org/drawingml/2006/main">
              <a:ext uri="{FF2B5EF4-FFF2-40B4-BE49-F238E27FC236}">
                <a16:creationId xmlns:a16="http://schemas.microsoft.com/office/drawing/2014/main" id="{3A9A078C-3E87-4A43-9EF9-EAD3D3300375}"/>
              </a:ext>
            </a:extLst>
          </p:cNvPr>
          <p:cNvSpPr>
            <a:spLocks xmlns:a="http://schemas.openxmlformats.org/drawingml/2006/main" noGrp="1"/>
          </p:cNvSpPr>
          <p:nvPr/>
        </p:nvSpPr>
        <p:spPr>
          <a:xfrm xmlns:a="http://schemas.openxmlformats.org/drawingml/2006/main">
            <a:off x="3825633" y="343195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6" name="modena node 187">
            <a:extLst xmlns:a="http://schemas.openxmlformats.org/drawingml/2006/main">
              <a:ext uri="{FF2B5EF4-FFF2-40B4-BE49-F238E27FC236}">
                <a16:creationId xmlns:a16="http://schemas.microsoft.com/office/drawing/2014/main" id="{8C3DE942-DDA2-4DBF-BF33-3A022B97FF46}"/>
              </a:ext>
            </a:extLst>
          </p:cNvPr>
          <p:cNvSpPr>
            <a:spLocks xmlns:a="http://schemas.openxmlformats.org/drawingml/2006/main" noGrp="1"/>
          </p:cNvSpPr>
          <p:nvPr/>
        </p:nvSpPr>
        <p:spPr>
          <a:xfrm xmlns:a="http://schemas.openxmlformats.org/drawingml/2006/main">
            <a:off x="3440020" y="350840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7" name="modena node 188">
            <a:extLst xmlns:a="http://schemas.openxmlformats.org/drawingml/2006/main">
              <a:ext uri="{FF2B5EF4-FFF2-40B4-BE49-F238E27FC236}">
                <a16:creationId xmlns:a16="http://schemas.microsoft.com/office/drawing/2014/main" id="{3B5E3268-C5F2-4436-967D-4FC682625F60}"/>
              </a:ext>
            </a:extLst>
          </p:cNvPr>
          <p:cNvSpPr>
            <a:spLocks xmlns:a="http://schemas.openxmlformats.org/drawingml/2006/main" noGrp="1"/>
          </p:cNvSpPr>
          <p:nvPr/>
        </p:nvSpPr>
        <p:spPr>
          <a:xfrm xmlns:a="http://schemas.openxmlformats.org/drawingml/2006/main">
            <a:off x="3749587" y="355202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8" name="modena node 189">
            <a:extLst xmlns:a="http://schemas.openxmlformats.org/drawingml/2006/main">
              <a:ext uri="{FF2B5EF4-FFF2-40B4-BE49-F238E27FC236}">
                <a16:creationId xmlns:a16="http://schemas.microsoft.com/office/drawing/2014/main" id="{60B3520B-FF76-4AD0-8B22-78A2DC569200}"/>
              </a:ext>
            </a:extLst>
          </p:cNvPr>
          <p:cNvSpPr>
            <a:spLocks xmlns:a="http://schemas.openxmlformats.org/drawingml/2006/main" noGrp="1"/>
          </p:cNvSpPr>
          <p:nvPr/>
        </p:nvSpPr>
        <p:spPr>
          <a:xfrm xmlns:a="http://schemas.openxmlformats.org/drawingml/2006/main">
            <a:off x="3319889" y="366271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19" name="modena node 190">
            <a:extLst xmlns:a="http://schemas.openxmlformats.org/drawingml/2006/main">
              <a:ext uri="{FF2B5EF4-FFF2-40B4-BE49-F238E27FC236}">
                <a16:creationId xmlns:a16="http://schemas.microsoft.com/office/drawing/2014/main" id="{D74875A5-38DF-4095-A197-11A0E4A9051F}"/>
              </a:ext>
            </a:extLst>
          </p:cNvPr>
          <p:cNvSpPr>
            <a:spLocks xmlns:a="http://schemas.openxmlformats.org/drawingml/2006/main" noGrp="1"/>
          </p:cNvSpPr>
          <p:nvPr/>
        </p:nvSpPr>
        <p:spPr>
          <a:xfrm xmlns:a="http://schemas.openxmlformats.org/drawingml/2006/main">
            <a:off x="3258736" y="371689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0" name="modena node 191">
            <a:extLst xmlns:a="http://schemas.openxmlformats.org/drawingml/2006/main">
              <a:ext uri="{FF2B5EF4-FFF2-40B4-BE49-F238E27FC236}">
                <a16:creationId xmlns:a16="http://schemas.microsoft.com/office/drawing/2014/main" id="{BD17420E-A8C2-42E1-9B04-5F79BD6823D4}"/>
              </a:ext>
            </a:extLst>
          </p:cNvPr>
          <p:cNvSpPr>
            <a:spLocks xmlns:a="http://schemas.openxmlformats.org/drawingml/2006/main" noGrp="1"/>
          </p:cNvSpPr>
          <p:nvPr/>
        </p:nvSpPr>
        <p:spPr>
          <a:xfrm xmlns:a="http://schemas.openxmlformats.org/drawingml/2006/main">
            <a:off x="3226841" y="377247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1" name="modena node 192">
            <a:extLst xmlns:a="http://schemas.openxmlformats.org/drawingml/2006/main">
              <a:ext uri="{FF2B5EF4-FFF2-40B4-BE49-F238E27FC236}">
                <a16:creationId xmlns:a16="http://schemas.microsoft.com/office/drawing/2014/main" id="{4B09AFBD-5025-418B-971D-743B9E6E0EDA}"/>
              </a:ext>
            </a:extLst>
          </p:cNvPr>
          <p:cNvSpPr>
            <a:spLocks xmlns:a="http://schemas.openxmlformats.org/drawingml/2006/main" noGrp="1"/>
          </p:cNvSpPr>
          <p:nvPr/>
        </p:nvSpPr>
        <p:spPr>
          <a:xfrm xmlns:a="http://schemas.openxmlformats.org/drawingml/2006/main">
            <a:off x="3208197" y="376825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2" name="modena node 193">
            <a:extLst xmlns:a="http://schemas.openxmlformats.org/drawingml/2006/main">
              <a:ext uri="{FF2B5EF4-FFF2-40B4-BE49-F238E27FC236}">
                <a16:creationId xmlns:a16="http://schemas.microsoft.com/office/drawing/2014/main" id="{E17B9F51-4FC7-4A27-9980-B561E8528796}"/>
              </a:ext>
            </a:extLst>
          </p:cNvPr>
          <p:cNvSpPr>
            <a:spLocks xmlns:a="http://schemas.openxmlformats.org/drawingml/2006/main" noGrp="1"/>
          </p:cNvSpPr>
          <p:nvPr/>
        </p:nvSpPr>
        <p:spPr>
          <a:xfrm xmlns:a="http://schemas.openxmlformats.org/drawingml/2006/main">
            <a:off x="3088943" y="313973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3" name="modena node 194">
            <a:extLst xmlns:a="http://schemas.openxmlformats.org/drawingml/2006/main">
              <a:ext uri="{FF2B5EF4-FFF2-40B4-BE49-F238E27FC236}">
                <a16:creationId xmlns:a16="http://schemas.microsoft.com/office/drawing/2014/main" id="{001E4525-9180-4DAB-A14E-224515CC20B6}"/>
              </a:ext>
            </a:extLst>
          </p:cNvPr>
          <p:cNvSpPr>
            <a:spLocks xmlns:a="http://schemas.openxmlformats.org/drawingml/2006/main" noGrp="1"/>
          </p:cNvSpPr>
          <p:nvPr/>
        </p:nvSpPr>
        <p:spPr>
          <a:xfrm xmlns:a="http://schemas.openxmlformats.org/drawingml/2006/main">
            <a:off x="2934103" y="336534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4" name="modena node 195">
            <a:extLst xmlns:a="http://schemas.openxmlformats.org/drawingml/2006/main">
              <a:ext uri="{FF2B5EF4-FFF2-40B4-BE49-F238E27FC236}">
                <a16:creationId xmlns:a16="http://schemas.microsoft.com/office/drawing/2014/main" id="{D21FE1B5-E499-432B-8E9D-4599974469B4}"/>
              </a:ext>
            </a:extLst>
          </p:cNvPr>
          <p:cNvSpPr>
            <a:spLocks xmlns:a="http://schemas.openxmlformats.org/drawingml/2006/main" noGrp="1"/>
          </p:cNvSpPr>
          <p:nvPr/>
        </p:nvSpPr>
        <p:spPr>
          <a:xfrm xmlns:a="http://schemas.openxmlformats.org/drawingml/2006/main">
            <a:off x="3142240" y="352247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5" name="modena node 196">
            <a:extLst xmlns:a="http://schemas.openxmlformats.org/drawingml/2006/main">
              <a:ext uri="{FF2B5EF4-FFF2-40B4-BE49-F238E27FC236}">
                <a16:creationId xmlns:a16="http://schemas.microsoft.com/office/drawing/2014/main" id="{68534950-B38E-425D-B5E0-2EF0331557AF}"/>
              </a:ext>
            </a:extLst>
          </p:cNvPr>
          <p:cNvSpPr>
            <a:spLocks xmlns:a="http://schemas.openxmlformats.org/drawingml/2006/main" noGrp="1"/>
          </p:cNvSpPr>
          <p:nvPr/>
        </p:nvSpPr>
        <p:spPr>
          <a:xfrm xmlns:a="http://schemas.openxmlformats.org/drawingml/2006/main">
            <a:off x="2816431" y="332313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6" name="modena node 197">
            <a:extLst xmlns:a="http://schemas.openxmlformats.org/drawingml/2006/main">
              <a:ext uri="{FF2B5EF4-FFF2-40B4-BE49-F238E27FC236}">
                <a16:creationId xmlns:a16="http://schemas.microsoft.com/office/drawing/2014/main" id="{E8F12C33-D27E-4AB6-8B32-6916A718F2D4}"/>
              </a:ext>
            </a:extLst>
          </p:cNvPr>
          <p:cNvSpPr>
            <a:spLocks xmlns:a="http://schemas.openxmlformats.org/drawingml/2006/main" noGrp="1"/>
          </p:cNvSpPr>
          <p:nvPr/>
        </p:nvSpPr>
        <p:spPr>
          <a:xfrm xmlns:a="http://schemas.openxmlformats.org/drawingml/2006/main">
            <a:off x="2998653" y="379475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7" name="modena node 198">
            <a:extLst xmlns:a="http://schemas.openxmlformats.org/drawingml/2006/main">
              <a:ext uri="{FF2B5EF4-FFF2-40B4-BE49-F238E27FC236}">
                <a16:creationId xmlns:a16="http://schemas.microsoft.com/office/drawing/2014/main" id="{11BC77B6-A701-495E-8727-95EEA06F8EEF}"/>
              </a:ext>
            </a:extLst>
          </p:cNvPr>
          <p:cNvSpPr>
            <a:spLocks xmlns:a="http://schemas.openxmlformats.org/drawingml/2006/main" noGrp="1"/>
          </p:cNvSpPr>
          <p:nvPr/>
        </p:nvSpPr>
        <p:spPr>
          <a:xfrm xmlns:a="http://schemas.openxmlformats.org/drawingml/2006/main">
            <a:off x="3107353" y="391342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8" name="modena node 199">
            <a:extLst xmlns:a="http://schemas.openxmlformats.org/drawingml/2006/main">
              <a:ext uri="{FF2B5EF4-FFF2-40B4-BE49-F238E27FC236}">
                <a16:creationId xmlns:a16="http://schemas.microsoft.com/office/drawing/2014/main" id="{CF8F9F92-5ACE-4499-9952-085D2D317F41}"/>
              </a:ext>
            </a:extLst>
          </p:cNvPr>
          <p:cNvSpPr>
            <a:spLocks xmlns:a="http://schemas.openxmlformats.org/drawingml/2006/main" noGrp="1"/>
          </p:cNvSpPr>
          <p:nvPr/>
        </p:nvSpPr>
        <p:spPr>
          <a:xfrm xmlns:a="http://schemas.openxmlformats.org/drawingml/2006/main">
            <a:off x="3089473" y="391834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29" name="modena node 200">
            <a:extLst xmlns:a="http://schemas.openxmlformats.org/drawingml/2006/main">
              <a:ext uri="{FF2B5EF4-FFF2-40B4-BE49-F238E27FC236}">
                <a16:creationId xmlns:a16="http://schemas.microsoft.com/office/drawing/2014/main" id="{C0498F2D-EA06-436D-8F1F-A79A345B15BF}"/>
              </a:ext>
            </a:extLst>
          </p:cNvPr>
          <p:cNvSpPr>
            <a:spLocks xmlns:a="http://schemas.openxmlformats.org/drawingml/2006/main" noGrp="1"/>
          </p:cNvSpPr>
          <p:nvPr/>
        </p:nvSpPr>
        <p:spPr>
          <a:xfrm xmlns:a="http://schemas.openxmlformats.org/drawingml/2006/main">
            <a:off x="3044914" y="396524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0" name="modena node 201">
            <a:extLst xmlns:a="http://schemas.openxmlformats.org/drawingml/2006/main">
              <a:ext uri="{FF2B5EF4-FFF2-40B4-BE49-F238E27FC236}">
                <a16:creationId xmlns:a16="http://schemas.microsoft.com/office/drawing/2014/main" id="{BF89943C-8023-4A83-922F-BC9FD9889FEB}"/>
              </a:ext>
            </a:extLst>
          </p:cNvPr>
          <p:cNvSpPr>
            <a:spLocks xmlns:a="http://schemas.openxmlformats.org/drawingml/2006/main" noGrp="1"/>
          </p:cNvSpPr>
          <p:nvPr/>
        </p:nvSpPr>
        <p:spPr>
          <a:xfrm xmlns:a="http://schemas.openxmlformats.org/drawingml/2006/main">
            <a:off x="3107531" y="396689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1" name="modena node 202">
            <a:extLst xmlns:a="http://schemas.openxmlformats.org/drawingml/2006/main">
              <a:ext uri="{FF2B5EF4-FFF2-40B4-BE49-F238E27FC236}">
                <a16:creationId xmlns:a16="http://schemas.microsoft.com/office/drawing/2014/main" id="{A6A83F31-62FA-4067-94A0-3B9D7A04CB1C}"/>
              </a:ext>
            </a:extLst>
          </p:cNvPr>
          <p:cNvSpPr>
            <a:spLocks xmlns:a="http://schemas.openxmlformats.org/drawingml/2006/main" noGrp="1"/>
          </p:cNvSpPr>
          <p:nvPr/>
        </p:nvSpPr>
        <p:spPr>
          <a:xfrm xmlns:a="http://schemas.openxmlformats.org/drawingml/2006/main">
            <a:off x="2897518" y="379780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2" name="modena node 203">
            <a:extLst xmlns:a="http://schemas.openxmlformats.org/drawingml/2006/main">
              <a:ext uri="{FF2B5EF4-FFF2-40B4-BE49-F238E27FC236}">
                <a16:creationId xmlns:a16="http://schemas.microsoft.com/office/drawing/2014/main" id="{AC6ACAB9-F55E-481E-97C1-BB53A0398F66}"/>
              </a:ext>
            </a:extLst>
          </p:cNvPr>
          <p:cNvSpPr>
            <a:spLocks xmlns:a="http://schemas.openxmlformats.org/drawingml/2006/main" noGrp="1"/>
          </p:cNvSpPr>
          <p:nvPr/>
        </p:nvSpPr>
        <p:spPr>
          <a:xfrm xmlns:a="http://schemas.openxmlformats.org/drawingml/2006/main">
            <a:off x="2894821" y="393124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3" name="modena node 204">
            <a:extLst xmlns:a="http://schemas.openxmlformats.org/drawingml/2006/main">
              <a:ext uri="{FF2B5EF4-FFF2-40B4-BE49-F238E27FC236}">
                <a16:creationId xmlns:a16="http://schemas.microsoft.com/office/drawing/2014/main" id="{27CCC059-F950-4FBE-B520-BBDA2404ED6C}"/>
              </a:ext>
            </a:extLst>
          </p:cNvPr>
          <p:cNvSpPr>
            <a:spLocks xmlns:a="http://schemas.openxmlformats.org/drawingml/2006/main" noGrp="1"/>
          </p:cNvSpPr>
          <p:nvPr/>
        </p:nvSpPr>
        <p:spPr>
          <a:xfrm xmlns:a="http://schemas.openxmlformats.org/drawingml/2006/main">
            <a:off x="3015717" y="402481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4" name="modena node 205">
            <a:extLst xmlns:a="http://schemas.openxmlformats.org/drawingml/2006/main">
              <a:ext uri="{FF2B5EF4-FFF2-40B4-BE49-F238E27FC236}">
                <a16:creationId xmlns:a16="http://schemas.microsoft.com/office/drawing/2014/main" id="{776ADCE3-3FB4-491A-B771-1B619E7C4E8F}"/>
              </a:ext>
            </a:extLst>
          </p:cNvPr>
          <p:cNvSpPr>
            <a:spLocks xmlns:a="http://schemas.openxmlformats.org/drawingml/2006/main" noGrp="1"/>
          </p:cNvSpPr>
          <p:nvPr/>
        </p:nvSpPr>
        <p:spPr>
          <a:xfrm xmlns:a="http://schemas.openxmlformats.org/drawingml/2006/main">
            <a:off x="2894995" y="409517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5" name="modena node 206">
            <a:extLst xmlns:a="http://schemas.openxmlformats.org/drawingml/2006/main">
              <a:ext uri="{FF2B5EF4-FFF2-40B4-BE49-F238E27FC236}">
                <a16:creationId xmlns:a16="http://schemas.microsoft.com/office/drawing/2014/main" id="{2D80500B-7D78-4C3E-A2A9-865057E1212F}"/>
              </a:ext>
            </a:extLst>
          </p:cNvPr>
          <p:cNvSpPr>
            <a:spLocks xmlns:a="http://schemas.openxmlformats.org/drawingml/2006/main" noGrp="1"/>
          </p:cNvSpPr>
          <p:nvPr/>
        </p:nvSpPr>
        <p:spPr>
          <a:xfrm xmlns:a="http://schemas.openxmlformats.org/drawingml/2006/main">
            <a:off x="2374711" y="363715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6" name="modena node 207">
            <a:extLst xmlns:a="http://schemas.openxmlformats.org/drawingml/2006/main">
              <a:ext uri="{FF2B5EF4-FFF2-40B4-BE49-F238E27FC236}">
                <a16:creationId xmlns:a16="http://schemas.microsoft.com/office/drawing/2014/main" id="{36BB8200-4437-4203-9B10-3E740262762D}"/>
              </a:ext>
            </a:extLst>
          </p:cNvPr>
          <p:cNvSpPr>
            <a:spLocks xmlns:a="http://schemas.openxmlformats.org/drawingml/2006/main" noGrp="1"/>
          </p:cNvSpPr>
          <p:nvPr/>
        </p:nvSpPr>
        <p:spPr>
          <a:xfrm xmlns:a="http://schemas.openxmlformats.org/drawingml/2006/main">
            <a:off x="2092701" y="330718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7" name="modena node 208">
            <a:extLst xmlns:a="http://schemas.openxmlformats.org/drawingml/2006/main">
              <a:ext uri="{FF2B5EF4-FFF2-40B4-BE49-F238E27FC236}">
                <a16:creationId xmlns:a16="http://schemas.microsoft.com/office/drawing/2014/main" id="{A1CC0048-9300-463C-B0EC-390833E65A0E}"/>
              </a:ext>
            </a:extLst>
          </p:cNvPr>
          <p:cNvSpPr>
            <a:spLocks xmlns:a="http://schemas.openxmlformats.org/drawingml/2006/main" noGrp="1"/>
          </p:cNvSpPr>
          <p:nvPr/>
        </p:nvSpPr>
        <p:spPr>
          <a:xfrm xmlns:a="http://schemas.openxmlformats.org/drawingml/2006/main">
            <a:off x="2090182" y="329428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8" name="modena node 209">
            <a:extLst xmlns:a="http://schemas.openxmlformats.org/drawingml/2006/main">
              <a:ext uri="{FF2B5EF4-FFF2-40B4-BE49-F238E27FC236}">
                <a16:creationId xmlns:a16="http://schemas.microsoft.com/office/drawing/2014/main" id="{8F3B8BEC-E157-44E7-BAD3-2CEC79F80B91}"/>
              </a:ext>
            </a:extLst>
          </p:cNvPr>
          <p:cNvSpPr>
            <a:spLocks xmlns:a="http://schemas.openxmlformats.org/drawingml/2006/main" noGrp="1"/>
          </p:cNvSpPr>
          <p:nvPr/>
        </p:nvSpPr>
        <p:spPr>
          <a:xfrm xmlns:a="http://schemas.openxmlformats.org/drawingml/2006/main">
            <a:off x="1893419" y="341928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39" name="modena node 210">
            <a:extLst xmlns:a="http://schemas.openxmlformats.org/drawingml/2006/main">
              <a:ext uri="{FF2B5EF4-FFF2-40B4-BE49-F238E27FC236}">
                <a16:creationId xmlns:a16="http://schemas.microsoft.com/office/drawing/2014/main" id="{6182B0E1-EB49-4364-9A0B-EA1952EBD158}"/>
              </a:ext>
            </a:extLst>
          </p:cNvPr>
          <p:cNvSpPr>
            <a:spLocks xmlns:a="http://schemas.openxmlformats.org/drawingml/2006/main" noGrp="1"/>
          </p:cNvSpPr>
          <p:nvPr/>
        </p:nvSpPr>
        <p:spPr>
          <a:xfrm xmlns:a="http://schemas.openxmlformats.org/drawingml/2006/main">
            <a:off x="1825699" y="339255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0" name="modena node 211">
            <a:extLst xmlns:a="http://schemas.openxmlformats.org/drawingml/2006/main">
              <a:ext uri="{FF2B5EF4-FFF2-40B4-BE49-F238E27FC236}">
                <a16:creationId xmlns:a16="http://schemas.microsoft.com/office/drawing/2014/main" id="{DD5696C2-9A5B-4844-9823-2E7CC77393E6}"/>
              </a:ext>
            </a:extLst>
          </p:cNvPr>
          <p:cNvSpPr>
            <a:spLocks xmlns:a="http://schemas.openxmlformats.org/drawingml/2006/main" noGrp="1"/>
          </p:cNvSpPr>
          <p:nvPr/>
        </p:nvSpPr>
        <p:spPr>
          <a:xfrm xmlns:a="http://schemas.openxmlformats.org/drawingml/2006/main">
            <a:off x="1787651" y="365497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1" name="modena node 212">
            <a:extLst xmlns:a="http://schemas.openxmlformats.org/drawingml/2006/main">
              <a:ext uri="{FF2B5EF4-FFF2-40B4-BE49-F238E27FC236}">
                <a16:creationId xmlns:a16="http://schemas.microsoft.com/office/drawing/2014/main" id="{FB25BBA8-7495-446C-AE33-FD2C4BE922FC}"/>
              </a:ext>
            </a:extLst>
          </p:cNvPr>
          <p:cNvSpPr>
            <a:spLocks xmlns:a="http://schemas.openxmlformats.org/drawingml/2006/main" noGrp="1"/>
          </p:cNvSpPr>
          <p:nvPr/>
        </p:nvSpPr>
        <p:spPr>
          <a:xfrm xmlns:a="http://schemas.openxmlformats.org/drawingml/2006/main">
            <a:off x="1850385" y="367608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2" name="modena node 213">
            <a:extLst xmlns:a="http://schemas.openxmlformats.org/drawingml/2006/main">
              <a:ext uri="{FF2B5EF4-FFF2-40B4-BE49-F238E27FC236}">
                <a16:creationId xmlns:a16="http://schemas.microsoft.com/office/drawing/2014/main" id="{70F184CD-BAD6-4613-AA67-B380A4F0F0BF}"/>
              </a:ext>
            </a:extLst>
          </p:cNvPr>
          <p:cNvSpPr>
            <a:spLocks xmlns:a="http://schemas.openxmlformats.org/drawingml/2006/main" noGrp="1"/>
          </p:cNvSpPr>
          <p:nvPr/>
        </p:nvSpPr>
        <p:spPr>
          <a:xfrm xmlns:a="http://schemas.openxmlformats.org/drawingml/2006/main">
            <a:off x="1682937" y="407852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3" name="modena node 214">
            <a:extLst xmlns:a="http://schemas.openxmlformats.org/drawingml/2006/main">
              <a:ext uri="{FF2B5EF4-FFF2-40B4-BE49-F238E27FC236}">
                <a16:creationId xmlns:a16="http://schemas.microsoft.com/office/drawing/2014/main" id="{E3BF186C-3516-4DF8-825A-B6C2DE305055}"/>
              </a:ext>
            </a:extLst>
          </p:cNvPr>
          <p:cNvSpPr>
            <a:spLocks xmlns:a="http://schemas.openxmlformats.org/drawingml/2006/main" noGrp="1"/>
          </p:cNvSpPr>
          <p:nvPr/>
        </p:nvSpPr>
        <p:spPr>
          <a:xfrm xmlns:a="http://schemas.openxmlformats.org/drawingml/2006/main">
            <a:off x="1928715" y="419484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4" name="modena node 215">
            <a:extLst xmlns:a="http://schemas.openxmlformats.org/drawingml/2006/main">
              <a:ext uri="{FF2B5EF4-FFF2-40B4-BE49-F238E27FC236}">
                <a16:creationId xmlns:a16="http://schemas.microsoft.com/office/drawing/2014/main" id="{AADEBBA5-893C-464B-B308-479E817B0A69}"/>
              </a:ext>
            </a:extLst>
          </p:cNvPr>
          <p:cNvSpPr>
            <a:spLocks xmlns:a="http://schemas.openxmlformats.org/drawingml/2006/main" noGrp="1"/>
          </p:cNvSpPr>
          <p:nvPr/>
        </p:nvSpPr>
        <p:spPr>
          <a:xfrm xmlns:a="http://schemas.openxmlformats.org/drawingml/2006/main">
            <a:off x="1824470" y="440825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5" name="modena node 216">
            <a:extLst xmlns:a="http://schemas.openxmlformats.org/drawingml/2006/main">
              <a:ext uri="{FF2B5EF4-FFF2-40B4-BE49-F238E27FC236}">
                <a16:creationId xmlns:a16="http://schemas.microsoft.com/office/drawing/2014/main" id="{51EA6780-1D8B-4441-8C0C-AD3D2235661A}"/>
              </a:ext>
            </a:extLst>
          </p:cNvPr>
          <p:cNvSpPr>
            <a:spLocks xmlns:a="http://schemas.openxmlformats.org/drawingml/2006/main" noGrp="1"/>
          </p:cNvSpPr>
          <p:nvPr/>
        </p:nvSpPr>
        <p:spPr>
          <a:xfrm xmlns:a="http://schemas.openxmlformats.org/drawingml/2006/main">
            <a:off x="1956388" y="447533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6" name="modena node 217">
            <a:extLst xmlns:a="http://schemas.openxmlformats.org/drawingml/2006/main">
              <a:ext uri="{FF2B5EF4-FFF2-40B4-BE49-F238E27FC236}">
                <a16:creationId xmlns:a16="http://schemas.microsoft.com/office/drawing/2014/main" id="{F66179A4-6AA9-4AF4-A332-E67B3CE1998D}"/>
              </a:ext>
            </a:extLst>
          </p:cNvPr>
          <p:cNvSpPr>
            <a:spLocks xmlns:a="http://schemas.openxmlformats.org/drawingml/2006/main" noGrp="1"/>
          </p:cNvSpPr>
          <p:nvPr/>
        </p:nvSpPr>
        <p:spPr>
          <a:xfrm xmlns:a="http://schemas.openxmlformats.org/drawingml/2006/main">
            <a:off x="2010267" y="462612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7" name="modena node 218">
            <a:extLst xmlns:a="http://schemas.openxmlformats.org/drawingml/2006/main">
              <a:ext uri="{FF2B5EF4-FFF2-40B4-BE49-F238E27FC236}">
                <a16:creationId xmlns:a16="http://schemas.microsoft.com/office/drawing/2014/main" id="{3C2F9595-2FD5-410B-8CE9-762C69CB859A}"/>
              </a:ext>
            </a:extLst>
          </p:cNvPr>
          <p:cNvSpPr>
            <a:spLocks xmlns:a="http://schemas.openxmlformats.org/drawingml/2006/main" noGrp="1"/>
          </p:cNvSpPr>
          <p:nvPr/>
        </p:nvSpPr>
        <p:spPr>
          <a:xfrm xmlns:a="http://schemas.openxmlformats.org/drawingml/2006/main">
            <a:off x="2986575" y="433297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8" name="modena node 219">
            <a:extLst xmlns:a="http://schemas.openxmlformats.org/drawingml/2006/main">
              <a:ext uri="{FF2B5EF4-FFF2-40B4-BE49-F238E27FC236}">
                <a16:creationId xmlns:a16="http://schemas.microsoft.com/office/drawing/2014/main" id="{82D6F10B-A956-4DDB-AAE0-4D7D4A3CA523}"/>
              </a:ext>
            </a:extLst>
          </p:cNvPr>
          <p:cNvSpPr>
            <a:spLocks xmlns:a="http://schemas.openxmlformats.org/drawingml/2006/main" noGrp="1"/>
          </p:cNvSpPr>
          <p:nvPr/>
        </p:nvSpPr>
        <p:spPr>
          <a:xfrm xmlns:a="http://schemas.openxmlformats.org/drawingml/2006/main">
            <a:off x="3203450" y="391506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49" name="modena node 220">
            <a:extLst xmlns:a="http://schemas.openxmlformats.org/drawingml/2006/main">
              <a:ext uri="{FF2B5EF4-FFF2-40B4-BE49-F238E27FC236}">
                <a16:creationId xmlns:a16="http://schemas.microsoft.com/office/drawing/2014/main" id="{345EFAEB-FAA7-4B94-AD25-84DF66D120CD}"/>
              </a:ext>
            </a:extLst>
          </p:cNvPr>
          <p:cNvSpPr>
            <a:spLocks xmlns:a="http://schemas.openxmlformats.org/drawingml/2006/main" noGrp="1"/>
          </p:cNvSpPr>
          <p:nvPr/>
        </p:nvSpPr>
        <p:spPr>
          <a:xfrm xmlns:a="http://schemas.openxmlformats.org/drawingml/2006/main">
            <a:off x="3821059" y="382829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0" name="modena node 221">
            <a:extLst xmlns:a="http://schemas.openxmlformats.org/drawingml/2006/main">
              <a:ext uri="{FF2B5EF4-FFF2-40B4-BE49-F238E27FC236}">
                <a16:creationId xmlns:a16="http://schemas.microsoft.com/office/drawing/2014/main" id="{1DF2F77A-C8E6-450B-9DD2-0227C310EE50}"/>
              </a:ext>
            </a:extLst>
          </p:cNvPr>
          <p:cNvSpPr>
            <a:spLocks xmlns:a="http://schemas.openxmlformats.org/drawingml/2006/main" noGrp="1"/>
          </p:cNvSpPr>
          <p:nvPr/>
        </p:nvSpPr>
        <p:spPr>
          <a:xfrm xmlns:a="http://schemas.openxmlformats.org/drawingml/2006/main">
            <a:off x="3131274" y="385971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1" name="modena node 222">
            <a:extLst xmlns:a="http://schemas.openxmlformats.org/drawingml/2006/main">
              <a:ext uri="{FF2B5EF4-FFF2-40B4-BE49-F238E27FC236}">
                <a16:creationId xmlns:a16="http://schemas.microsoft.com/office/drawing/2014/main" id="{956FE481-27B5-442D-95B8-97C633730C09}"/>
              </a:ext>
            </a:extLst>
          </p:cNvPr>
          <p:cNvSpPr>
            <a:spLocks xmlns:a="http://schemas.openxmlformats.org/drawingml/2006/main" noGrp="1"/>
          </p:cNvSpPr>
          <p:nvPr/>
        </p:nvSpPr>
        <p:spPr>
          <a:xfrm xmlns:a="http://schemas.openxmlformats.org/drawingml/2006/main">
            <a:off x="4088703" y="487143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2" name="modena node 223">
            <a:extLst xmlns:a="http://schemas.openxmlformats.org/drawingml/2006/main">
              <a:ext uri="{FF2B5EF4-FFF2-40B4-BE49-F238E27FC236}">
                <a16:creationId xmlns:a16="http://schemas.microsoft.com/office/drawing/2014/main" id="{EDB070FE-E6B6-4BF6-8F80-AC4A4598C704}"/>
              </a:ext>
            </a:extLst>
          </p:cNvPr>
          <p:cNvSpPr>
            <a:spLocks xmlns:a="http://schemas.openxmlformats.org/drawingml/2006/main" noGrp="1"/>
          </p:cNvSpPr>
          <p:nvPr/>
        </p:nvSpPr>
        <p:spPr>
          <a:xfrm xmlns:a="http://schemas.openxmlformats.org/drawingml/2006/main">
            <a:off x="4298543" y="408227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3" name="modena node 224">
            <a:extLst xmlns:a="http://schemas.openxmlformats.org/drawingml/2006/main">
              <a:ext uri="{FF2B5EF4-FFF2-40B4-BE49-F238E27FC236}">
                <a16:creationId xmlns:a16="http://schemas.microsoft.com/office/drawing/2014/main" id="{1BD39ED1-E05A-49F5-945D-F64B5E5F0B53}"/>
              </a:ext>
            </a:extLst>
          </p:cNvPr>
          <p:cNvSpPr>
            <a:spLocks xmlns:a="http://schemas.openxmlformats.org/drawingml/2006/main" noGrp="1"/>
          </p:cNvSpPr>
          <p:nvPr/>
        </p:nvSpPr>
        <p:spPr>
          <a:xfrm xmlns:a="http://schemas.openxmlformats.org/drawingml/2006/main">
            <a:off x="4346854" y="410924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4" name="modena node 225">
            <a:extLst xmlns:a="http://schemas.openxmlformats.org/drawingml/2006/main">
              <a:ext uri="{FF2B5EF4-FFF2-40B4-BE49-F238E27FC236}">
                <a16:creationId xmlns:a16="http://schemas.microsoft.com/office/drawing/2014/main" id="{F2EAAA91-C734-442C-B29B-2D542C0438FF}"/>
              </a:ext>
            </a:extLst>
          </p:cNvPr>
          <p:cNvSpPr>
            <a:spLocks xmlns:a="http://schemas.openxmlformats.org/drawingml/2006/main" noGrp="1"/>
          </p:cNvSpPr>
          <p:nvPr/>
        </p:nvSpPr>
        <p:spPr>
          <a:xfrm xmlns:a="http://schemas.openxmlformats.org/drawingml/2006/main">
            <a:off x="4446816" y="411159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5" name="modena node 226">
            <a:extLst xmlns:a="http://schemas.openxmlformats.org/drawingml/2006/main">
              <a:ext uri="{FF2B5EF4-FFF2-40B4-BE49-F238E27FC236}">
                <a16:creationId xmlns:a16="http://schemas.microsoft.com/office/drawing/2014/main" id="{49DA5196-E063-41F2-867F-267DBD670F0E}"/>
              </a:ext>
            </a:extLst>
          </p:cNvPr>
          <p:cNvSpPr>
            <a:spLocks xmlns:a="http://schemas.openxmlformats.org/drawingml/2006/main" noGrp="1"/>
          </p:cNvSpPr>
          <p:nvPr/>
        </p:nvSpPr>
        <p:spPr>
          <a:xfrm xmlns:a="http://schemas.openxmlformats.org/drawingml/2006/main">
            <a:off x="4442186" y="398119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6" name="modena node 227">
            <a:extLst xmlns:a="http://schemas.openxmlformats.org/drawingml/2006/main">
              <a:ext uri="{FF2B5EF4-FFF2-40B4-BE49-F238E27FC236}">
                <a16:creationId xmlns:a16="http://schemas.microsoft.com/office/drawing/2014/main" id="{07FAADAA-1C51-48A6-9594-B762C284A491}"/>
              </a:ext>
            </a:extLst>
          </p:cNvPr>
          <p:cNvSpPr>
            <a:spLocks xmlns:a="http://schemas.openxmlformats.org/drawingml/2006/main" noGrp="1"/>
          </p:cNvSpPr>
          <p:nvPr/>
        </p:nvSpPr>
        <p:spPr>
          <a:xfrm xmlns:a="http://schemas.openxmlformats.org/drawingml/2006/main">
            <a:off x="4459072" y="389934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7" name="modena node 228">
            <a:extLst xmlns:a="http://schemas.openxmlformats.org/drawingml/2006/main">
              <a:ext uri="{FF2B5EF4-FFF2-40B4-BE49-F238E27FC236}">
                <a16:creationId xmlns:a16="http://schemas.microsoft.com/office/drawing/2014/main" id="{3F9F94EE-AE13-46C6-8DAF-3F289EFDA0FF}"/>
              </a:ext>
            </a:extLst>
          </p:cNvPr>
          <p:cNvSpPr>
            <a:spLocks xmlns:a="http://schemas.openxmlformats.org/drawingml/2006/main" noGrp="1"/>
          </p:cNvSpPr>
          <p:nvPr/>
        </p:nvSpPr>
        <p:spPr>
          <a:xfrm xmlns:a="http://schemas.openxmlformats.org/drawingml/2006/main">
            <a:off x="4350958" y="357149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8" name="modena node 229">
            <a:extLst xmlns:a="http://schemas.openxmlformats.org/drawingml/2006/main">
              <a:ext uri="{FF2B5EF4-FFF2-40B4-BE49-F238E27FC236}">
                <a16:creationId xmlns:a16="http://schemas.microsoft.com/office/drawing/2014/main" id="{67F04B1D-76D4-45D3-9C8B-894EE5D86CBD}"/>
              </a:ext>
            </a:extLst>
          </p:cNvPr>
          <p:cNvSpPr>
            <a:spLocks xmlns:a="http://schemas.openxmlformats.org/drawingml/2006/main" noGrp="1"/>
          </p:cNvSpPr>
          <p:nvPr/>
        </p:nvSpPr>
        <p:spPr>
          <a:xfrm xmlns:a="http://schemas.openxmlformats.org/drawingml/2006/main">
            <a:off x="4334129" y="354029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59" name="modena node 230">
            <a:extLst xmlns:a="http://schemas.openxmlformats.org/drawingml/2006/main">
              <a:ext uri="{FF2B5EF4-FFF2-40B4-BE49-F238E27FC236}">
                <a16:creationId xmlns:a16="http://schemas.microsoft.com/office/drawing/2014/main" id="{FF1C592C-385A-4110-A1DB-D2B5AEB10519}"/>
              </a:ext>
            </a:extLst>
          </p:cNvPr>
          <p:cNvSpPr>
            <a:spLocks xmlns:a="http://schemas.openxmlformats.org/drawingml/2006/main" noGrp="1"/>
          </p:cNvSpPr>
          <p:nvPr/>
        </p:nvSpPr>
        <p:spPr>
          <a:xfrm xmlns:a="http://schemas.openxmlformats.org/drawingml/2006/main">
            <a:off x="2388900" y="424034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0" name="modena node 231">
            <a:extLst xmlns:a="http://schemas.openxmlformats.org/drawingml/2006/main">
              <a:ext uri="{FF2B5EF4-FFF2-40B4-BE49-F238E27FC236}">
                <a16:creationId xmlns:a16="http://schemas.microsoft.com/office/drawing/2014/main" id="{BF33914B-8DDB-40C5-8938-F3C6065703CC}"/>
              </a:ext>
            </a:extLst>
          </p:cNvPr>
          <p:cNvSpPr>
            <a:spLocks xmlns:a="http://schemas.openxmlformats.org/drawingml/2006/main" noGrp="1"/>
          </p:cNvSpPr>
          <p:nvPr/>
        </p:nvSpPr>
        <p:spPr>
          <a:xfrm xmlns:a="http://schemas.openxmlformats.org/drawingml/2006/main">
            <a:off x="2483004" y="341389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1" name="modena node 232">
            <a:extLst xmlns:a="http://schemas.openxmlformats.org/drawingml/2006/main">
              <a:ext uri="{FF2B5EF4-FFF2-40B4-BE49-F238E27FC236}">
                <a16:creationId xmlns:a16="http://schemas.microsoft.com/office/drawing/2014/main" id="{7C36BA8B-A465-46C4-8475-2190F5DC50F2}"/>
              </a:ext>
            </a:extLst>
          </p:cNvPr>
          <p:cNvSpPr>
            <a:spLocks xmlns:a="http://schemas.openxmlformats.org/drawingml/2006/main" noGrp="1"/>
          </p:cNvSpPr>
          <p:nvPr/>
        </p:nvSpPr>
        <p:spPr>
          <a:xfrm xmlns:a="http://schemas.openxmlformats.org/drawingml/2006/main">
            <a:off x="2617792" y="329123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2" name="modena node 233">
            <a:extLst xmlns:a="http://schemas.openxmlformats.org/drawingml/2006/main">
              <a:ext uri="{FF2B5EF4-FFF2-40B4-BE49-F238E27FC236}">
                <a16:creationId xmlns:a16="http://schemas.microsoft.com/office/drawing/2014/main" id="{2831B1BB-D34C-49B1-9886-9F8F9149C929}"/>
              </a:ext>
            </a:extLst>
          </p:cNvPr>
          <p:cNvSpPr>
            <a:spLocks xmlns:a="http://schemas.openxmlformats.org/drawingml/2006/main" noGrp="1"/>
          </p:cNvSpPr>
          <p:nvPr/>
        </p:nvSpPr>
        <p:spPr>
          <a:xfrm xmlns:a="http://schemas.openxmlformats.org/drawingml/2006/main">
            <a:off x="3086481" y="407922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3" name="modena node 234">
            <a:extLst xmlns:a="http://schemas.openxmlformats.org/drawingml/2006/main">
              <a:ext uri="{FF2B5EF4-FFF2-40B4-BE49-F238E27FC236}">
                <a16:creationId xmlns:a16="http://schemas.microsoft.com/office/drawing/2014/main" id="{B4DCCEB7-3B73-4AD1-B552-500619B3DEAD}"/>
              </a:ext>
            </a:extLst>
          </p:cNvPr>
          <p:cNvSpPr>
            <a:spLocks xmlns:a="http://schemas.openxmlformats.org/drawingml/2006/main" noGrp="1"/>
          </p:cNvSpPr>
          <p:nvPr/>
        </p:nvSpPr>
        <p:spPr>
          <a:xfrm xmlns:a="http://schemas.openxmlformats.org/drawingml/2006/main">
            <a:off x="3515714" y="392983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4" name="modena node 235">
            <a:extLst xmlns:a="http://schemas.openxmlformats.org/drawingml/2006/main">
              <a:ext uri="{FF2B5EF4-FFF2-40B4-BE49-F238E27FC236}">
                <a16:creationId xmlns:a16="http://schemas.microsoft.com/office/drawing/2014/main" id="{0779983B-ED8F-4948-A95F-79642A3FAABB}"/>
              </a:ext>
            </a:extLst>
          </p:cNvPr>
          <p:cNvSpPr>
            <a:spLocks xmlns:a="http://schemas.openxmlformats.org/drawingml/2006/main" noGrp="1"/>
          </p:cNvSpPr>
          <p:nvPr/>
        </p:nvSpPr>
        <p:spPr>
          <a:xfrm xmlns:a="http://schemas.openxmlformats.org/drawingml/2006/main">
            <a:off x="3564081" y="395962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5" name="modena node 236">
            <a:extLst xmlns:a="http://schemas.openxmlformats.org/drawingml/2006/main">
              <a:ext uri="{FF2B5EF4-FFF2-40B4-BE49-F238E27FC236}">
                <a16:creationId xmlns:a16="http://schemas.microsoft.com/office/drawing/2014/main" id="{738BD839-382B-4B5B-ACE1-C0D09ECD7A7E}"/>
              </a:ext>
            </a:extLst>
          </p:cNvPr>
          <p:cNvSpPr>
            <a:spLocks xmlns:a="http://schemas.openxmlformats.org/drawingml/2006/main" noGrp="1"/>
          </p:cNvSpPr>
          <p:nvPr/>
        </p:nvSpPr>
        <p:spPr>
          <a:xfrm xmlns:a="http://schemas.openxmlformats.org/drawingml/2006/main">
            <a:off x="3783475" y="387871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6" name="modena node 237">
            <a:extLst xmlns:a="http://schemas.openxmlformats.org/drawingml/2006/main">
              <a:ext uri="{FF2B5EF4-FFF2-40B4-BE49-F238E27FC236}">
                <a16:creationId xmlns:a16="http://schemas.microsoft.com/office/drawing/2014/main" id="{BDAC1EAE-A071-4691-B184-FB0117D174AF}"/>
              </a:ext>
            </a:extLst>
          </p:cNvPr>
          <p:cNvSpPr>
            <a:spLocks xmlns:a="http://schemas.openxmlformats.org/drawingml/2006/main" noGrp="1"/>
          </p:cNvSpPr>
          <p:nvPr/>
        </p:nvSpPr>
        <p:spPr>
          <a:xfrm xmlns:a="http://schemas.openxmlformats.org/drawingml/2006/main">
            <a:off x="3443951" y="388996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7" name="modena node 238">
            <a:extLst xmlns:a="http://schemas.openxmlformats.org/drawingml/2006/main">
              <a:ext uri="{FF2B5EF4-FFF2-40B4-BE49-F238E27FC236}">
                <a16:creationId xmlns:a16="http://schemas.microsoft.com/office/drawing/2014/main" id="{C539AB33-01D9-4F85-BB9D-746CDFF1C558}"/>
              </a:ext>
            </a:extLst>
          </p:cNvPr>
          <p:cNvSpPr>
            <a:spLocks xmlns:a="http://schemas.openxmlformats.org/drawingml/2006/main" noGrp="1"/>
          </p:cNvSpPr>
          <p:nvPr/>
        </p:nvSpPr>
        <p:spPr>
          <a:xfrm xmlns:a="http://schemas.openxmlformats.org/drawingml/2006/main">
            <a:off x="3497656" y="446876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8" name="modena node 239">
            <a:extLst xmlns:a="http://schemas.openxmlformats.org/drawingml/2006/main">
              <a:ext uri="{FF2B5EF4-FFF2-40B4-BE49-F238E27FC236}">
                <a16:creationId xmlns:a16="http://schemas.microsoft.com/office/drawing/2014/main" id="{1805A23D-0915-4A60-ADD1-91C735BC178D}"/>
              </a:ext>
            </a:extLst>
          </p:cNvPr>
          <p:cNvSpPr>
            <a:spLocks xmlns:a="http://schemas.openxmlformats.org/drawingml/2006/main" noGrp="1"/>
          </p:cNvSpPr>
          <p:nvPr/>
        </p:nvSpPr>
        <p:spPr>
          <a:xfrm xmlns:a="http://schemas.openxmlformats.org/drawingml/2006/main">
            <a:off x="3687322" y="461745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69" name="modena node 240">
            <a:extLst xmlns:a="http://schemas.openxmlformats.org/drawingml/2006/main">
              <a:ext uri="{FF2B5EF4-FFF2-40B4-BE49-F238E27FC236}">
                <a16:creationId xmlns:a16="http://schemas.microsoft.com/office/drawing/2014/main" id="{8E498E8B-F861-4DA7-9C03-F29F92D2C4CB}"/>
              </a:ext>
            </a:extLst>
          </p:cNvPr>
          <p:cNvSpPr>
            <a:spLocks xmlns:a="http://schemas.openxmlformats.org/drawingml/2006/main" noGrp="1"/>
          </p:cNvSpPr>
          <p:nvPr/>
        </p:nvSpPr>
        <p:spPr>
          <a:xfrm xmlns:a="http://schemas.openxmlformats.org/drawingml/2006/main">
            <a:off x="3950515" y="484845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0" name="modena node 241">
            <a:extLst xmlns:a="http://schemas.openxmlformats.org/drawingml/2006/main">
              <a:ext uri="{FF2B5EF4-FFF2-40B4-BE49-F238E27FC236}">
                <a16:creationId xmlns:a16="http://schemas.microsoft.com/office/drawing/2014/main" id="{6AEC241E-918F-4D0D-908B-2F369F1ABEB8}"/>
              </a:ext>
            </a:extLst>
          </p:cNvPr>
          <p:cNvSpPr>
            <a:spLocks xmlns:a="http://schemas.openxmlformats.org/drawingml/2006/main" noGrp="1"/>
          </p:cNvSpPr>
          <p:nvPr/>
        </p:nvSpPr>
        <p:spPr>
          <a:xfrm xmlns:a="http://schemas.openxmlformats.org/drawingml/2006/main">
            <a:off x="4310972" y="447251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1" name="modena node 242">
            <a:extLst xmlns:a="http://schemas.openxmlformats.org/drawingml/2006/main">
              <a:ext uri="{FF2B5EF4-FFF2-40B4-BE49-F238E27FC236}">
                <a16:creationId xmlns:a16="http://schemas.microsoft.com/office/drawing/2014/main" id="{ACDDEC09-7563-45F4-8BC2-406FF513A719}"/>
              </a:ext>
            </a:extLst>
          </p:cNvPr>
          <p:cNvSpPr>
            <a:spLocks xmlns:a="http://schemas.openxmlformats.org/drawingml/2006/main" noGrp="1"/>
          </p:cNvSpPr>
          <p:nvPr/>
        </p:nvSpPr>
        <p:spPr>
          <a:xfrm xmlns:a="http://schemas.openxmlformats.org/drawingml/2006/main">
            <a:off x="4279017" y="451707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2" name="modena node 243">
            <a:extLst xmlns:a="http://schemas.openxmlformats.org/drawingml/2006/main">
              <a:ext uri="{FF2B5EF4-FFF2-40B4-BE49-F238E27FC236}">
                <a16:creationId xmlns:a16="http://schemas.microsoft.com/office/drawing/2014/main" id="{142BA1B6-D2CB-4552-9EB1-763A27625F53}"/>
              </a:ext>
            </a:extLst>
          </p:cNvPr>
          <p:cNvSpPr>
            <a:spLocks xmlns:a="http://schemas.openxmlformats.org/drawingml/2006/main" noGrp="1"/>
          </p:cNvSpPr>
          <p:nvPr/>
        </p:nvSpPr>
        <p:spPr>
          <a:xfrm xmlns:a="http://schemas.openxmlformats.org/drawingml/2006/main">
            <a:off x="4167854" y="421782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3" name="modena node 244">
            <a:extLst xmlns:a="http://schemas.openxmlformats.org/drawingml/2006/main">
              <a:ext uri="{FF2B5EF4-FFF2-40B4-BE49-F238E27FC236}">
                <a16:creationId xmlns:a16="http://schemas.microsoft.com/office/drawing/2014/main" id="{2E0ACD68-5E61-4E8D-A6D2-0EEC00987AAA}"/>
              </a:ext>
            </a:extLst>
          </p:cNvPr>
          <p:cNvSpPr>
            <a:spLocks xmlns:a="http://schemas.openxmlformats.org/drawingml/2006/main" noGrp="1"/>
          </p:cNvSpPr>
          <p:nvPr/>
        </p:nvSpPr>
        <p:spPr>
          <a:xfrm xmlns:a="http://schemas.openxmlformats.org/drawingml/2006/main">
            <a:off x="4136194" y="422064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4" name="modena node 245">
            <a:extLst xmlns:a="http://schemas.openxmlformats.org/drawingml/2006/main">
              <a:ext uri="{FF2B5EF4-FFF2-40B4-BE49-F238E27FC236}">
                <a16:creationId xmlns:a16="http://schemas.microsoft.com/office/drawing/2014/main" id="{825545F5-6EB3-4AC8-83B6-EED54382A3A1}"/>
              </a:ext>
            </a:extLst>
          </p:cNvPr>
          <p:cNvSpPr>
            <a:spLocks xmlns:a="http://schemas.openxmlformats.org/drawingml/2006/main" noGrp="1"/>
          </p:cNvSpPr>
          <p:nvPr/>
        </p:nvSpPr>
        <p:spPr>
          <a:xfrm xmlns:a="http://schemas.openxmlformats.org/drawingml/2006/main">
            <a:off x="4427351" y="4160839"/>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5" name="modena node 246">
            <a:extLst xmlns:a="http://schemas.openxmlformats.org/drawingml/2006/main">
              <a:ext uri="{FF2B5EF4-FFF2-40B4-BE49-F238E27FC236}">
                <a16:creationId xmlns:a16="http://schemas.microsoft.com/office/drawing/2014/main" id="{E2A9286C-80E6-4F95-921D-BA51887443CD}"/>
              </a:ext>
            </a:extLst>
          </p:cNvPr>
          <p:cNvSpPr>
            <a:spLocks xmlns:a="http://schemas.openxmlformats.org/drawingml/2006/main" noGrp="1"/>
          </p:cNvSpPr>
          <p:nvPr/>
        </p:nvSpPr>
        <p:spPr>
          <a:xfrm xmlns:a="http://schemas.openxmlformats.org/drawingml/2006/main">
            <a:off x="4434799" y="418405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6" name="modena node 247">
            <a:extLst xmlns:a="http://schemas.openxmlformats.org/drawingml/2006/main">
              <a:ext uri="{FF2B5EF4-FFF2-40B4-BE49-F238E27FC236}">
                <a16:creationId xmlns:a16="http://schemas.microsoft.com/office/drawing/2014/main" id="{9D33F199-A7C8-4162-8197-0284D785D2E6}"/>
              </a:ext>
            </a:extLst>
          </p:cNvPr>
          <p:cNvSpPr>
            <a:spLocks xmlns:a="http://schemas.openxmlformats.org/drawingml/2006/main" noGrp="1"/>
          </p:cNvSpPr>
          <p:nvPr/>
        </p:nvSpPr>
        <p:spPr>
          <a:xfrm xmlns:a="http://schemas.openxmlformats.org/drawingml/2006/main">
            <a:off x="4082081" y="321619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7" name="modena node 248">
            <a:extLst xmlns:a="http://schemas.openxmlformats.org/drawingml/2006/main">
              <a:ext uri="{FF2B5EF4-FFF2-40B4-BE49-F238E27FC236}">
                <a16:creationId xmlns:a16="http://schemas.microsoft.com/office/drawing/2014/main" id="{EBF561EC-8047-4F06-8172-9A565861B1F5}"/>
              </a:ext>
            </a:extLst>
          </p:cNvPr>
          <p:cNvSpPr>
            <a:spLocks xmlns:a="http://schemas.openxmlformats.org/drawingml/2006/main" noGrp="1"/>
          </p:cNvSpPr>
          <p:nvPr/>
        </p:nvSpPr>
        <p:spPr>
          <a:xfrm xmlns:a="http://schemas.openxmlformats.org/drawingml/2006/main">
            <a:off x="3594278" y="298425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8" name="modena node 249">
            <a:extLst xmlns:a="http://schemas.openxmlformats.org/drawingml/2006/main">
              <a:ext uri="{FF2B5EF4-FFF2-40B4-BE49-F238E27FC236}">
                <a16:creationId xmlns:a16="http://schemas.microsoft.com/office/drawing/2014/main" id="{9A5F3608-6D65-404E-9714-27E5CDCF3DC1}"/>
              </a:ext>
            </a:extLst>
          </p:cNvPr>
          <p:cNvSpPr>
            <a:spLocks xmlns:a="http://schemas.openxmlformats.org/drawingml/2006/main" noGrp="1"/>
          </p:cNvSpPr>
          <p:nvPr/>
        </p:nvSpPr>
        <p:spPr>
          <a:xfrm xmlns:a="http://schemas.openxmlformats.org/drawingml/2006/main">
            <a:off x="2855126" y="372721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79" name="modena node 250">
            <a:extLst xmlns:a="http://schemas.openxmlformats.org/drawingml/2006/main">
              <a:ext uri="{FF2B5EF4-FFF2-40B4-BE49-F238E27FC236}">
                <a16:creationId xmlns:a16="http://schemas.microsoft.com/office/drawing/2014/main" id="{CE7057F8-03FD-4CE6-92B8-F94587E0B150}"/>
              </a:ext>
            </a:extLst>
          </p:cNvPr>
          <p:cNvSpPr>
            <a:spLocks xmlns:a="http://schemas.openxmlformats.org/drawingml/2006/main" noGrp="1"/>
          </p:cNvSpPr>
          <p:nvPr/>
        </p:nvSpPr>
        <p:spPr>
          <a:xfrm xmlns:a="http://schemas.openxmlformats.org/drawingml/2006/main">
            <a:off x="2947176" y="377388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0" name="modena node 251">
            <a:extLst xmlns:a="http://schemas.openxmlformats.org/drawingml/2006/main">
              <a:ext uri="{FF2B5EF4-FFF2-40B4-BE49-F238E27FC236}">
                <a16:creationId xmlns:a16="http://schemas.microsoft.com/office/drawing/2014/main" id="{D1C63ED2-0538-4E9B-A2E5-DAD39F9D0FF9}"/>
              </a:ext>
            </a:extLst>
          </p:cNvPr>
          <p:cNvSpPr>
            <a:spLocks xmlns:a="http://schemas.openxmlformats.org/drawingml/2006/main" noGrp="1"/>
          </p:cNvSpPr>
          <p:nvPr/>
        </p:nvSpPr>
        <p:spPr>
          <a:xfrm xmlns:a="http://schemas.openxmlformats.org/drawingml/2006/main">
            <a:off x="2559926" y="422697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1" name="modena node 252">
            <a:extLst xmlns:a="http://schemas.openxmlformats.org/drawingml/2006/main">
              <a:ext uri="{FF2B5EF4-FFF2-40B4-BE49-F238E27FC236}">
                <a16:creationId xmlns:a16="http://schemas.microsoft.com/office/drawing/2014/main" id="{36A40EA2-5242-477F-A95C-7304F69A2720}"/>
              </a:ext>
            </a:extLst>
          </p:cNvPr>
          <p:cNvSpPr>
            <a:spLocks xmlns:a="http://schemas.openxmlformats.org/drawingml/2006/main" noGrp="1"/>
          </p:cNvSpPr>
          <p:nvPr/>
        </p:nvSpPr>
        <p:spPr>
          <a:xfrm xmlns:a="http://schemas.openxmlformats.org/drawingml/2006/main">
            <a:off x="2245317" y="415286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2" name="modena node 253">
            <a:extLst xmlns:a="http://schemas.openxmlformats.org/drawingml/2006/main">
              <a:ext uri="{FF2B5EF4-FFF2-40B4-BE49-F238E27FC236}">
                <a16:creationId xmlns:a16="http://schemas.microsoft.com/office/drawing/2014/main" id="{442421A1-B500-4BA7-8759-F53BDA65AF72}"/>
              </a:ext>
            </a:extLst>
          </p:cNvPr>
          <p:cNvSpPr>
            <a:spLocks xmlns:a="http://schemas.openxmlformats.org/drawingml/2006/main" noGrp="1"/>
          </p:cNvSpPr>
          <p:nvPr/>
        </p:nvSpPr>
        <p:spPr>
          <a:xfrm xmlns:a="http://schemas.openxmlformats.org/drawingml/2006/main">
            <a:off x="1869672" y="344273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3" name="modena node 254">
            <a:extLst xmlns:a="http://schemas.openxmlformats.org/drawingml/2006/main">
              <a:ext uri="{FF2B5EF4-FFF2-40B4-BE49-F238E27FC236}">
                <a16:creationId xmlns:a16="http://schemas.microsoft.com/office/drawing/2014/main" id="{85B69DEA-5D1D-4A9B-B766-C8BD6F6D896A}"/>
              </a:ext>
            </a:extLst>
          </p:cNvPr>
          <p:cNvSpPr>
            <a:spLocks xmlns:a="http://schemas.openxmlformats.org/drawingml/2006/main" noGrp="1"/>
          </p:cNvSpPr>
          <p:nvPr/>
        </p:nvSpPr>
        <p:spPr>
          <a:xfrm xmlns:a="http://schemas.openxmlformats.org/drawingml/2006/main">
            <a:off x="3276677" y="478607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4" name="modena node 255">
            <a:extLst xmlns:a="http://schemas.openxmlformats.org/drawingml/2006/main">
              <a:ext uri="{FF2B5EF4-FFF2-40B4-BE49-F238E27FC236}">
                <a16:creationId xmlns:a16="http://schemas.microsoft.com/office/drawing/2014/main" id="{8322396D-219E-4645-A719-F5CB419621D7}"/>
              </a:ext>
            </a:extLst>
          </p:cNvPr>
          <p:cNvSpPr>
            <a:spLocks xmlns:a="http://schemas.openxmlformats.org/drawingml/2006/main" noGrp="1"/>
          </p:cNvSpPr>
          <p:nvPr/>
        </p:nvSpPr>
        <p:spPr>
          <a:xfrm xmlns:a="http://schemas.openxmlformats.org/drawingml/2006/main">
            <a:off x="3454678" y="477786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5" name="modena node 256">
            <a:extLst xmlns:a="http://schemas.openxmlformats.org/drawingml/2006/main">
              <a:ext uri="{FF2B5EF4-FFF2-40B4-BE49-F238E27FC236}">
                <a16:creationId xmlns:a16="http://schemas.microsoft.com/office/drawing/2014/main" id="{9DB2D7F4-F135-48DD-81B8-6392F4432DCF}"/>
              </a:ext>
            </a:extLst>
          </p:cNvPr>
          <p:cNvSpPr>
            <a:spLocks xmlns:a="http://schemas.openxmlformats.org/drawingml/2006/main" noGrp="1"/>
          </p:cNvSpPr>
          <p:nvPr/>
        </p:nvSpPr>
        <p:spPr>
          <a:xfrm xmlns:a="http://schemas.openxmlformats.org/drawingml/2006/main">
            <a:off x="3987860" y="339747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6" name="modena node 257">
            <a:extLst xmlns:a="http://schemas.openxmlformats.org/drawingml/2006/main">
              <a:ext uri="{FF2B5EF4-FFF2-40B4-BE49-F238E27FC236}">
                <a16:creationId xmlns:a16="http://schemas.microsoft.com/office/drawing/2014/main" id="{27399802-FACD-4A16-8752-67CF9F1CA77B}"/>
              </a:ext>
            </a:extLst>
          </p:cNvPr>
          <p:cNvSpPr>
            <a:spLocks xmlns:a="http://schemas.openxmlformats.org/drawingml/2006/main" noGrp="1"/>
          </p:cNvSpPr>
          <p:nvPr/>
        </p:nvSpPr>
        <p:spPr>
          <a:xfrm xmlns:a="http://schemas.openxmlformats.org/drawingml/2006/main">
            <a:off x="2392713" y="4384806"/>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7" name="modena node 258">
            <a:extLst xmlns:a="http://schemas.openxmlformats.org/drawingml/2006/main">
              <a:ext uri="{FF2B5EF4-FFF2-40B4-BE49-F238E27FC236}">
                <a16:creationId xmlns:a16="http://schemas.microsoft.com/office/drawing/2014/main" id="{CF4B77EB-3A8D-4DA6-89F4-5A6EF6DA2A25}"/>
              </a:ext>
            </a:extLst>
          </p:cNvPr>
          <p:cNvSpPr>
            <a:spLocks xmlns:a="http://schemas.openxmlformats.org/drawingml/2006/main" noGrp="1"/>
          </p:cNvSpPr>
          <p:nvPr/>
        </p:nvSpPr>
        <p:spPr>
          <a:xfrm xmlns:a="http://schemas.openxmlformats.org/drawingml/2006/main">
            <a:off x="1882162" y="4294281"/>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8" name="modena node 259">
            <a:extLst xmlns:a="http://schemas.openxmlformats.org/drawingml/2006/main">
              <a:ext uri="{FF2B5EF4-FFF2-40B4-BE49-F238E27FC236}">
                <a16:creationId xmlns:a16="http://schemas.microsoft.com/office/drawing/2014/main" id="{2BF68AFF-694F-4E14-9BC2-10A9FF9F66AC}"/>
              </a:ext>
            </a:extLst>
          </p:cNvPr>
          <p:cNvSpPr>
            <a:spLocks xmlns:a="http://schemas.openxmlformats.org/drawingml/2006/main" noGrp="1"/>
          </p:cNvSpPr>
          <p:nvPr/>
        </p:nvSpPr>
        <p:spPr>
          <a:xfrm xmlns:a="http://schemas.openxmlformats.org/drawingml/2006/main">
            <a:off x="1863401" y="4334853"/>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89" name="modena node 260">
            <a:extLst xmlns:a="http://schemas.openxmlformats.org/drawingml/2006/main">
              <a:ext uri="{FF2B5EF4-FFF2-40B4-BE49-F238E27FC236}">
                <a16:creationId xmlns:a16="http://schemas.microsoft.com/office/drawing/2014/main" id="{55B5A41B-3F5B-4000-8550-DA4E9E52632D}"/>
              </a:ext>
            </a:extLst>
          </p:cNvPr>
          <p:cNvSpPr>
            <a:spLocks xmlns:a="http://schemas.openxmlformats.org/drawingml/2006/main" noGrp="1"/>
          </p:cNvSpPr>
          <p:nvPr/>
        </p:nvSpPr>
        <p:spPr>
          <a:xfrm xmlns:a="http://schemas.openxmlformats.org/drawingml/2006/main">
            <a:off x="1852613" y="4339544"/>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0" name="modena node 261">
            <a:extLst xmlns:a="http://schemas.openxmlformats.org/drawingml/2006/main">
              <a:ext uri="{FF2B5EF4-FFF2-40B4-BE49-F238E27FC236}">
                <a16:creationId xmlns:a16="http://schemas.microsoft.com/office/drawing/2014/main" id="{C418A991-B5E4-479E-910C-41DE8A1A556E}"/>
              </a:ext>
            </a:extLst>
          </p:cNvPr>
          <p:cNvSpPr>
            <a:spLocks xmlns:a="http://schemas.openxmlformats.org/drawingml/2006/main" noGrp="1"/>
          </p:cNvSpPr>
          <p:nvPr/>
        </p:nvSpPr>
        <p:spPr>
          <a:xfrm xmlns:a="http://schemas.openxmlformats.org/drawingml/2006/main">
            <a:off x="1867036" y="4422330"/>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1" name="modena node 262">
            <a:extLst xmlns:a="http://schemas.openxmlformats.org/drawingml/2006/main">
              <a:ext uri="{FF2B5EF4-FFF2-40B4-BE49-F238E27FC236}">
                <a16:creationId xmlns:a16="http://schemas.microsoft.com/office/drawing/2014/main" id="{78BE6D40-457A-492C-8267-F81C21E03245}"/>
              </a:ext>
            </a:extLst>
          </p:cNvPr>
          <p:cNvSpPr>
            <a:spLocks xmlns:a="http://schemas.openxmlformats.org/drawingml/2006/main" noGrp="1"/>
          </p:cNvSpPr>
          <p:nvPr/>
        </p:nvSpPr>
        <p:spPr>
          <a:xfrm xmlns:a="http://schemas.openxmlformats.org/drawingml/2006/main">
            <a:off x="1907608" y="444085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2" name="modena node 263">
            <a:extLst xmlns:a="http://schemas.openxmlformats.org/drawingml/2006/main">
              <a:ext uri="{FF2B5EF4-FFF2-40B4-BE49-F238E27FC236}">
                <a16:creationId xmlns:a16="http://schemas.microsoft.com/office/drawing/2014/main" id="{0C9DF402-DFF9-413F-BE92-0D1F53B35699}"/>
              </a:ext>
            </a:extLst>
          </p:cNvPr>
          <p:cNvSpPr>
            <a:spLocks xmlns:a="http://schemas.openxmlformats.org/drawingml/2006/main" noGrp="1"/>
          </p:cNvSpPr>
          <p:nvPr/>
        </p:nvSpPr>
        <p:spPr>
          <a:xfrm xmlns:a="http://schemas.openxmlformats.org/drawingml/2006/main">
            <a:off x="1955858" y="4501832"/>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3" name="modena node 264">
            <a:extLst xmlns:a="http://schemas.openxmlformats.org/drawingml/2006/main">
              <a:ext uri="{FF2B5EF4-FFF2-40B4-BE49-F238E27FC236}">
                <a16:creationId xmlns:a16="http://schemas.microsoft.com/office/drawing/2014/main" id="{65332B80-095B-4F7D-84C3-3E25A4A35E5D}"/>
              </a:ext>
            </a:extLst>
          </p:cNvPr>
          <p:cNvSpPr>
            <a:spLocks xmlns:a="http://schemas.openxmlformats.org/drawingml/2006/main" noGrp="1"/>
          </p:cNvSpPr>
          <p:nvPr/>
        </p:nvSpPr>
        <p:spPr>
          <a:xfrm xmlns:a="http://schemas.openxmlformats.org/drawingml/2006/main">
            <a:off x="1865863" y="329991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4" name="modena node 265">
            <a:extLst xmlns:a="http://schemas.openxmlformats.org/drawingml/2006/main">
              <a:ext uri="{FF2B5EF4-FFF2-40B4-BE49-F238E27FC236}">
                <a16:creationId xmlns:a16="http://schemas.microsoft.com/office/drawing/2014/main" id="{9CB7F934-9AB7-479A-9155-17A34AC28896}"/>
              </a:ext>
            </a:extLst>
          </p:cNvPr>
          <p:cNvSpPr>
            <a:spLocks xmlns:a="http://schemas.openxmlformats.org/drawingml/2006/main" noGrp="1"/>
          </p:cNvSpPr>
          <p:nvPr/>
        </p:nvSpPr>
        <p:spPr>
          <a:xfrm xmlns:a="http://schemas.openxmlformats.org/drawingml/2006/main">
            <a:off x="2917922" y="374151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5" name="modena node 266">
            <a:extLst xmlns:a="http://schemas.openxmlformats.org/drawingml/2006/main">
              <a:ext uri="{FF2B5EF4-FFF2-40B4-BE49-F238E27FC236}">
                <a16:creationId xmlns:a16="http://schemas.microsoft.com/office/drawing/2014/main" id="{2AD1B23B-3497-4738-9385-B18CB19374CA}"/>
              </a:ext>
            </a:extLst>
          </p:cNvPr>
          <p:cNvSpPr>
            <a:spLocks xmlns:a="http://schemas.openxmlformats.org/drawingml/2006/main" noGrp="1"/>
          </p:cNvSpPr>
          <p:nvPr/>
        </p:nvSpPr>
        <p:spPr>
          <a:xfrm xmlns:a="http://schemas.openxmlformats.org/drawingml/2006/main">
            <a:off x="2998653" y="4615105"/>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6" name="modena node 267">
            <a:extLst xmlns:a="http://schemas.openxmlformats.org/drawingml/2006/main">
              <a:ext uri="{FF2B5EF4-FFF2-40B4-BE49-F238E27FC236}">
                <a16:creationId xmlns:a16="http://schemas.microsoft.com/office/drawing/2014/main" id="{6BCA19B5-98EE-4A70-A317-C4DF83225D4B}"/>
              </a:ext>
            </a:extLst>
          </p:cNvPr>
          <p:cNvSpPr>
            <a:spLocks xmlns:a="http://schemas.openxmlformats.org/drawingml/2006/main" noGrp="1"/>
          </p:cNvSpPr>
          <p:nvPr/>
        </p:nvSpPr>
        <p:spPr>
          <a:xfrm xmlns:a="http://schemas.openxmlformats.org/drawingml/2006/main">
            <a:off x="3127756" y="4520828"/>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7" name="modena node 268">
            <a:extLst xmlns:a="http://schemas.openxmlformats.org/drawingml/2006/main">
              <a:ext uri="{FF2B5EF4-FFF2-40B4-BE49-F238E27FC236}">
                <a16:creationId xmlns:a16="http://schemas.microsoft.com/office/drawing/2014/main" id="{E04B9FB9-77A6-43CB-A62D-C829EDE5B62B}"/>
              </a:ext>
            </a:extLst>
          </p:cNvPr>
          <p:cNvSpPr>
            <a:spLocks xmlns:a="http://schemas.openxmlformats.org/drawingml/2006/main" noGrp="1"/>
          </p:cNvSpPr>
          <p:nvPr/>
        </p:nvSpPr>
        <p:spPr>
          <a:xfrm xmlns:a="http://schemas.openxmlformats.org/drawingml/2006/main">
            <a:off x="3518702" y="4401457"/>
            <a:ext cx="42863" cy="42863"/>
          </a:xfrm>
          <a:prstGeom xmlns:a="http://schemas.openxmlformats.org/drawingml/2006/main" prst="ellipse">
            <a:avLst/>
          </a:prstGeom>
          <a:solidFill xmlns:a="http://schemas.openxmlformats.org/drawingml/2006/main">
            <a:srgbClr val="B4BDC3"/>
          </a:solidFill>
          <a:ln xmlns:a="http://schemas.openxmlformats.org/drawingml/2006/main" w="0">
            <a:noFill/>
          </a:ln>
        </p:spPr>
      </p:sp>
      <p:sp>
        <p:nvSpPr>
          <p:cNvPr id="598" name="modena node 269">
            <a:extLst xmlns:a="http://schemas.openxmlformats.org/drawingml/2006/main">
              <a:ext uri="{FF2B5EF4-FFF2-40B4-BE49-F238E27FC236}">
                <a16:creationId xmlns:a16="http://schemas.microsoft.com/office/drawing/2014/main" id="{176A1F42-A09E-41C8-BD9A-61651478378D}"/>
              </a:ext>
            </a:extLst>
          </p:cNvPr>
          <p:cNvSpPr>
            <a:spLocks xmlns:a="http://schemas.openxmlformats.org/drawingml/2006/main" noGrp="1"/>
          </p:cNvSpPr>
          <p:nvPr/>
        </p:nvSpPr>
        <p:spPr>
          <a:xfrm xmlns:a="http://schemas.openxmlformats.org/drawingml/2006/main">
            <a:off x="3832095" y="3477108"/>
            <a:ext cx="87630" cy="87630"/>
          </a:xfrm>
          <a:prstGeom xmlns:a="http://schemas.openxmlformats.org/drawingml/2006/main" prst="rect">
            <a:avLst/>
          </a:prstGeom>
          <a:solidFill xmlns:a="http://schemas.openxmlformats.org/drawingml/2006/main">
            <a:srgbClr val="B4BDC3"/>
          </a:solidFill>
          <a:ln xmlns:a="http://schemas.openxmlformats.org/drawingml/2006/main" w="0">
            <a:noFill/>
          </a:ln>
        </p:spPr>
      </p:sp>
      <p:sp>
        <p:nvSpPr>
          <p:cNvPr id="599" name="modena node 270">
            <a:extLst xmlns:a="http://schemas.openxmlformats.org/drawingml/2006/main">
              <a:ext uri="{FF2B5EF4-FFF2-40B4-BE49-F238E27FC236}">
                <a16:creationId xmlns:a16="http://schemas.microsoft.com/office/drawing/2014/main" id="{BB08B700-656F-4610-90E3-770BB842A309}"/>
              </a:ext>
            </a:extLst>
          </p:cNvPr>
          <p:cNvSpPr>
            <a:spLocks xmlns:a="http://schemas.openxmlformats.org/drawingml/2006/main" noGrp="1"/>
          </p:cNvSpPr>
          <p:nvPr/>
        </p:nvSpPr>
        <p:spPr>
          <a:xfrm xmlns:a="http://schemas.openxmlformats.org/drawingml/2006/main">
            <a:off x="1905332" y="3385176"/>
            <a:ext cx="87630" cy="87630"/>
          </a:xfrm>
          <a:prstGeom xmlns:a="http://schemas.openxmlformats.org/drawingml/2006/main" prst="rect">
            <a:avLst/>
          </a:prstGeom>
          <a:solidFill xmlns:a="http://schemas.openxmlformats.org/drawingml/2006/main">
            <a:srgbClr val="B4BDC3"/>
          </a:solidFill>
          <a:ln xmlns:a="http://schemas.openxmlformats.org/drawingml/2006/main" w="0">
            <a:noFill/>
          </a:ln>
        </p:spPr>
      </p:sp>
      <p:sp>
        <p:nvSpPr>
          <p:cNvPr id="600" name="modena node 271">
            <a:extLst xmlns:a="http://schemas.openxmlformats.org/drawingml/2006/main">
              <a:ext uri="{FF2B5EF4-FFF2-40B4-BE49-F238E27FC236}">
                <a16:creationId xmlns:a16="http://schemas.microsoft.com/office/drawing/2014/main" id="{0F36B348-4AA8-419D-BF92-F1A75155F66E}"/>
              </a:ext>
            </a:extLst>
          </p:cNvPr>
          <p:cNvSpPr>
            <a:spLocks xmlns:a="http://schemas.openxmlformats.org/drawingml/2006/main" noGrp="1"/>
          </p:cNvSpPr>
          <p:nvPr/>
        </p:nvSpPr>
        <p:spPr>
          <a:xfrm xmlns:a="http://schemas.openxmlformats.org/drawingml/2006/main">
            <a:off x="1925032" y="4375790"/>
            <a:ext cx="87630" cy="87630"/>
          </a:xfrm>
          <a:prstGeom xmlns:a="http://schemas.openxmlformats.org/drawingml/2006/main" prst="rect">
            <a:avLst/>
          </a:prstGeom>
          <a:solidFill xmlns:a="http://schemas.openxmlformats.org/drawingml/2006/main">
            <a:srgbClr val="B4BDC3"/>
          </a:solidFill>
          <a:ln xmlns:a="http://schemas.openxmlformats.org/drawingml/2006/main" w="0">
            <a:noFill/>
          </a:ln>
        </p:spPr>
      </p:sp>
      <p:sp>
        <p:nvSpPr>
          <p:cNvPr id="601" name="modena node 272">
            <a:extLst xmlns:a="http://schemas.openxmlformats.org/drawingml/2006/main">
              <a:ext uri="{FF2B5EF4-FFF2-40B4-BE49-F238E27FC236}">
                <a16:creationId xmlns:a16="http://schemas.microsoft.com/office/drawing/2014/main" id="{3D5D0D3A-C72A-4169-B724-8CA3775C5CB5}"/>
              </a:ext>
            </a:extLst>
          </p:cNvPr>
          <p:cNvSpPr>
            <a:spLocks xmlns:a="http://schemas.openxmlformats.org/drawingml/2006/main" noGrp="1"/>
          </p:cNvSpPr>
          <p:nvPr/>
        </p:nvSpPr>
        <p:spPr>
          <a:xfrm xmlns:a="http://schemas.openxmlformats.org/drawingml/2006/main">
            <a:off x="3912301" y="5290185"/>
            <a:ext cx="87630" cy="87630"/>
          </a:xfrm>
          <a:prstGeom xmlns:a="http://schemas.openxmlformats.org/drawingml/2006/main" prst="rect">
            <a:avLst/>
          </a:prstGeom>
          <a:solidFill xmlns:a="http://schemas.openxmlformats.org/drawingml/2006/main">
            <a:srgbClr val="B4BDC3"/>
          </a:solidFill>
          <a:ln xmlns:a="http://schemas.openxmlformats.org/drawingml/2006/main" w="0">
            <a:noFill/>
          </a:ln>
        </p:spPr>
      </p:sp>
      <p:sp>
        <p:nvSpPr>
          <p:cNvPr id="602" name="">
            <a:extLst xmlns:a="http://schemas.openxmlformats.org/drawingml/2006/main">
              <a:ext uri="{FF2B5EF4-FFF2-40B4-BE49-F238E27FC236}">
                <a16:creationId xmlns:a16="http://schemas.microsoft.com/office/drawing/2014/main" id="{93534A0A-618E-4B99-BE8E-238273C8E346}"/>
              </a:ext>
            </a:extLst>
          </p:cNvPr>
          <p:cNvSpPr>
            <a:spLocks xmlns:a="http://schemas.openxmlformats.org/drawingml/2006/main" noGrp="1"/>
          </p:cNvSpPr>
          <p:nvPr/>
        </p:nvSpPr>
        <p:spPr>
          <a:xfrm xmlns:a="http://schemas.openxmlformats.org/drawingml/2006/main">
            <a:off x="3732764" y="3339081"/>
            <a:ext cx="228600" cy="228600"/>
          </a:xfrm>
          <a:prstGeom xmlns:a="http://schemas.openxmlformats.org/drawingml/2006/main" prst="ellipse">
            <a:avLst/>
          </a:prstGeom>
          <a:solidFill xmlns:a="http://schemas.openxmlformats.org/drawingml/2006/main">
            <a:srgbClr val="31556F"/>
          </a:solidFill>
          <a:ln xmlns:a="http://schemas.openxmlformats.org/drawingml/2006/main" w="11430">
            <a:solidFill>
              <a:srgbClr val="FFFFFF"/>
            </a:solidFill>
            <a:prstDash val="solid"/>
          </a:ln>
        </p:spPr>
      </p:sp>
      <p:sp>
        <p:nvSpPr>
          <p:cNvPr id="603" name="">
            <a:extLst xmlns:a="http://schemas.openxmlformats.org/drawingml/2006/main">
              <a:ext uri="{FF2B5EF4-FFF2-40B4-BE49-F238E27FC236}">
                <a16:creationId xmlns:a16="http://schemas.microsoft.com/office/drawing/2014/main" id="{A8E8E6B6-3A6F-4004-AF9E-6990AF0A082F}"/>
              </a:ext>
            </a:extLst>
          </p:cNvPr>
          <p:cNvSpPr>
            <a:spLocks xmlns:a="http://schemas.openxmlformats.org/drawingml/2006/main" noGrp="1"/>
          </p:cNvSpPr>
          <p:nvPr/>
        </p:nvSpPr>
        <p:spPr>
          <a:xfrm xmlns:a="http://schemas.openxmlformats.org/drawingml/2006/main">
            <a:off x="3751814" y="3358131"/>
            <a:ext cx="19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A</a:t>
            </a:r>
          </a:p>
        </p:txBody>
      </p:sp>
      <p:cxnSp>
        <p:nvCxnSpPr>
          <p:cNvPr id="604" name="">
            <a:extLst xmlns:a="http://schemas.openxmlformats.org/drawingml/2006/main">
              <a:ext uri="{FF2B5EF4-FFF2-40B4-BE49-F238E27FC236}">
                <a16:creationId xmlns:a16="http://schemas.microsoft.com/office/drawing/2014/main" id="{0C3CB45A-C743-461E-B437-3D1E30647B58}"/>
              </a:ext>
            </a:extLst>
          </p:cNvPr>
          <p:cNvCxnSpPr/>
          <p:nvPr/>
        </p:nvCxnSpPr>
        <p:spPr>
          <a:xfrm xmlns:a="http://schemas.openxmlformats.org/drawingml/2006/main" flipH="0" flipV="0">
            <a:off x="3970889" y="3453381"/>
            <a:ext cx="1248811" cy="0"/>
          </a:xfrm>
          <a:prstGeom xmlns:a="http://schemas.openxmlformats.org/drawingml/2006/main" prst="straightConnector1">
            <a:avLst/>
          </a:prstGeom>
          <a:ln xmlns:a="http://schemas.openxmlformats.org/drawingml/2006/main" w="11430">
            <a:solidFill>
              <a:srgbClr val="31556F"/>
            </a:solidFill>
            <a:prstDash val="solid"/>
          </a:ln>
        </p:spPr>
      </p:cxnSp>
      <p:cxnSp>
        <p:nvCxnSpPr>
          <p:cNvPr id="605" name="">
            <a:extLst xmlns:a="http://schemas.openxmlformats.org/drawingml/2006/main">
              <a:ext uri="{FF2B5EF4-FFF2-40B4-BE49-F238E27FC236}">
                <a16:creationId xmlns:a16="http://schemas.microsoft.com/office/drawing/2014/main" id="{64586217-D2F0-45C8-9461-14E101436488}"/>
              </a:ext>
            </a:extLst>
          </p:cNvPr>
          <p:cNvCxnSpPr/>
          <p:nvPr/>
        </p:nvCxnSpPr>
        <p:spPr>
          <a:xfrm xmlns:a="http://schemas.openxmlformats.org/drawingml/2006/main" flipH="0" flipV="1">
            <a:off x="5219700" y="3086100"/>
            <a:ext cx="0" cy="367281"/>
          </a:xfrm>
          <a:prstGeom xmlns:a="http://schemas.openxmlformats.org/drawingml/2006/main" prst="straightConnector1">
            <a:avLst/>
          </a:prstGeom>
          <a:ln xmlns:a="http://schemas.openxmlformats.org/drawingml/2006/main" w="11430">
            <a:solidFill>
              <a:srgbClr val="31556F"/>
            </a:solidFill>
            <a:prstDash val="solid"/>
          </a:ln>
        </p:spPr>
      </p:cxnSp>
      <p:cxnSp>
        <p:nvCxnSpPr>
          <p:cNvPr id="606" name="">
            <a:extLst xmlns:a="http://schemas.openxmlformats.org/drawingml/2006/main">
              <a:ext uri="{FF2B5EF4-FFF2-40B4-BE49-F238E27FC236}">
                <a16:creationId xmlns:a16="http://schemas.microsoft.com/office/drawing/2014/main" id="{E22AE2FD-9EA0-4324-905B-BA3FEE3861B0}"/>
              </a:ext>
            </a:extLst>
          </p:cNvPr>
          <p:cNvCxnSpPr/>
          <p:nvPr/>
        </p:nvCxnSpPr>
        <p:spPr>
          <a:xfrm xmlns:a="http://schemas.openxmlformats.org/drawingml/2006/main" flipH="0" flipV="0">
            <a:off x="5219700" y="3086100"/>
            <a:ext cx="190500" cy="0"/>
          </a:xfrm>
          <a:prstGeom xmlns:a="http://schemas.openxmlformats.org/drawingml/2006/main" prst="straightConnector1">
            <a:avLst/>
          </a:prstGeom>
          <a:ln xmlns:a="http://schemas.openxmlformats.org/drawingml/2006/main" w="11430">
            <a:solidFill>
              <a:srgbClr val="31556F"/>
            </a:solidFill>
            <a:prstDash val="solid"/>
          </a:ln>
        </p:spPr>
      </p:cxnSp>
      <p:sp>
        <p:nvSpPr>
          <p:cNvPr id="607" name="">
            <a:extLst xmlns:a="http://schemas.openxmlformats.org/drawingml/2006/main">
              <a:ext uri="{FF2B5EF4-FFF2-40B4-BE49-F238E27FC236}">
                <a16:creationId xmlns:a16="http://schemas.microsoft.com/office/drawing/2014/main" id="{92D8BF76-ABC6-45AE-9CFC-E155ABE31C4C}"/>
              </a:ext>
            </a:extLst>
          </p:cNvPr>
          <p:cNvSpPr>
            <a:spLocks xmlns:a="http://schemas.openxmlformats.org/drawingml/2006/main" noGrp="1"/>
          </p:cNvSpPr>
          <p:nvPr/>
        </p:nvSpPr>
        <p:spPr>
          <a:xfrm xmlns:a="http://schemas.openxmlformats.org/drawingml/2006/main">
            <a:off x="3594453" y="4524582"/>
            <a:ext cx="228600" cy="228600"/>
          </a:xfrm>
          <a:prstGeom xmlns:a="http://schemas.openxmlformats.org/drawingml/2006/main" prst="ellipse">
            <a:avLst/>
          </a:prstGeom>
          <a:solidFill xmlns:a="http://schemas.openxmlformats.org/drawingml/2006/main">
            <a:srgbClr val="822433"/>
          </a:solidFill>
          <a:ln xmlns:a="http://schemas.openxmlformats.org/drawingml/2006/main" w="11430">
            <a:solidFill>
              <a:srgbClr val="FFFFFF"/>
            </a:solidFill>
            <a:prstDash val="solid"/>
          </a:ln>
        </p:spPr>
      </p:sp>
      <p:sp>
        <p:nvSpPr>
          <p:cNvPr id="608" name="">
            <a:extLst xmlns:a="http://schemas.openxmlformats.org/drawingml/2006/main">
              <a:ext uri="{FF2B5EF4-FFF2-40B4-BE49-F238E27FC236}">
                <a16:creationId xmlns:a16="http://schemas.microsoft.com/office/drawing/2014/main" id="{BB359615-32E4-4DB8-9767-8ECE3394C77A}"/>
              </a:ext>
            </a:extLst>
          </p:cNvPr>
          <p:cNvSpPr>
            <a:spLocks xmlns:a="http://schemas.openxmlformats.org/drawingml/2006/main" noGrp="1"/>
          </p:cNvSpPr>
          <p:nvPr/>
        </p:nvSpPr>
        <p:spPr>
          <a:xfrm xmlns:a="http://schemas.openxmlformats.org/drawingml/2006/main">
            <a:off x="3613503" y="4543632"/>
            <a:ext cx="19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1">
                <a:solidFill>
                  <a:srgbClr val="FFFFFF"/>
                </a:solidFill>
                <a:latin typeface="Arial"/>
                <a:ea typeface="Arial"/>
                <a:cs typeface="Arial"/>
              </a:defRPr>
            </a:defPPr>
            <a:lvl1pPr algn="ctr">
              <a:defRPr sz="1200" b="1">
                <a:solidFill>
                  <a:srgbClr val="FFFFFF"/>
                </a:solidFill>
                <a:latin typeface="Arial"/>
                <a:ea typeface="Arial"/>
                <a:cs typeface="Arial"/>
              </a:defRPr>
            </a:lvl1pPr>
            <a:lvl2pPr algn="ctr">
              <a:defRPr sz="1200" b="1">
                <a:solidFill>
                  <a:srgbClr val="FFFFFF"/>
                </a:solidFill>
                <a:latin typeface="Arial"/>
                <a:ea typeface="Arial"/>
                <a:cs typeface="Arial"/>
              </a:defRPr>
            </a:lvl2pPr>
            <a:lvl3pPr algn="ctr">
              <a:defRPr sz="1200" b="1">
                <a:solidFill>
                  <a:srgbClr val="FFFFFF"/>
                </a:solidFill>
                <a:latin typeface="Arial"/>
                <a:ea typeface="Arial"/>
                <a:cs typeface="Arial"/>
              </a:defRPr>
            </a:lvl3pPr>
            <a:lvl4pPr algn="ctr">
              <a:defRPr sz="1200" b="1">
                <a:solidFill>
                  <a:srgbClr val="FFFFFF"/>
                </a:solidFill>
                <a:latin typeface="Arial"/>
                <a:ea typeface="Arial"/>
                <a:cs typeface="Arial"/>
              </a:defRPr>
            </a:lvl4pPr>
            <a:lvl5pPr algn="ctr">
              <a:defRPr sz="1200" b="1">
                <a:solidFill>
                  <a:srgbClr val="FFFFFF"/>
                </a:solidFill>
                <a:latin typeface="Arial"/>
                <a:ea typeface="Arial"/>
                <a:cs typeface="Arial"/>
              </a:defRPr>
            </a:lvl5pPr>
            <a:lvl6pPr algn="ctr">
              <a:defRPr sz="1200" b="1">
                <a:solidFill>
                  <a:srgbClr val="FFFFFF"/>
                </a:solidFill>
                <a:latin typeface="Arial"/>
                <a:ea typeface="Arial"/>
                <a:cs typeface="Arial"/>
              </a:defRPr>
            </a:lvl6pPr>
            <a:lvl7pPr algn="ctr">
              <a:defRPr sz="1200" b="1">
                <a:solidFill>
                  <a:srgbClr val="FFFFFF"/>
                </a:solidFill>
                <a:latin typeface="Arial"/>
                <a:ea typeface="Arial"/>
                <a:cs typeface="Arial"/>
              </a:defRPr>
            </a:lvl7pPr>
            <a:lvl8pPr algn="ctr">
              <a:defRPr sz="1200" b="1">
                <a:solidFill>
                  <a:srgbClr val="FFFFFF"/>
                </a:solidFill>
                <a:latin typeface="Arial"/>
                <a:ea typeface="Arial"/>
                <a:cs typeface="Arial"/>
              </a:defRPr>
            </a:lvl8pPr>
            <a:lvl9pPr algn="ctr">
              <a:defRPr sz="1200" b="1">
                <a:solidFill>
                  <a:srgbClr val="FFFFFF"/>
                </a:solidFill>
                <a:latin typeface="Arial"/>
                <a:ea typeface="Arial"/>
                <a:cs typeface="Arial"/>
              </a:defRPr>
            </a:lvl9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a:t>
            </a:r>
          </a:p>
        </p:txBody>
      </p:sp>
      <p:cxnSp>
        <p:nvCxnSpPr>
          <p:cNvPr id="609" name="">
            <a:extLst xmlns:a="http://schemas.openxmlformats.org/drawingml/2006/main">
              <a:ext uri="{FF2B5EF4-FFF2-40B4-BE49-F238E27FC236}">
                <a16:creationId xmlns:a16="http://schemas.microsoft.com/office/drawing/2014/main" id="{0061CCC6-B6F0-41E9-84B3-5AAAAF331B08}"/>
              </a:ext>
            </a:extLst>
          </p:cNvPr>
          <p:cNvCxnSpPr/>
          <p:nvPr/>
        </p:nvCxnSpPr>
        <p:spPr>
          <a:xfrm xmlns:a="http://schemas.openxmlformats.org/drawingml/2006/main" flipH="0" flipV="0">
            <a:off x="3832578" y="4638882"/>
            <a:ext cx="1387122" cy="0"/>
          </a:xfrm>
          <a:prstGeom xmlns:a="http://schemas.openxmlformats.org/drawingml/2006/main" prst="straightConnector1">
            <a:avLst/>
          </a:prstGeom>
          <a:ln xmlns:a="http://schemas.openxmlformats.org/drawingml/2006/main" w="11430">
            <a:solidFill>
              <a:srgbClr val="822433"/>
            </a:solidFill>
            <a:prstDash val="solid"/>
          </a:ln>
        </p:spPr>
      </p:cxnSp>
      <p:cxnSp>
        <p:nvCxnSpPr>
          <p:cNvPr id="610" name="">
            <a:extLst xmlns:a="http://schemas.openxmlformats.org/drawingml/2006/main">
              <a:ext uri="{FF2B5EF4-FFF2-40B4-BE49-F238E27FC236}">
                <a16:creationId xmlns:a16="http://schemas.microsoft.com/office/drawing/2014/main" id="{A06D4AC6-5772-4A78-9235-33EFDDCF933C}"/>
              </a:ext>
            </a:extLst>
          </p:cNvPr>
          <p:cNvCxnSpPr/>
          <p:nvPr/>
        </p:nvCxnSpPr>
        <p:spPr>
          <a:xfrm xmlns:a="http://schemas.openxmlformats.org/drawingml/2006/main" flipH="0" flipV="1">
            <a:off x="5219700" y="4410075"/>
            <a:ext cx="0" cy="228807"/>
          </a:xfrm>
          <a:prstGeom xmlns:a="http://schemas.openxmlformats.org/drawingml/2006/main" prst="straightConnector1">
            <a:avLst/>
          </a:prstGeom>
          <a:ln xmlns:a="http://schemas.openxmlformats.org/drawingml/2006/main" w="11430">
            <a:solidFill>
              <a:srgbClr val="822433"/>
            </a:solidFill>
            <a:prstDash val="solid"/>
          </a:ln>
        </p:spPr>
      </p:cxnSp>
      <p:cxnSp>
        <p:nvCxnSpPr>
          <p:cNvPr id="611" name="">
            <a:extLst xmlns:a="http://schemas.openxmlformats.org/drawingml/2006/main">
              <a:ext uri="{FF2B5EF4-FFF2-40B4-BE49-F238E27FC236}">
                <a16:creationId xmlns:a16="http://schemas.microsoft.com/office/drawing/2014/main" id="{57E9562E-B085-4346-B336-DC50D2BA11AC}"/>
              </a:ext>
            </a:extLst>
          </p:cNvPr>
          <p:cNvCxnSpPr/>
          <p:nvPr/>
        </p:nvCxnSpPr>
        <p:spPr>
          <a:xfrm xmlns:a="http://schemas.openxmlformats.org/drawingml/2006/main" flipH="0" flipV="0">
            <a:off x="5219700" y="4410075"/>
            <a:ext cx="190500" cy="0"/>
          </a:xfrm>
          <a:prstGeom xmlns:a="http://schemas.openxmlformats.org/drawingml/2006/main" prst="straightConnector1">
            <a:avLst/>
          </a:prstGeom>
          <a:ln xmlns:a="http://schemas.openxmlformats.org/drawingml/2006/main" w="11430">
            <a:solidFill>
              <a:srgbClr val="822433"/>
            </a:solidFill>
            <a:prstDash val="solid"/>
          </a:ln>
        </p:spPr>
      </p:cxnSp>
      <p:sp>
        <p:nvSpPr>
          <p:cNvPr id="612" name="">
            <a:extLst xmlns:a="http://schemas.openxmlformats.org/drawingml/2006/main">
              <a:ext uri="{FF2B5EF4-FFF2-40B4-BE49-F238E27FC236}">
                <a16:creationId xmlns:a16="http://schemas.microsoft.com/office/drawing/2014/main" id="{7844DF28-BBF1-43BC-B87C-CF5EFB69D571}"/>
              </a:ext>
            </a:extLst>
          </p:cNvPr>
          <p:cNvSpPr>
            <a:spLocks xmlns:a="http://schemas.openxmlformats.org/drawingml/2006/main" noGrp="1"/>
          </p:cNvSpPr>
          <p:nvPr/>
        </p:nvSpPr>
        <p:spPr>
          <a:xfrm xmlns:a="http://schemas.openxmlformats.org/drawingml/2006/main">
            <a:off x="5553075" y="2914650"/>
            <a:ext cx="293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1556F"/>
                </a:solidFill>
                <a:latin typeface="Arial"/>
                <a:ea typeface="Arial"/>
                <a:cs typeface="Arial"/>
              </a:defRPr>
            </a:defPPr>
            <a:lvl1pPr algn="l">
              <a:defRPr sz="1875" b="1">
                <a:solidFill>
                  <a:srgbClr val="31556F"/>
                </a:solidFill>
                <a:latin typeface="Arial"/>
                <a:ea typeface="Arial"/>
                <a:cs typeface="Arial"/>
              </a:defRPr>
            </a:lvl1pPr>
            <a:lvl2pPr algn="l">
              <a:defRPr sz="1875" b="1">
                <a:solidFill>
                  <a:srgbClr val="31556F"/>
                </a:solidFill>
                <a:latin typeface="Arial"/>
                <a:ea typeface="Arial"/>
                <a:cs typeface="Arial"/>
              </a:defRPr>
            </a:lvl2pPr>
            <a:lvl3pPr algn="l">
              <a:defRPr sz="1875" b="1">
                <a:solidFill>
                  <a:srgbClr val="31556F"/>
                </a:solidFill>
                <a:latin typeface="Arial"/>
                <a:ea typeface="Arial"/>
                <a:cs typeface="Arial"/>
              </a:defRPr>
            </a:lvl3pPr>
            <a:lvl4pPr algn="l">
              <a:defRPr sz="1875" b="1">
                <a:solidFill>
                  <a:srgbClr val="31556F"/>
                </a:solidFill>
                <a:latin typeface="Arial"/>
                <a:ea typeface="Arial"/>
                <a:cs typeface="Arial"/>
              </a:defRPr>
            </a:lvl4pPr>
            <a:lvl5pPr algn="l">
              <a:defRPr sz="1875" b="1">
                <a:solidFill>
                  <a:srgbClr val="31556F"/>
                </a:solidFill>
                <a:latin typeface="Arial"/>
                <a:ea typeface="Arial"/>
                <a:cs typeface="Arial"/>
              </a:defRPr>
            </a:lvl5pPr>
            <a:lvl6pPr algn="l">
              <a:defRPr sz="1875" b="1">
                <a:solidFill>
                  <a:srgbClr val="31556F"/>
                </a:solidFill>
                <a:latin typeface="Arial"/>
                <a:ea typeface="Arial"/>
                <a:cs typeface="Arial"/>
              </a:defRPr>
            </a:lvl6pPr>
            <a:lvl7pPr algn="l">
              <a:defRPr sz="1875" b="1">
                <a:solidFill>
                  <a:srgbClr val="31556F"/>
                </a:solidFill>
                <a:latin typeface="Arial"/>
                <a:ea typeface="Arial"/>
                <a:cs typeface="Arial"/>
              </a:defRPr>
            </a:lvl7pPr>
            <a:lvl8pPr algn="l">
              <a:defRPr sz="1875" b="1">
                <a:solidFill>
                  <a:srgbClr val="31556F"/>
                </a:solidFill>
                <a:latin typeface="Arial"/>
                <a:ea typeface="Arial"/>
                <a:cs typeface="Arial"/>
              </a:defRPr>
            </a:lvl8pPr>
            <a:lvl9pPr algn="l">
              <a:defRPr sz="1875" b="1">
                <a:solidFill>
                  <a:srgbClr val="31556F"/>
                </a:solidFill>
                <a:latin typeface="Arial"/>
                <a:ea typeface="Arial"/>
                <a:cs typeface="Arial"/>
              </a:defRPr>
            </a:lvl9pPr>
          </a:lstStyle>
          <a:p xmlns:a="http://schemas.openxmlformats.org/drawingml/2006/main">
            <a:pPr algn="l">
              <a:defRPr sz="1875" b="1">
                <a:solidFill>
                  <a:srgbClr val="31556F"/>
                </a:solidFill>
                <a:latin typeface="Arial"/>
                <a:ea typeface="Arial"/>
                <a:cs typeface="Arial"/>
              </a:defRPr>
            </a:pPr>
            <a:r>
              <a:rPr sz="1875" b="1">
                <a:solidFill>
                  <a:srgbClr val="31556F"/>
                </a:solidFill>
                <a:latin typeface="Arial"/>
                <a:ea typeface="Arial"/>
                <a:cs typeface="Arial"/>
              </a:rPr>
              <a:t>A  Normal sensor</a:t>
            </a:r>
          </a:p>
        </p:txBody>
      </p:sp>
      <p:sp>
        <p:nvSpPr>
          <p:cNvPr id="613" name="">
            <a:extLst xmlns:a="http://schemas.openxmlformats.org/drawingml/2006/main">
              <a:ext uri="{FF2B5EF4-FFF2-40B4-BE49-F238E27FC236}">
                <a16:creationId xmlns:a16="http://schemas.microsoft.com/office/drawing/2014/main" id="{A6E836B7-E607-4B13-B14B-7C120040A273}"/>
              </a:ext>
            </a:extLst>
          </p:cNvPr>
          <p:cNvSpPr>
            <a:spLocks xmlns:a="http://schemas.openxmlformats.org/drawingml/2006/main" noGrp="1"/>
          </p:cNvSpPr>
          <p:nvPr/>
        </p:nvSpPr>
        <p:spPr>
          <a:xfrm xmlns:a="http://schemas.openxmlformats.org/drawingml/2006/main">
            <a:off x="5553075" y="3333750"/>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020"/>
                </a:solidFill>
                <a:latin typeface="Arial"/>
                <a:ea typeface="Arial"/>
                <a:cs typeface="Arial"/>
              </a:defRPr>
            </a:defPPr>
            <a:lvl1pPr algn="l">
              <a:defRPr sz="1725" b="0">
                <a:solidFill>
                  <a:srgbClr val="202020"/>
                </a:solidFill>
                <a:latin typeface="Arial"/>
                <a:ea typeface="Arial"/>
                <a:cs typeface="Arial"/>
              </a:defRPr>
            </a:lvl1pPr>
            <a:lvl2pPr algn="l">
              <a:defRPr sz="1725" b="0">
                <a:solidFill>
                  <a:srgbClr val="202020"/>
                </a:solidFill>
                <a:latin typeface="Arial"/>
                <a:ea typeface="Arial"/>
                <a:cs typeface="Arial"/>
              </a:defRPr>
            </a:lvl2pPr>
            <a:lvl3pPr algn="l">
              <a:defRPr sz="1725" b="0">
                <a:solidFill>
                  <a:srgbClr val="202020"/>
                </a:solidFill>
                <a:latin typeface="Arial"/>
                <a:ea typeface="Arial"/>
                <a:cs typeface="Arial"/>
              </a:defRPr>
            </a:lvl3pPr>
            <a:lvl4pPr algn="l">
              <a:defRPr sz="1725" b="0">
                <a:solidFill>
                  <a:srgbClr val="202020"/>
                </a:solidFill>
                <a:latin typeface="Arial"/>
                <a:ea typeface="Arial"/>
                <a:cs typeface="Arial"/>
              </a:defRPr>
            </a:lvl4pPr>
            <a:lvl5pPr algn="l">
              <a:defRPr sz="1725" b="0">
                <a:solidFill>
                  <a:srgbClr val="202020"/>
                </a:solidFill>
                <a:latin typeface="Arial"/>
                <a:ea typeface="Arial"/>
                <a:cs typeface="Arial"/>
              </a:defRPr>
            </a:lvl5pPr>
            <a:lvl6pPr algn="l">
              <a:defRPr sz="1725" b="0">
                <a:solidFill>
                  <a:srgbClr val="202020"/>
                </a:solidFill>
                <a:latin typeface="Arial"/>
                <a:ea typeface="Arial"/>
                <a:cs typeface="Arial"/>
              </a:defRPr>
            </a:lvl6pPr>
            <a:lvl7pPr algn="l">
              <a:defRPr sz="1725" b="0">
                <a:solidFill>
                  <a:srgbClr val="202020"/>
                </a:solidFill>
                <a:latin typeface="Arial"/>
                <a:ea typeface="Arial"/>
                <a:cs typeface="Arial"/>
              </a:defRPr>
            </a:lvl7pPr>
            <a:lvl8pPr algn="l">
              <a:defRPr sz="1725" b="0">
                <a:solidFill>
                  <a:srgbClr val="202020"/>
                </a:solidFill>
                <a:latin typeface="Arial"/>
                <a:ea typeface="Arial"/>
                <a:cs typeface="Arial"/>
              </a:defRPr>
            </a:lvl8pPr>
            <a:lvl9pPr algn="l">
              <a:defRPr sz="1725" b="0">
                <a:solidFill>
                  <a:srgbClr val="202020"/>
                </a:solidFill>
                <a:latin typeface="Arial"/>
                <a:ea typeface="Arial"/>
                <a:cs typeface="Arial"/>
              </a:defRPr>
            </a:lvl9pPr>
          </a:lstStyle>
          <a:p xmlns:a="http://schemas.openxmlformats.org/drawingml/2006/main">
            <a:pPr algn="l">
              <a:defRPr sz="1725" b="0">
                <a:solidFill>
                  <a:srgbClr val="202020"/>
                </a:solidFill>
                <a:latin typeface="Arial"/>
                <a:ea typeface="Arial"/>
                <a:cs typeface="Arial"/>
              </a:defRPr>
            </a:pPr>
            <a:r>
              <a:rPr sz="1725" b="0">
                <a:solidFill>
                  <a:srgbClr val="202020"/>
                </a:solidFill>
                <a:latin typeface="Arial"/>
                <a:ea typeface="Arial"/>
                <a:cs typeface="Arial"/>
              </a:rPr>
              <a:t>Reports an unaltered</a:t>
            </a:r>
          </a:p>
          <a:p xmlns:a="http://schemas.openxmlformats.org/drawingml/2006/main">
            <a:pPr algn="l">
              <a:defRPr sz="1725" b="0">
                <a:solidFill>
                  <a:srgbClr val="202020"/>
                </a:solidFill>
                <a:latin typeface="Arial"/>
                <a:ea typeface="Arial"/>
                <a:cs typeface="Arial"/>
              </a:defRPr>
            </a:pPr>
            <a:r>
              <a:rPr sz="1725" b="0">
                <a:solidFill>
                  <a:srgbClr val="202020"/>
                </a:solidFill>
                <a:latin typeface="Arial"/>
                <a:ea typeface="Arial"/>
                <a:cs typeface="Arial"/>
              </a:rPr>
              <a:t>pressure reading.</a:t>
            </a:r>
          </a:p>
        </p:txBody>
      </p:sp>
      <p:sp>
        <p:nvSpPr>
          <p:cNvPr id="614" name="">
            <a:extLst xmlns:a="http://schemas.openxmlformats.org/drawingml/2006/main">
              <a:ext uri="{FF2B5EF4-FFF2-40B4-BE49-F238E27FC236}">
                <a16:creationId xmlns:a16="http://schemas.microsoft.com/office/drawing/2014/main" id="{65AF57FD-0909-4EC6-8623-B58479AB6C1F}"/>
              </a:ext>
            </a:extLst>
          </p:cNvPr>
          <p:cNvSpPr>
            <a:spLocks xmlns:a="http://schemas.openxmlformats.org/drawingml/2006/main" noGrp="1"/>
          </p:cNvSpPr>
          <p:nvPr/>
        </p:nvSpPr>
        <p:spPr>
          <a:xfrm xmlns:a="http://schemas.openxmlformats.org/drawingml/2006/main">
            <a:off x="5553075" y="4238625"/>
            <a:ext cx="293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2433"/>
                </a:solidFill>
                <a:latin typeface="Arial"/>
                <a:ea typeface="Arial"/>
                <a:cs typeface="Arial"/>
              </a:defRPr>
            </a:defPPr>
            <a:lvl1pPr algn="l">
              <a:defRPr sz="1875" b="1">
                <a:solidFill>
                  <a:srgbClr val="822433"/>
                </a:solidFill>
                <a:latin typeface="Arial"/>
                <a:ea typeface="Arial"/>
                <a:cs typeface="Arial"/>
              </a:defRPr>
            </a:lvl1pPr>
            <a:lvl2pPr algn="l">
              <a:defRPr sz="1875" b="1">
                <a:solidFill>
                  <a:srgbClr val="822433"/>
                </a:solidFill>
                <a:latin typeface="Arial"/>
                <a:ea typeface="Arial"/>
                <a:cs typeface="Arial"/>
              </a:defRPr>
            </a:lvl2pPr>
            <a:lvl3pPr algn="l">
              <a:defRPr sz="1875" b="1">
                <a:solidFill>
                  <a:srgbClr val="822433"/>
                </a:solidFill>
                <a:latin typeface="Arial"/>
                <a:ea typeface="Arial"/>
                <a:cs typeface="Arial"/>
              </a:defRPr>
            </a:lvl3pPr>
            <a:lvl4pPr algn="l">
              <a:defRPr sz="1875" b="1">
                <a:solidFill>
                  <a:srgbClr val="822433"/>
                </a:solidFill>
                <a:latin typeface="Arial"/>
                <a:ea typeface="Arial"/>
                <a:cs typeface="Arial"/>
              </a:defRPr>
            </a:lvl4pPr>
            <a:lvl5pPr algn="l">
              <a:defRPr sz="1875" b="1">
                <a:solidFill>
                  <a:srgbClr val="822433"/>
                </a:solidFill>
                <a:latin typeface="Arial"/>
                <a:ea typeface="Arial"/>
                <a:cs typeface="Arial"/>
              </a:defRPr>
            </a:lvl5pPr>
            <a:lvl6pPr algn="l">
              <a:defRPr sz="1875" b="1">
                <a:solidFill>
                  <a:srgbClr val="822433"/>
                </a:solidFill>
                <a:latin typeface="Arial"/>
                <a:ea typeface="Arial"/>
                <a:cs typeface="Arial"/>
              </a:defRPr>
            </a:lvl6pPr>
            <a:lvl7pPr algn="l">
              <a:defRPr sz="1875" b="1">
                <a:solidFill>
                  <a:srgbClr val="822433"/>
                </a:solidFill>
                <a:latin typeface="Arial"/>
                <a:ea typeface="Arial"/>
                <a:cs typeface="Arial"/>
              </a:defRPr>
            </a:lvl7pPr>
            <a:lvl8pPr algn="l">
              <a:defRPr sz="1875" b="1">
                <a:solidFill>
                  <a:srgbClr val="822433"/>
                </a:solidFill>
                <a:latin typeface="Arial"/>
                <a:ea typeface="Arial"/>
                <a:cs typeface="Arial"/>
              </a:defRPr>
            </a:lvl8pPr>
            <a:lvl9pPr algn="l">
              <a:defRPr sz="1875" b="1">
                <a:solidFill>
                  <a:srgbClr val="822433"/>
                </a:solidFill>
                <a:latin typeface="Arial"/>
                <a:ea typeface="Arial"/>
                <a:cs typeface="Arial"/>
              </a:defRPr>
            </a:lvl9pPr>
          </a:lstStyle>
          <a:p xmlns:a="http://schemas.openxmlformats.org/drawingml/2006/main">
            <a:pPr algn="l">
              <a:defRPr sz="1875" b="1">
                <a:solidFill>
                  <a:srgbClr val="822433"/>
                </a:solidFill>
                <a:latin typeface="Arial"/>
                <a:ea typeface="Arial"/>
                <a:cs typeface="Arial"/>
              </a:defRPr>
            </a:pPr>
            <a:r>
              <a:rPr sz="1875" b="1">
                <a:solidFill>
                  <a:srgbClr val="822433"/>
                </a:solidFill>
                <a:latin typeface="Arial"/>
                <a:ea typeface="Arial"/>
                <a:cs typeface="Arial"/>
              </a:rPr>
              <a:t>B  Attacked sensor</a:t>
            </a:r>
          </a:p>
        </p:txBody>
      </p:sp>
      <p:sp>
        <p:nvSpPr>
          <p:cNvPr id="615" name="">
            <a:extLst xmlns:a="http://schemas.openxmlformats.org/drawingml/2006/main">
              <a:ext uri="{FF2B5EF4-FFF2-40B4-BE49-F238E27FC236}">
                <a16:creationId xmlns:a16="http://schemas.microsoft.com/office/drawing/2014/main" id="{01546175-B2CF-4008-8342-06E5C3A79BD7}"/>
              </a:ext>
            </a:extLst>
          </p:cNvPr>
          <p:cNvSpPr>
            <a:spLocks xmlns:a="http://schemas.openxmlformats.org/drawingml/2006/main" noGrp="1"/>
          </p:cNvSpPr>
          <p:nvPr/>
        </p:nvSpPr>
        <p:spPr>
          <a:xfrm xmlns:a="http://schemas.openxmlformats.org/drawingml/2006/main">
            <a:off x="5553075" y="465772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020"/>
                </a:solidFill>
                <a:latin typeface="Arial"/>
                <a:ea typeface="Arial"/>
                <a:cs typeface="Arial"/>
              </a:defRPr>
            </a:defPPr>
            <a:lvl1pPr algn="l">
              <a:defRPr sz="1725" b="0">
                <a:solidFill>
                  <a:srgbClr val="202020"/>
                </a:solidFill>
                <a:latin typeface="Arial"/>
                <a:ea typeface="Arial"/>
                <a:cs typeface="Arial"/>
              </a:defRPr>
            </a:lvl1pPr>
            <a:lvl2pPr algn="l">
              <a:defRPr sz="1725" b="0">
                <a:solidFill>
                  <a:srgbClr val="202020"/>
                </a:solidFill>
                <a:latin typeface="Arial"/>
                <a:ea typeface="Arial"/>
                <a:cs typeface="Arial"/>
              </a:defRPr>
            </a:lvl2pPr>
            <a:lvl3pPr algn="l">
              <a:defRPr sz="1725" b="0">
                <a:solidFill>
                  <a:srgbClr val="202020"/>
                </a:solidFill>
                <a:latin typeface="Arial"/>
                <a:ea typeface="Arial"/>
                <a:cs typeface="Arial"/>
              </a:defRPr>
            </a:lvl3pPr>
            <a:lvl4pPr algn="l">
              <a:defRPr sz="1725" b="0">
                <a:solidFill>
                  <a:srgbClr val="202020"/>
                </a:solidFill>
                <a:latin typeface="Arial"/>
                <a:ea typeface="Arial"/>
                <a:cs typeface="Arial"/>
              </a:defRPr>
            </a:lvl4pPr>
            <a:lvl5pPr algn="l">
              <a:defRPr sz="1725" b="0">
                <a:solidFill>
                  <a:srgbClr val="202020"/>
                </a:solidFill>
                <a:latin typeface="Arial"/>
                <a:ea typeface="Arial"/>
                <a:cs typeface="Arial"/>
              </a:defRPr>
            </a:lvl5pPr>
            <a:lvl6pPr algn="l">
              <a:defRPr sz="1725" b="0">
                <a:solidFill>
                  <a:srgbClr val="202020"/>
                </a:solidFill>
                <a:latin typeface="Arial"/>
                <a:ea typeface="Arial"/>
                <a:cs typeface="Arial"/>
              </a:defRPr>
            </a:lvl6pPr>
            <a:lvl7pPr algn="l">
              <a:defRPr sz="1725" b="0">
                <a:solidFill>
                  <a:srgbClr val="202020"/>
                </a:solidFill>
                <a:latin typeface="Arial"/>
                <a:ea typeface="Arial"/>
                <a:cs typeface="Arial"/>
              </a:defRPr>
            </a:lvl7pPr>
            <a:lvl8pPr algn="l">
              <a:defRPr sz="1725" b="0">
                <a:solidFill>
                  <a:srgbClr val="202020"/>
                </a:solidFill>
                <a:latin typeface="Arial"/>
                <a:ea typeface="Arial"/>
                <a:cs typeface="Arial"/>
              </a:defRPr>
            </a:lvl8pPr>
            <a:lvl9pPr algn="l">
              <a:defRPr sz="1725" b="0">
                <a:solidFill>
                  <a:srgbClr val="202020"/>
                </a:solidFill>
                <a:latin typeface="Arial"/>
                <a:ea typeface="Arial"/>
                <a:cs typeface="Arial"/>
              </a:defRPr>
            </a:lvl9pPr>
          </a:lstStyle>
          <a:p xmlns:a="http://schemas.openxmlformats.org/drawingml/2006/main">
            <a:pPr algn="l">
              <a:defRPr sz="1725" b="0">
                <a:solidFill>
                  <a:srgbClr val="202020"/>
                </a:solidFill>
                <a:latin typeface="Arial"/>
                <a:ea typeface="Arial"/>
                <a:cs typeface="Arial"/>
              </a:defRPr>
            </a:pPr>
            <a:r>
              <a:rPr sz="1725" b="0">
                <a:solidFill>
                  <a:srgbClr val="202020"/>
                </a:solidFill>
                <a:latin typeface="Arial"/>
                <a:ea typeface="Arial"/>
                <a:cs typeface="Arial"/>
              </a:rPr>
              <a:t>Reports a pressure reading</a:t>
            </a:r>
          </a:p>
          <a:p xmlns:a="http://schemas.openxmlformats.org/drawingml/2006/main">
            <a:pPr algn="l">
              <a:defRPr sz="1725" b="0">
                <a:solidFill>
                  <a:srgbClr val="202020"/>
                </a:solidFill>
                <a:latin typeface="Arial"/>
                <a:ea typeface="Arial"/>
                <a:cs typeface="Arial"/>
              </a:defRPr>
            </a:pPr>
            <a:r>
              <a:rPr sz="1725" b="0">
                <a:solidFill>
                  <a:srgbClr val="202020"/>
                </a:solidFill>
                <a:latin typeface="Arial"/>
                <a:ea typeface="Arial"/>
                <a:cs typeface="Arial"/>
              </a:rPr>
              <a:t>modified by an attack.</a:t>
            </a:r>
          </a:p>
        </p:txBody>
      </p:sp>
      <p:sp>
        <p:nvSpPr>
          <p:cNvPr id="616" name="">
            <a:extLst xmlns:a="http://schemas.openxmlformats.org/drawingml/2006/main">
              <a:ext uri="{FF2B5EF4-FFF2-40B4-BE49-F238E27FC236}">
                <a16:creationId xmlns:a16="http://schemas.microsoft.com/office/drawing/2014/main" id="{B0823836-F3CF-45EA-95A5-34441B8FA2F0}"/>
              </a:ext>
            </a:extLst>
          </p:cNvPr>
          <p:cNvSpPr>
            <a:spLocks xmlns:a="http://schemas.openxmlformats.org/drawingml/2006/main" noGrp="1"/>
          </p:cNvSpPr>
          <p:nvPr/>
        </p:nvSpPr>
        <p:spPr>
          <a:xfrm xmlns:a="http://schemas.openxmlformats.org/drawingml/2006/main">
            <a:off x="1200150" y="5581650"/>
            <a:ext cx="728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2433"/>
                </a:solidFill>
                <a:latin typeface="Arial"/>
                <a:ea typeface="Arial"/>
                <a:cs typeface="Arial"/>
              </a:defRPr>
            </a:defPPr>
            <a:lvl1pPr algn="l">
              <a:defRPr sz="1875" b="1">
                <a:solidFill>
                  <a:srgbClr val="822433"/>
                </a:solidFill>
                <a:latin typeface="Arial"/>
                <a:ea typeface="Arial"/>
                <a:cs typeface="Arial"/>
              </a:defRPr>
            </a:lvl1pPr>
            <a:lvl2pPr algn="l">
              <a:defRPr sz="1875" b="1">
                <a:solidFill>
                  <a:srgbClr val="822433"/>
                </a:solidFill>
                <a:latin typeface="Arial"/>
                <a:ea typeface="Arial"/>
                <a:cs typeface="Arial"/>
              </a:defRPr>
            </a:lvl2pPr>
            <a:lvl3pPr algn="l">
              <a:defRPr sz="1875" b="1">
                <a:solidFill>
                  <a:srgbClr val="822433"/>
                </a:solidFill>
                <a:latin typeface="Arial"/>
                <a:ea typeface="Arial"/>
                <a:cs typeface="Arial"/>
              </a:defRPr>
            </a:lvl3pPr>
            <a:lvl4pPr algn="l">
              <a:defRPr sz="1875" b="1">
                <a:solidFill>
                  <a:srgbClr val="822433"/>
                </a:solidFill>
                <a:latin typeface="Arial"/>
                <a:ea typeface="Arial"/>
                <a:cs typeface="Arial"/>
              </a:defRPr>
            </a:lvl4pPr>
            <a:lvl5pPr algn="l">
              <a:defRPr sz="1875" b="1">
                <a:solidFill>
                  <a:srgbClr val="822433"/>
                </a:solidFill>
                <a:latin typeface="Arial"/>
                <a:ea typeface="Arial"/>
                <a:cs typeface="Arial"/>
              </a:defRPr>
            </a:lvl5pPr>
            <a:lvl6pPr algn="l">
              <a:defRPr sz="1875" b="1">
                <a:solidFill>
                  <a:srgbClr val="822433"/>
                </a:solidFill>
                <a:latin typeface="Arial"/>
                <a:ea typeface="Arial"/>
                <a:cs typeface="Arial"/>
              </a:defRPr>
            </a:lvl6pPr>
            <a:lvl7pPr algn="l">
              <a:defRPr sz="1875" b="1">
                <a:solidFill>
                  <a:srgbClr val="822433"/>
                </a:solidFill>
                <a:latin typeface="Arial"/>
                <a:ea typeface="Arial"/>
                <a:cs typeface="Arial"/>
              </a:defRPr>
            </a:lvl7pPr>
            <a:lvl8pPr algn="l">
              <a:defRPr sz="1875" b="1">
                <a:solidFill>
                  <a:srgbClr val="822433"/>
                </a:solidFill>
                <a:latin typeface="Arial"/>
                <a:ea typeface="Arial"/>
                <a:cs typeface="Arial"/>
              </a:defRPr>
            </a:lvl8pPr>
            <a:lvl9pPr algn="l">
              <a:defRPr sz="1875" b="1">
                <a:solidFill>
                  <a:srgbClr val="822433"/>
                </a:solidFill>
                <a:latin typeface="Arial"/>
                <a:ea typeface="Arial"/>
                <a:cs typeface="Arial"/>
              </a:defRPr>
            </a:lvl9pPr>
          </a:lstStyle>
          <a:p xmlns:a="http://schemas.openxmlformats.org/drawingml/2006/main">
            <a:pPr algn="l">
              <a:defRPr sz="1875" b="1">
                <a:solidFill>
                  <a:srgbClr val="822433"/>
                </a:solidFill>
                <a:latin typeface="Arial"/>
                <a:ea typeface="Arial"/>
                <a:cs typeface="Arial"/>
              </a:defRPr>
            </a:pPr>
            <a:r>
              <a:rPr sz="1875" b="1">
                <a:solidFill>
                  <a:srgbClr val="822433"/>
                </a:solidFill>
                <a:latin typeface="Arial"/>
                <a:ea typeface="Arial"/>
                <a:cs typeface="Arial"/>
              </a:rPr>
              <a:t>Random, targeted, replay, drift and noise</a:t>
            </a:r>
          </a:p>
        </p:txBody>
      </p:sp>
    </p:spTree>
    <p:extLst>
      <p:ext uri="{BB962C8B-B14F-4D97-AF65-F5344CB8AC3E}">
        <p14:creationId xmlns:p14="http://schemas.microsoft.com/office/powerpoint/2010/main" val="5484416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Five attack mechanisms</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4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6EF759F5-33A8-4372-8DD1-E316769AE3DC}"/>
              </a:ext>
            </a:extLst>
          </p:cNvPr>
          <p:cNvSpPr>
            <a:spLocks xmlns:a="http://schemas.openxmlformats.org/drawingml/2006/main" noGrp="1"/>
          </p:cNvSpPr>
          <p:nvPr/>
        </p:nvSpPr>
        <p:spPr>
          <a:xfrm xmlns:a="http://schemas.openxmlformats.org/drawingml/2006/main">
            <a:off x="1200150" y="1333500"/>
            <a:ext cx="7286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020"/>
                </a:solidFill>
                <a:latin typeface="Arial"/>
                <a:ea typeface="Arial"/>
                <a:cs typeface="Arial"/>
              </a:defRPr>
            </a:defPPr>
            <a:lvl1pPr algn="l">
              <a:defRPr sz="1950" b="0">
                <a:solidFill>
                  <a:srgbClr val="202020"/>
                </a:solidFill>
                <a:latin typeface="Arial"/>
                <a:ea typeface="Arial"/>
                <a:cs typeface="Arial"/>
              </a:defRPr>
            </a:lvl1pPr>
            <a:lvl2pPr algn="l">
              <a:defRPr sz="1950" b="0">
                <a:solidFill>
                  <a:srgbClr val="202020"/>
                </a:solidFill>
                <a:latin typeface="Arial"/>
                <a:ea typeface="Arial"/>
                <a:cs typeface="Arial"/>
              </a:defRPr>
            </a:lvl2pPr>
            <a:lvl3pPr algn="l">
              <a:defRPr sz="1950" b="0">
                <a:solidFill>
                  <a:srgbClr val="202020"/>
                </a:solidFill>
                <a:latin typeface="Arial"/>
                <a:ea typeface="Arial"/>
                <a:cs typeface="Arial"/>
              </a:defRPr>
            </a:lvl3pPr>
            <a:lvl4pPr algn="l">
              <a:defRPr sz="1950" b="0">
                <a:solidFill>
                  <a:srgbClr val="202020"/>
                </a:solidFill>
                <a:latin typeface="Arial"/>
                <a:ea typeface="Arial"/>
                <a:cs typeface="Arial"/>
              </a:defRPr>
            </a:lvl4pPr>
            <a:lvl5pPr algn="l">
              <a:defRPr sz="1950" b="0">
                <a:solidFill>
                  <a:srgbClr val="202020"/>
                </a:solidFill>
                <a:latin typeface="Arial"/>
                <a:ea typeface="Arial"/>
                <a:cs typeface="Arial"/>
              </a:defRPr>
            </a:lvl5pPr>
            <a:lvl6pPr algn="l">
              <a:defRPr sz="1950" b="0">
                <a:solidFill>
                  <a:srgbClr val="202020"/>
                </a:solidFill>
                <a:latin typeface="Arial"/>
                <a:ea typeface="Arial"/>
                <a:cs typeface="Arial"/>
              </a:defRPr>
            </a:lvl6pPr>
            <a:lvl7pPr algn="l">
              <a:defRPr sz="1950" b="0">
                <a:solidFill>
                  <a:srgbClr val="202020"/>
                </a:solidFill>
                <a:latin typeface="Arial"/>
                <a:ea typeface="Arial"/>
                <a:cs typeface="Arial"/>
              </a:defRPr>
            </a:lvl7pPr>
            <a:lvl8pPr algn="l">
              <a:defRPr sz="1950" b="0">
                <a:solidFill>
                  <a:srgbClr val="202020"/>
                </a:solidFill>
                <a:latin typeface="Arial"/>
                <a:ea typeface="Arial"/>
                <a:cs typeface="Arial"/>
              </a:defRPr>
            </a:lvl8pPr>
            <a:lvl9pPr algn="l">
              <a:defRPr sz="1950" b="0">
                <a:solidFill>
                  <a:srgbClr val="202020"/>
                </a:solidFill>
                <a:latin typeface="Arial"/>
                <a:ea typeface="Arial"/>
                <a:cs typeface="Arial"/>
              </a:defRPr>
            </a:lvl9pPr>
          </a:lstStyle>
          <a:p xmlns:a="http://schemas.openxmlformats.org/drawingml/2006/main">
            <a:pPr algn="l">
              <a:defRPr sz="1950" b="0">
                <a:solidFill>
                  <a:srgbClr val="202020"/>
                </a:solidFill>
                <a:latin typeface="Arial"/>
                <a:ea typeface="Arial"/>
                <a:cs typeface="Arial"/>
              </a:defRPr>
            </a:pPr>
            <a:r>
              <a:rPr sz="1950" b="0">
                <a:solidFill>
                  <a:srgbClr val="202020"/>
                </a:solidFill>
                <a:latin typeface="Arial"/>
                <a:ea typeface="Arial"/>
                <a:cs typeface="Arial"/>
              </a:rPr>
              <a:t>We modify the pressure readings received by the detector.</a:t>
            </a:r>
          </a:p>
        </p:txBody>
      </p:sp>
      <p:graphicFrame>
        <p:nvGraphicFramePr>
          <p:cNvPr id="12" name="">
            <a:extLst xmlns:a="http://schemas.openxmlformats.org/drawingml/2006/main">
              <a:ext uri="{FF2B5EF4-FFF2-40B4-BE49-F238E27FC236}">
                <a16:creationId xmlns:a16="http://schemas.microsoft.com/office/drawing/2014/main" id="{7023B287-2222-4F94-A427-C88F673BB213}"/>
              </a:ext>
            </a:extLst>
          </p:cNvPr>
          <p:cNvGraphicFramePr/>
          <p:nvPr/>
        </p:nvGraphicFramePr>
        <p:xfrm>
          <a:off xmlns:a="http://schemas.openxmlformats.org/drawingml/2006/main" x="1200150" y="2000250"/>
          <a:ext xmlns:a="http://schemas.openxmlformats.org/drawingml/2006/main" cx="7286625" cy="3695700"/>
        </p:xfrm>
        <a:graphic xmlns:a="http://schemas.openxmlformats.org/drawingml/2006/main">
          <a:graphicData uri="http://schemas.openxmlformats.org/drawingml/2006/table">
            <a:tbl>
              <a:tblPr firstRow="0" bandRow="0"/>
              <a:tblGrid>
                <a:gridCol w="1285875"/>
                <a:gridCol w="3381375"/>
                <a:gridCol w="2619375"/>
              </a:tblGrid>
              <a:tr h="457200">
                <a:tc>
                  <a:txBody>
                    <a:bodyPr lIns="114300" tIns="66675" rIns="95250" bIns="66675">
                      <a:noAutofit/>
                    </a:bodyPr>
                    <a:lstStyle/>
                    <a:p>
                      <a:pPr algn="l"/>
                      <a:r>
                        <a:rPr sz="1575" b="1">
                          <a:solidFill>
                            <a:srgbClr val="FFFFFF"/>
                          </a:solidFill>
                          <a:latin typeface="Arial"/>
                          <a:ea typeface="Arial"/>
                          <a:cs typeface="Arial"/>
                        </a:rPr>
                        <a:t>Family</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95250" bIns="66675">
                      <a:noAutofit/>
                    </a:bodyPr>
                    <a:lstStyle/>
                    <a:p>
                      <a:pPr algn="l"/>
                      <a:r>
                        <a:rPr sz="1575" b="1">
                          <a:solidFill>
                            <a:srgbClr val="FFFFFF"/>
                          </a:solidFill>
                          <a:latin typeface="Arial"/>
                          <a:ea typeface="Arial"/>
                          <a:cs typeface="Arial"/>
                        </a:rPr>
                        <a:t>How the reading changes</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95250" bIns="66675">
                      <a:noAutofit/>
                    </a:bodyPr>
                    <a:lstStyle/>
                    <a:p>
                      <a:pPr algn="l"/>
                      <a:r>
                        <a:rPr sz="1575" b="1">
                          <a:solidFill>
                            <a:srgbClr val="FFFFFF"/>
                          </a:solidFill>
                          <a:latin typeface="Arial"/>
                          <a:ea typeface="Arial"/>
                          <a:cs typeface="Arial"/>
                        </a:rPr>
                        <a:t>Experimental setting</a:t>
                      </a:r>
                    </a:p>
                  </a:txBody>
                  <a:tcPr marL="91440" marR="91440" marT="45720" marB="45720" anchor="ctr">
                    <a:lnL w="0">
                      <a:noFill/>
                    </a:lnL>
                    <a:lnR w="0">
                      <a:noFill/>
                    </a:lnR>
                    <a:lnT w="0">
                      <a:noFill/>
                    </a:lnT>
                    <a:lnB w="5715">
                      <a:solidFill>
                        <a:srgbClr val="D0D0D0"/>
                      </a:solidFill>
                    </a:lnB>
                    <a:solidFill>
                      <a:srgbClr val="822433"/>
                    </a:solidFill>
                  </a:tcPr>
                </a:tc>
              </a:tr>
              <a:tr h="647700">
                <a:tc>
                  <a:txBody>
                    <a:bodyPr lIns="114300" tIns="66675" rIns="95250" bIns="66675">
                      <a:noAutofit/>
                    </a:bodyPr>
                    <a:lstStyle/>
                    <a:p>
                      <a:pPr algn="l"/>
                      <a:r>
                        <a:rPr sz="1650" b="0">
                          <a:solidFill>
                            <a:srgbClr val="202020"/>
                          </a:solidFill>
                          <a:latin typeface="Arial"/>
                          <a:ea typeface="Arial"/>
                          <a:cs typeface="Arial"/>
                        </a:rPr>
                        <a:t>Random</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66675" rIns="95250" bIns="66675">
                      <a:noAutofit/>
                    </a:bodyPr>
                    <a:lstStyle/>
                    <a:p>
                      <a:pPr algn="l"/>
                      <a:r>
                        <a:rPr sz="1650" b="0">
                          <a:solidFill>
                            <a:srgbClr val="202020"/>
                          </a:solidFill>
                          <a:latin typeface="Arial"/>
                          <a:ea typeface="Arial"/>
                          <a:cs typeface="Arial"/>
                        </a:rPr>
                        <a:t>Persistent bias at randomly</a:t>
                      </a:r>
                    </a:p>
                    <a:p>
                      <a:pPr algn="l"/>
                      <a:r>
                        <a:rPr sz="1650" b="0">
                          <a:solidFill>
                            <a:srgbClr val="202020"/>
                          </a:solidFill>
                          <a:latin typeface="Arial"/>
                          <a:ea typeface="Arial"/>
                          <a:cs typeface="Arial"/>
                        </a:rPr>
                        <a:t>selected sensors</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66675" rIns="95250" bIns="66675">
                      <a:noAutofit/>
                    </a:bodyPr>
                    <a:lstStyle/>
                    <a:p>
                      <a:pPr algn="l"/>
                      <a:r>
                        <a:rPr sz="1650" b="0">
                          <a:solidFill>
                            <a:srgbClr val="202020"/>
                          </a:solidFill>
                          <a:latin typeface="Arial"/>
                          <a:ea typeface="Arial"/>
                          <a:cs typeface="Arial"/>
                        </a:rPr>
                        <a:t>Magnitude: 0.5–2.0 m</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r>
              <a:tr h="647700">
                <a:tc>
                  <a:txBody>
                    <a:bodyPr lIns="114300" tIns="66675" rIns="95250" bIns="66675">
                      <a:noAutofit/>
                    </a:bodyPr>
                    <a:lstStyle/>
                    <a:p>
                      <a:pPr algn="l"/>
                      <a:r>
                        <a:rPr sz="1650" b="0">
                          <a:solidFill>
                            <a:srgbClr val="202020"/>
                          </a:solidFill>
                          <a:latin typeface="Arial"/>
                          <a:ea typeface="Arial"/>
                          <a:cs typeface="Arial"/>
                        </a:rPr>
                        <a:t>Targeted</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66675" rIns="95250" bIns="66675">
                      <a:noAutofit/>
                    </a:bodyPr>
                    <a:lstStyle/>
                    <a:p>
                      <a:pPr algn="l"/>
                      <a:r>
                        <a:rPr sz="1650" b="0">
                          <a:solidFill>
                            <a:srgbClr val="202020"/>
                          </a:solidFill>
                          <a:latin typeface="Arial"/>
                          <a:ea typeface="Arial"/>
                          <a:cs typeface="Arial"/>
                        </a:rPr>
                        <a:t>Persistent bias at sensors</a:t>
                      </a:r>
                    </a:p>
                    <a:p>
                      <a:pPr algn="l"/>
                      <a:r>
                        <a:rPr sz="1650" b="0">
                          <a:solidFill>
                            <a:srgbClr val="202020"/>
                          </a:solidFill>
                          <a:latin typeface="Arial"/>
                          <a:ea typeface="Arial"/>
                          <a:cs typeface="Arial"/>
                        </a:rPr>
                        <a:t>selected by node degree</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66675" rIns="95250" bIns="66675">
                      <a:noAutofit/>
                    </a:bodyPr>
                    <a:lstStyle/>
                    <a:p>
                      <a:pPr algn="l"/>
                      <a:r>
                        <a:rPr sz="1650" b="0">
                          <a:solidFill>
                            <a:srgbClr val="202020"/>
                          </a:solidFill>
                          <a:latin typeface="Arial"/>
                          <a:ea typeface="Arial"/>
                          <a:cs typeface="Arial"/>
                        </a:rPr>
                        <a:t>Magnitude: 0.5–2.0 m</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r>
              <a:tr h="647700">
                <a:tc>
                  <a:txBody>
                    <a:bodyPr lIns="114300" tIns="66675" rIns="95250" bIns="66675">
                      <a:noAutofit/>
                    </a:bodyPr>
                    <a:lstStyle/>
                    <a:p>
                      <a:pPr algn="l"/>
                      <a:r>
                        <a:rPr sz="1650" b="0">
                          <a:solidFill>
                            <a:srgbClr val="202020"/>
                          </a:solidFill>
                          <a:latin typeface="Arial"/>
                          <a:ea typeface="Arial"/>
                          <a:cs typeface="Arial"/>
                        </a:rPr>
                        <a:t>Replay</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66675" rIns="95250" bIns="66675">
                      <a:noAutofit/>
                    </a:bodyPr>
                    <a:lstStyle/>
                    <a:p>
                      <a:pPr algn="l"/>
                      <a:r>
                        <a:rPr sz="1650" b="0">
                          <a:solidFill>
                            <a:srgbClr val="202020"/>
                          </a:solidFill>
                          <a:latin typeface="Arial"/>
                          <a:ea typeface="Arial"/>
                          <a:cs typeface="Arial"/>
                        </a:rPr>
                        <a:t>An earlier observation</a:t>
                      </a:r>
                    </a:p>
                    <a:p>
                      <a:pPr algn="l"/>
                      <a:r>
                        <a:rPr sz="1650" b="0">
                          <a:solidFill>
                            <a:srgbClr val="202020"/>
                          </a:solidFill>
                          <a:latin typeface="Arial"/>
                          <a:ea typeface="Arial"/>
                          <a:cs typeface="Arial"/>
                        </a:rPr>
                        <a:t>replaces the current reading</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66675" rIns="95250" bIns="66675">
                      <a:noAutofit/>
                    </a:bodyPr>
                    <a:lstStyle/>
                    <a:p>
                      <a:pPr algn="l"/>
                      <a:r>
                        <a:rPr sz="1650" b="0">
                          <a:solidFill>
                            <a:srgbClr val="202020"/>
                          </a:solidFill>
                          <a:latin typeface="Arial"/>
                          <a:ea typeface="Arial"/>
                          <a:cs typeface="Arial"/>
                        </a:rPr>
                        <a:t>Delay: 2–6 h</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r>
              <a:tr h="647700">
                <a:tc>
                  <a:txBody>
                    <a:bodyPr lIns="114300" tIns="66675" rIns="95250" bIns="66675">
                      <a:noAutofit/>
                    </a:bodyPr>
                    <a:lstStyle/>
                    <a:p>
                      <a:pPr algn="l"/>
                      <a:r>
                        <a:rPr sz="1650" b="0">
                          <a:solidFill>
                            <a:srgbClr val="202020"/>
                          </a:solidFill>
                          <a:latin typeface="Arial"/>
                          <a:ea typeface="Arial"/>
                          <a:cs typeface="Arial"/>
                        </a:rPr>
                        <a:t>Drift</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66675" rIns="95250" bIns="66675">
                      <a:noAutofit/>
                    </a:bodyPr>
                    <a:lstStyle/>
                    <a:p>
                      <a:pPr algn="l"/>
                      <a:r>
                        <a:rPr sz="1650" b="0">
                          <a:solidFill>
                            <a:srgbClr val="202020"/>
                          </a:solidFill>
                          <a:latin typeface="Arial"/>
                          <a:ea typeface="Arial"/>
                          <a:cs typeface="Arial"/>
                        </a:rPr>
                        <a:t>A bias increases gradually</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66675" rIns="95250" bIns="66675">
                      <a:noAutofit/>
                    </a:bodyPr>
                    <a:lstStyle/>
                    <a:p>
                      <a:pPr algn="l"/>
                      <a:r>
                        <a:rPr sz="1650" b="0">
                          <a:solidFill>
                            <a:srgbClr val="202020"/>
                          </a:solidFill>
                          <a:latin typeface="Arial"/>
                          <a:ea typeface="Arial"/>
                          <a:cs typeface="Arial"/>
                        </a:rPr>
                        <a:t>Target: 0.5–2.0 m</a:t>
                      </a:r>
                    </a:p>
                    <a:p>
                      <a:pPr algn="l"/>
                      <a:r>
                        <a:rPr sz="1650" b="0">
                          <a:solidFill>
                            <a:srgbClr val="202020"/>
                          </a:solidFill>
                          <a:latin typeface="Arial"/>
                          <a:ea typeface="Arial"/>
                          <a:cs typeface="Arial"/>
                        </a:rPr>
                        <a:t>Ramp: 6–18 h</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r>
              <a:tr h="647700">
                <a:tc>
                  <a:txBody>
                    <a:bodyPr lIns="114300" tIns="66675" rIns="95250" bIns="66675">
                      <a:noAutofit/>
                    </a:bodyPr>
                    <a:lstStyle/>
                    <a:p>
                      <a:pPr algn="l"/>
                      <a:r>
                        <a:rPr sz="1650" b="0">
                          <a:solidFill>
                            <a:srgbClr val="202020"/>
                          </a:solidFill>
                          <a:latin typeface="Arial"/>
                          <a:ea typeface="Arial"/>
                          <a:cs typeface="Arial"/>
                        </a:rPr>
                        <a:t>Noise</a:t>
                      </a:r>
                    </a:p>
                  </a:txBody>
                  <a:tcPr marL="91440" marR="91440" marT="45720" marB="45720" anchor="ctr">
                    <a:lnL w="0">
                      <a:noFill/>
                    </a:lnL>
                    <a:lnR w="0">
                      <a:noFill/>
                    </a:lnR>
                    <a:lnT w="5715">
                      <a:solidFill>
                        <a:srgbClr val="D0D0D0"/>
                      </a:solidFill>
                    </a:lnT>
                    <a:lnB w="0">
                      <a:noFill/>
                    </a:lnB>
                    <a:solidFill>
                      <a:srgbClr val="FFFFFF"/>
                    </a:solidFill>
                  </a:tcPr>
                </a:tc>
                <a:tc>
                  <a:txBody>
                    <a:bodyPr lIns="114300" tIns="66675" rIns="95250" bIns="66675">
                      <a:noAutofit/>
                    </a:bodyPr>
                    <a:lstStyle/>
                    <a:p>
                      <a:pPr algn="l"/>
                      <a:r>
                        <a:rPr sz="1650" b="0">
                          <a:solidFill>
                            <a:srgbClr val="202020"/>
                          </a:solidFill>
                          <a:latin typeface="Arial"/>
                          <a:ea typeface="Arial"/>
                          <a:cs typeface="Arial"/>
                        </a:rPr>
                        <a:t>Random perturbations</a:t>
                      </a:r>
                    </a:p>
                    <a:p>
                      <a:pPr algn="l"/>
                      <a:r>
                        <a:rPr sz="1650" b="0">
                          <a:solidFill>
                            <a:srgbClr val="202020"/>
                          </a:solidFill>
                          <a:latin typeface="Arial"/>
                          <a:ea typeface="Arial"/>
                          <a:cs typeface="Arial"/>
                        </a:rPr>
                        <a:t>increase variability</a:t>
                      </a:r>
                    </a:p>
                  </a:txBody>
                  <a:tcPr marL="91440" marR="91440" marT="45720" marB="45720" anchor="ctr">
                    <a:lnL w="0">
                      <a:noFill/>
                    </a:lnL>
                    <a:lnR w="0">
                      <a:noFill/>
                    </a:lnR>
                    <a:lnT w="5715">
                      <a:solidFill>
                        <a:srgbClr val="D0D0D0"/>
                      </a:solidFill>
                    </a:lnT>
                    <a:lnB w="0">
                      <a:noFill/>
                    </a:lnB>
                    <a:solidFill>
                      <a:srgbClr val="FFFFFF"/>
                    </a:solidFill>
                  </a:tcPr>
                </a:tc>
                <a:tc>
                  <a:txBody>
                    <a:bodyPr lIns="114300" tIns="66675" rIns="95250" bIns="66675">
                      <a:noAutofit/>
                    </a:bodyPr>
                    <a:lstStyle/>
                    <a:p>
                      <a:pPr algn="l"/>
                      <a:r>
                        <a:rPr sz="1650" b="0">
                          <a:solidFill>
                            <a:srgbClr val="202020"/>
                          </a:solidFill>
                          <a:latin typeface="Arial"/>
                          <a:ea typeface="Arial"/>
                          <a:cs typeface="Arial"/>
                        </a:rPr>
                        <a:t>Extra noise SD:</a:t>
                      </a:r>
                    </a:p>
                    <a:p>
                      <a:pPr algn="l"/>
                      <a:r>
                        <a:rPr sz="1650" b="0">
                          <a:solidFill>
                            <a:srgbClr val="202020"/>
                          </a:solidFill>
                          <a:latin typeface="Arial"/>
                          <a:ea typeface="Arial"/>
                          <a:cs typeface="Arial"/>
                        </a:rPr>
                        <a:t>0.3–0.8 m</a:t>
                      </a:r>
                    </a:p>
                  </a:txBody>
                  <a:tcPr marL="91440" marR="91440" marT="45720" marB="45720" anchor="ctr">
                    <a:lnL w="0">
                      <a:noFill/>
                    </a:lnL>
                    <a:lnR w="0">
                      <a:noFill/>
                    </a:lnR>
                    <a:lnT w="5715">
                      <a:solidFill>
                        <a:srgbClr val="D0D0D0"/>
                      </a:solidFill>
                    </a:lnT>
                    <a:lnB w="0">
                      <a:noFill/>
                    </a:lnB>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FE715A6E-13F3-4A80-BF76-27EF47995131}"/>
              </a:ext>
            </a:extLst>
          </p:cNvPr>
          <p:cNvSpPr>
            <a:spLocks xmlns:a="http://schemas.openxmlformats.org/drawingml/2006/main" noGrp="1"/>
          </p:cNvSpPr>
          <p:nvPr/>
        </p:nvSpPr>
        <p:spPr>
          <a:xfrm xmlns:a="http://schemas.openxmlformats.org/drawingml/2006/main">
            <a:off x="1200150" y="5895975"/>
            <a:ext cx="728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020"/>
                </a:solidFill>
                <a:latin typeface="Arial"/>
                <a:ea typeface="Arial"/>
                <a:cs typeface="Arial"/>
              </a:defRPr>
            </a:defPPr>
            <a:lvl1pPr algn="l">
              <a:defRPr sz="1575" b="0">
                <a:solidFill>
                  <a:srgbClr val="202020"/>
                </a:solidFill>
                <a:latin typeface="Arial"/>
                <a:ea typeface="Arial"/>
                <a:cs typeface="Arial"/>
              </a:defRPr>
            </a:lvl1pPr>
            <a:lvl2pPr algn="l">
              <a:defRPr sz="1575" b="0">
                <a:solidFill>
                  <a:srgbClr val="202020"/>
                </a:solidFill>
                <a:latin typeface="Arial"/>
                <a:ea typeface="Arial"/>
                <a:cs typeface="Arial"/>
              </a:defRPr>
            </a:lvl2pPr>
            <a:lvl3pPr algn="l">
              <a:defRPr sz="1575" b="0">
                <a:solidFill>
                  <a:srgbClr val="202020"/>
                </a:solidFill>
                <a:latin typeface="Arial"/>
                <a:ea typeface="Arial"/>
                <a:cs typeface="Arial"/>
              </a:defRPr>
            </a:lvl3pPr>
            <a:lvl4pPr algn="l">
              <a:defRPr sz="1575" b="0">
                <a:solidFill>
                  <a:srgbClr val="202020"/>
                </a:solidFill>
                <a:latin typeface="Arial"/>
                <a:ea typeface="Arial"/>
                <a:cs typeface="Arial"/>
              </a:defRPr>
            </a:lvl4pPr>
            <a:lvl5pPr algn="l">
              <a:defRPr sz="1575" b="0">
                <a:solidFill>
                  <a:srgbClr val="202020"/>
                </a:solidFill>
                <a:latin typeface="Arial"/>
                <a:ea typeface="Arial"/>
                <a:cs typeface="Arial"/>
              </a:defRPr>
            </a:lvl5pPr>
            <a:lvl6pPr algn="l">
              <a:defRPr sz="1575" b="0">
                <a:solidFill>
                  <a:srgbClr val="202020"/>
                </a:solidFill>
                <a:latin typeface="Arial"/>
                <a:ea typeface="Arial"/>
                <a:cs typeface="Arial"/>
              </a:defRPr>
            </a:lvl6pPr>
            <a:lvl7pPr algn="l">
              <a:defRPr sz="1575" b="0">
                <a:solidFill>
                  <a:srgbClr val="202020"/>
                </a:solidFill>
                <a:latin typeface="Arial"/>
                <a:ea typeface="Arial"/>
                <a:cs typeface="Arial"/>
              </a:defRPr>
            </a:lvl7pPr>
            <a:lvl8pPr algn="l">
              <a:defRPr sz="1575" b="0">
                <a:solidFill>
                  <a:srgbClr val="202020"/>
                </a:solidFill>
                <a:latin typeface="Arial"/>
                <a:ea typeface="Arial"/>
                <a:cs typeface="Arial"/>
              </a:defRPr>
            </a:lvl8pPr>
            <a:lvl9pPr algn="l">
              <a:defRPr sz="1575" b="0">
                <a:solidFill>
                  <a:srgbClr val="202020"/>
                </a:solidFill>
                <a:latin typeface="Arial"/>
                <a:ea typeface="Arial"/>
                <a:cs typeface="Arial"/>
              </a:defRPr>
            </a:lvl9pPr>
          </a:lstStyle>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Pressure measurement noise: 0.1 m standard deviation (SD).</a:t>
            </a:r>
          </a:p>
        </p:txBody>
      </p:sp>
    </p:spTree>
    <p:extLst>
      <p:ext uri="{BB962C8B-B14F-4D97-AF65-F5344CB8AC3E}">
        <p14:creationId xmlns:p14="http://schemas.microsoft.com/office/powerpoint/2010/main" val="5484416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The earlier cascade architecture</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5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D185DCDB-99F8-48CA-8586-D55D082F96AC}"/>
              </a:ext>
            </a:extLst>
          </p:cNvPr>
          <p:cNvSpPr>
            <a:spLocks xmlns:a="http://schemas.openxmlformats.org/drawingml/2006/main" noGrp="1"/>
          </p:cNvSpPr>
          <p:nvPr/>
        </p:nvSpPr>
        <p:spPr>
          <a:xfrm xmlns:a="http://schemas.openxmlformats.org/drawingml/2006/main">
            <a:off x="1200150" y="1457325"/>
            <a:ext cx="2286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822433"/>
            </a:solidFill>
          </a:ln>
        </p:spPr>
        <p:txBody>
          <a:bodyPr xmlns:a="http://schemas.openxmlformats.org/drawingml/2006/main" lIns="85725" tIns="66675" rIns="85725" bIns="66675" anchor="ctr">
            <a:noAutofit/>
          </a:bodyPr>
          <a:lstStyle xmlns:a="http://schemas.openxmlformats.org/drawingml/2006/main">
            <a:defPPr algn="ctr">
              <a:defRPr sz="1650" b="0">
                <a:solidFill>
                  <a:srgbClr val="202020"/>
                </a:solidFill>
                <a:latin typeface="Arial"/>
                <a:ea typeface="Arial"/>
                <a:cs typeface="Arial"/>
              </a:defRPr>
            </a:defPPr>
            <a:lvl1pPr algn="ctr">
              <a:defRPr sz="1650" b="0">
                <a:solidFill>
                  <a:srgbClr val="202020"/>
                </a:solidFill>
                <a:latin typeface="Arial"/>
                <a:ea typeface="Arial"/>
                <a:cs typeface="Arial"/>
              </a:defRPr>
            </a:lvl1pPr>
            <a:lvl2pPr algn="ctr">
              <a:defRPr sz="1650" b="0">
                <a:solidFill>
                  <a:srgbClr val="202020"/>
                </a:solidFill>
                <a:latin typeface="Arial"/>
                <a:ea typeface="Arial"/>
                <a:cs typeface="Arial"/>
              </a:defRPr>
            </a:lvl2pPr>
            <a:lvl3pPr algn="ctr">
              <a:defRPr sz="1650" b="0">
                <a:solidFill>
                  <a:srgbClr val="202020"/>
                </a:solidFill>
                <a:latin typeface="Arial"/>
                <a:ea typeface="Arial"/>
                <a:cs typeface="Arial"/>
              </a:defRPr>
            </a:lvl3pPr>
            <a:lvl4pPr algn="ctr">
              <a:defRPr sz="1650" b="0">
                <a:solidFill>
                  <a:srgbClr val="202020"/>
                </a:solidFill>
                <a:latin typeface="Arial"/>
                <a:ea typeface="Arial"/>
                <a:cs typeface="Arial"/>
              </a:defRPr>
            </a:lvl4pPr>
            <a:lvl5pPr algn="ctr">
              <a:defRPr sz="1650" b="0">
                <a:solidFill>
                  <a:srgbClr val="202020"/>
                </a:solidFill>
                <a:latin typeface="Arial"/>
                <a:ea typeface="Arial"/>
                <a:cs typeface="Arial"/>
              </a:defRPr>
            </a:lvl5pPr>
            <a:lvl6pPr algn="ctr">
              <a:defRPr sz="1650" b="0">
                <a:solidFill>
                  <a:srgbClr val="202020"/>
                </a:solidFill>
                <a:latin typeface="Arial"/>
                <a:ea typeface="Arial"/>
                <a:cs typeface="Arial"/>
              </a:defRPr>
            </a:lvl6pPr>
            <a:lvl7pPr algn="ctr">
              <a:defRPr sz="1650" b="0">
                <a:solidFill>
                  <a:srgbClr val="202020"/>
                </a:solidFill>
                <a:latin typeface="Arial"/>
                <a:ea typeface="Arial"/>
                <a:cs typeface="Arial"/>
              </a:defRPr>
            </a:lvl7pPr>
            <a:lvl8pPr algn="ctr">
              <a:defRPr sz="1650" b="0">
                <a:solidFill>
                  <a:srgbClr val="202020"/>
                </a:solidFill>
                <a:latin typeface="Arial"/>
                <a:ea typeface="Arial"/>
                <a:cs typeface="Arial"/>
              </a:defRPr>
            </a:lvl8pPr>
            <a:lvl9pPr algn="ctr">
              <a:defRPr sz="1650" b="0">
                <a:solidFill>
                  <a:srgbClr val="202020"/>
                </a:solidFill>
                <a:latin typeface="Arial"/>
                <a:ea typeface="Arial"/>
                <a:cs typeface="Arial"/>
              </a:defRPr>
            </a:lvl9pPr>
          </a:lstStyle>
          <a:p xmlns:a="http://schemas.openxmlformats.org/drawingml/2006/main">
            <a:pPr algn="ctr">
              <a:buNone/>
              <a:defRPr sz="1650" b="0">
                <a:solidFill>
                  <a:srgbClr val="202020"/>
                </a:solidFill>
                <a:latin typeface="Arial"/>
                <a:ea typeface="Arial"/>
                <a:cs typeface="Arial"/>
              </a:defRPr>
            </a:pPr>
            <a:r>
              <a:rPr sz="1650" b="0">
                <a:solidFill>
                  <a:srgbClr val="202020"/>
                </a:solidFill>
                <a:latin typeface="Arial"/>
                <a:ea typeface="Arial"/>
                <a:cs typeface="Arial"/>
              </a:rPr>
              <a:t>Sensor observations</a:t>
            </a:r>
          </a:p>
        </p:txBody>
      </p:sp>
      <p:sp>
        <p:nvSpPr>
          <p:cNvPr id="12" name="">
            <a:extLst xmlns:a="http://schemas.openxmlformats.org/drawingml/2006/main">
              <a:ext uri="{FF2B5EF4-FFF2-40B4-BE49-F238E27FC236}">
                <a16:creationId xmlns:a16="http://schemas.microsoft.com/office/drawing/2014/main" id="{3CD8B5CF-5BF4-4080-9C34-8AAABB859779}"/>
              </a:ext>
            </a:extLst>
          </p:cNvPr>
          <p:cNvSpPr>
            <a:spLocks xmlns:a="http://schemas.openxmlformats.org/drawingml/2006/main" noGrp="1"/>
          </p:cNvSpPr>
          <p:nvPr/>
        </p:nvSpPr>
        <p:spPr>
          <a:xfrm xmlns:a="http://schemas.openxmlformats.org/drawingml/2006/main">
            <a:off x="4095750" y="1457325"/>
            <a:ext cx="3429000" cy="685800"/>
          </a:xfrm>
          <a:prstGeom xmlns:a="http://schemas.openxmlformats.org/drawingml/2006/main" prst="rect">
            <a:avLst/>
          </a:prstGeom>
          <a:solidFill xmlns:a="http://schemas.openxmlformats.org/drawingml/2006/main">
            <a:srgbClr val="822433"/>
          </a:solidFill>
          <a:ln xmlns:a="http://schemas.openxmlformats.org/drawingml/2006/main" w="14288">
            <a:solidFill>
              <a:srgbClr val="822433"/>
            </a:solidFill>
          </a:ln>
        </p:spPr>
        <p:txBody>
          <a:bodyPr xmlns:a="http://schemas.openxmlformats.org/drawingml/2006/main" lIns="85725" tIns="66675" rIns="85725" bIns="66675"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Family router</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Rank the experts</a:t>
            </a:r>
          </a:p>
        </p:txBody>
      </p:sp>
      <p:cxnSp>
        <p:nvCxnSpPr>
          <p:cNvPr id="13" name="">
            <a:extLst xmlns:a="http://schemas.openxmlformats.org/drawingml/2006/main">
              <a:ext uri="{FF2B5EF4-FFF2-40B4-BE49-F238E27FC236}">
                <a16:creationId xmlns:a16="http://schemas.microsoft.com/office/drawing/2014/main" id="{350D082E-6A0A-460B-B847-78DE4DE5FC9E}"/>
              </a:ext>
            </a:extLst>
          </p:cNvPr>
          <p:cNvCxnSpPr/>
          <p:nvPr/>
        </p:nvCxnSpPr>
        <p:spPr>
          <a:xfrm xmlns:a="http://schemas.openxmlformats.org/drawingml/2006/main">
            <a:off x="3486150" y="1800225"/>
            <a:ext cx="609600" cy="0"/>
          </a:xfrm>
          <a:prstGeom xmlns:a="http://schemas.openxmlformats.org/drawingml/2006/main" prst="straightConnector1">
            <a:avLst/>
          </a:prstGeom>
          <a:ln xmlns:a="http://schemas.openxmlformats.org/drawingml/2006/main" w="19050">
            <a:solidFill>
              <a:srgbClr val="822433"/>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3F2C3AAB-D9C9-4DAD-B72D-D8CB502A006A}"/>
              </a:ext>
            </a:extLst>
          </p:cNvPr>
          <p:cNvSpPr>
            <a:spLocks xmlns:a="http://schemas.openxmlformats.org/drawingml/2006/main" noGrp="1"/>
          </p:cNvSpPr>
          <p:nvPr/>
        </p:nvSpPr>
        <p:spPr>
          <a:xfrm xmlns:a="http://schemas.openxmlformats.org/drawingml/2006/main">
            <a:off x="4095750" y="2667000"/>
            <a:ext cx="3429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822433"/>
            </a:solidFill>
          </a:ln>
        </p:spPr>
        <p:txBody>
          <a:bodyPr xmlns:a="http://schemas.openxmlformats.org/drawingml/2006/main" lIns="85725" tIns="66675" rIns="85725" bIns="66675" anchor="ctr">
            <a:noAutofit/>
          </a:bodyPr>
          <a:lstStyle xmlns:a="http://schemas.openxmlformats.org/drawingml/2006/main">
            <a:defPPr algn="ctr">
              <a:defRPr sz="1650" b="0">
                <a:solidFill>
                  <a:srgbClr val="202020"/>
                </a:solidFill>
                <a:latin typeface="Arial"/>
                <a:ea typeface="Arial"/>
                <a:cs typeface="Arial"/>
              </a:defRPr>
            </a:defPPr>
            <a:lvl1pPr algn="ctr">
              <a:defRPr sz="1650" b="0">
                <a:solidFill>
                  <a:srgbClr val="202020"/>
                </a:solidFill>
                <a:latin typeface="Arial"/>
                <a:ea typeface="Arial"/>
                <a:cs typeface="Arial"/>
              </a:defRPr>
            </a:lvl1pPr>
            <a:lvl2pPr algn="ctr">
              <a:defRPr sz="1650" b="0">
                <a:solidFill>
                  <a:srgbClr val="202020"/>
                </a:solidFill>
                <a:latin typeface="Arial"/>
                <a:ea typeface="Arial"/>
                <a:cs typeface="Arial"/>
              </a:defRPr>
            </a:lvl2pPr>
            <a:lvl3pPr algn="ctr">
              <a:defRPr sz="1650" b="0">
                <a:solidFill>
                  <a:srgbClr val="202020"/>
                </a:solidFill>
                <a:latin typeface="Arial"/>
                <a:ea typeface="Arial"/>
                <a:cs typeface="Arial"/>
              </a:defRPr>
            </a:lvl3pPr>
            <a:lvl4pPr algn="ctr">
              <a:defRPr sz="1650" b="0">
                <a:solidFill>
                  <a:srgbClr val="202020"/>
                </a:solidFill>
                <a:latin typeface="Arial"/>
                <a:ea typeface="Arial"/>
                <a:cs typeface="Arial"/>
              </a:defRPr>
            </a:lvl4pPr>
            <a:lvl5pPr algn="ctr">
              <a:defRPr sz="1650" b="0">
                <a:solidFill>
                  <a:srgbClr val="202020"/>
                </a:solidFill>
                <a:latin typeface="Arial"/>
                <a:ea typeface="Arial"/>
                <a:cs typeface="Arial"/>
              </a:defRPr>
            </a:lvl5pPr>
            <a:lvl6pPr algn="ctr">
              <a:defRPr sz="1650" b="0">
                <a:solidFill>
                  <a:srgbClr val="202020"/>
                </a:solidFill>
                <a:latin typeface="Arial"/>
                <a:ea typeface="Arial"/>
                <a:cs typeface="Arial"/>
              </a:defRPr>
            </a:lvl6pPr>
            <a:lvl7pPr algn="ctr">
              <a:defRPr sz="1650" b="0">
                <a:solidFill>
                  <a:srgbClr val="202020"/>
                </a:solidFill>
                <a:latin typeface="Arial"/>
                <a:ea typeface="Arial"/>
                <a:cs typeface="Arial"/>
              </a:defRPr>
            </a:lvl7pPr>
            <a:lvl8pPr algn="ctr">
              <a:defRPr sz="1650" b="0">
                <a:solidFill>
                  <a:srgbClr val="202020"/>
                </a:solidFill>
                <a:latin typeface="Arial"/>
                <a:ea typeface="Arial"/>
                <a:cs typeface="Arial"/>
              </a:defRPr>
            </a:lvl8pPr>
            <a:lvl9pPr algn="ctr">
              <a:defRPr sz="1650" b="0">
                <a:solidFill>
                  <a:srgbClr val="202020"/>
                </a:solidFill>
                <a:latin typeface="Arial"/>
                <a:ea typeface="Arial"/>
                <a:cs typeface="Arial"/>
              </a:defRPr>
            </a:lvl9pPr>
          </a:lstStyle>
          <a:p xmlns:a="http://schemas.openxmlformats.org/drawingml/2006/main">
            <a:pPr algn="ctr">
              <a:buNone/>
              <a:defRPr sz="1650" b="0">
                <a:solidFill>
                  <a:srgbClr val="202020"/>
                </a:solidFill>
                <a:latin typeface="Arial"/>
                <a:ea typeface="Arial"/>
                <a:cs typeface="Arial"/>
              </a:defRPr>
            </a:pPr>
            <a:r>
              <a:rPr sz="1650" b="0">
                <a:solidFill>
                  <a:srgbClr val="202020"/>
                </a:solidFill>
                <a:latin typeface="Arial"/>
                <a:ea typeface="Arial"/>
                <a:cs typeface="Arial"/>
              </a:rPr>
              <a:t>Candidate expert</a:t>
            </a:r>
          </a:p>
          <a:p xmlns:a="http://schemas.openxmlformats.org/drawingml/2006/main">
            <a:pPr algn="ctr">
              <a:buNone/>
              <a:defRPr sz="1650" b="0">
                <a:solidFill>
                  <a:srgbClr val="202020"/>
                </a:solidFill>
                <a:latin typeface="Arial"/>
                <a:ea typeface="Arial"/>
                <a:cs typeface="Arial"/>
              </a:defRPr>
            </a:pPr>
            <a:r>
              <a:rPr sz="1650" b="0">
                <a:solidFill>
                  <a:srgbClr val="202020"/>
                </a:solidFill>
                <a:latin typeface="Arial"/>
                <a:ea typeface="Arial"/>
                <a:cs typeface="Arial"/>
              </a:rPr>
              <a:t>Reconstruction and attack scores</a:t>
            </a:r>
          </a:p>
        </p:txBody>
      </p:sp>
      <p:cxnSp>
        <p:nvCxnSpPr>
          <p:cNvPr id="15" name="">
            <a:extLst xmlns:a="http://schemas.openxmlformats.org/drawingml/2006/main">
              <a:ext uri="{FF2B5EF4-FFF2-40B4-BE49-F238E27FC236}">
                <a16:creationId xmlns:a16="http://schemas.microsoft.com/office/drawing/2014/main" id="{25D67F24-147B-487F-8057-93982C4F59DD}"/>
              </a:ext>
            </a:extLst>
          </p:cNvPr>
          <p:cNvCxnSpPr/>
          <p:nvPr/>
        </p:nvCxnSpPr>
        <p:spPr>
          <a:xfrm xmlns:a="http://schemas.openxmlformats.org/drawingml/2006/main">
            <a:off x="5810250" y="2143125"/>
            <a:ext cx="0" cy="523875"/>
          </a:xfrm>
          <a:prstGeom xmlns:a="http://schemas.openxmlformats.org/drawingml/2006/main" prst="straightConnector1">
            <a:avLst/>
          </a:prstGeom>
          <a:ln xmlns:a="http://schemas.openxmlformats.org/drawingml/2006/main" w="19050">
            <a:solidFill>
              <a:srgbClr val="822433"/>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541C7787-9E07-4D51-BD74-6D87AF7D1D8E}"/>
              </a:ext>
            </a:extLst>
          </p:cNvPr>
          <p:cNvSpPr>
            <a:spLocks xmlns:a="http://schemas.openxmlformats.org/drawingml/2006/main" noGrp="1"/>
          </p:cNvSpPr>
          <p:nvPr/>
        </p:nvSpPr>
        <p:spPr>
          <a:xfrm xmlns:a="http://schemas.openxmlformats.org/drawingml/2006/main">
            <a:off x="4095750" y="3876675"/>
            <a:ext cx="34290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822433"/>
            </a:solidFill>
          </a:ln>
        </p:spPr>
        <p:txBody>
          <a:bodyPr xmlns:a="http://schemas.openxmlformats.org/drawingml/2006/main" lIns="85725" tIns="66675" rIns="85725" bIns="66675" anchor="ctr">
            <a:noAutofit/>
          </a:bodyPr>
          <a:lstStyle xmlns:a="http://schemas.openxmlformats.org/drawingml/2006/main">
            <a:defPPr algn="ctr">
              <a:defRPr sz="1575" b="0">
                <a:solidFill>
                  <a:srgbClr val="202020"/>
                </a:solidFill>
                <a:latin typeface="Arial"/>
                <a:ea typeface="Arial"/>
                <a:cs typeface="Arial"/>
              </a:defRPr>
            </a:defPPr>
            <a:lvl1pPr algn="ctr">
              <a:defRPr sz="1575" b="0">
                <a:solidFill>
                  <a:srgbClr val="202020"/>
                </a:solidFill>
                <a:latin typeface="Arial"/>
                <a:ea typeface="Arial"/>
                <a:cs typeface="Arial"/>
              </a:defRPr>
            </a:lvl1pPr>
            <a:lvl2pPr algn="ctr">
              <a:defRPr sz="1575" b="0">
                <a:solidFill>
                  <a:srgbClr val="202020"/>
                </a:solidFill>
                <a:latin typeface="Arial"/>
                <a:ea typeface="Arial"/>
                <a:cs typeface="Arial"/>
              </a:defRPr>
            </a:lvl2pPr>
            <a:lvl3pPr algn="ctr">
              <a:defRPr sz="1575" b="0">
                <a:solidFill>
                  <a:srgbClr val="202020"/>
                </a:solidFill>
                <a:latin typeface="Arial"/>
                <a:ea typeface="Arial"/>
                <a:cs typeface="Arial"/>
              </a:defRPr>
            </a:lvl3pPr>
            <a:lvl4pPr algn="ctr">
              <a:defRPr sz="1575" b="0">
                <a:solidFill>
                  <a:srgbClr val="202020"/>
                </a:solidFill>
                <a:latin typeface="Arial"/>
                <a:ea typeface="Arial"/>
                <a:cs typeface="Arial"/>
              </a:defRPr>
            </a:lvl4pPr>
            <a:lvl5pPr algn="ctr">
              <a:defRPr sz="1575" b="0">
                <a:solidFill>
                  <a:srgbClr val="202020"/>
                </a:solidFill>
                <a:latin typeface="Arial"/>
                <a:ea typeface="Arial"/>
                <a:cs typeface="Arial"/>
              </a:defRPr>
            </a:lvl5pPr>
            <a:lvl6pPr algn="ctr">
              <a:defRPr sz="1575" b="0">
                <a:solidFill>
                  <a:srgbClr val="202020"/>
                </a:solidFill>
                <a:latin typeface="Arial"/>
                <a:ea typeface="Arial"/>
                <a:cs typeface="Arial"/>
              </a:defRPr>
            </a:lvl6pPr>
            <a:lvl7pPr algn="ctr">
              <a:defRPr sz="1575" b="0">
                <a:solidFill>
                  <a:srgbClr val="202020"/>
                </a:solidFill>
                <a:latin typeface="Arial"/>
                <a:ea typeface="Arial"/>
                <a:cs typeface="Arial"/>
              </a:defRPr>
            </a:lvl7pPr>
            <a:lvl8pPr algn="ctr">
              <a:defRPr sz="1575" b="0">
                <a:solidFill>
                  <a:srgbClr val="202020"/>
                </a:solidFill>
                <a:latin typeface="Arial"/>
                <a:ea typeface="Arial"/>
                <a:cs typeface="Arial"/>
              </a:defRPr>
            </a:lvl8pPr>
            <a:lvl9pPr algn="ctr">
              <a:defRPr sz="1575" b="0">
                <a:solidFill>
                  <a:srgbClr val="202020"/>
                </a:solidFill>
                <a:latin typeface="Arial"/>
                <a:ea typeface="Arial"/>
                <a:cs typeface="Arial"/>
              </a:defRPr>
            </a:lvl9pPr>
          </a:lstStyle>
          <a:p xmlns:a="http://schemas.openxmlformats.org/drawingml/2006/main">
            <a:pPr algn="ctr">
              <a:buNone/>
              <a:defRPr sz="1575" b="0">
                <a:solidFill>
                  <a:srgbClr val="202020"/>
                </a:solidFill>
                <a:latin typeface="Arial"/>
                <a:ea typeface="Arial"/>
                <a:cs typeface="Arial"/>
              </a:defRPr>
            </a:pPr>
            <a:r>
              <a:rPr sz="1575" b="0">
                <a:solidFill>
                  <a:srgbClr val="202020"/>
                </a:solidFill>
                <a:latin typeface="Arial"/>
                <a:ea typeface="Arial"/>
                <a:cs typeface="Arial"/>
              </a:rPr>
              <a:t>Reconstruction + physics</a:t>
            </a:r>
          </a:p>
          <a:p xmlns:a="http://schemas.openxmlformats.org/drawingml/2006/main">
            <a:pPr algn="ctr">
              <a:buNone/>
              <a:defRPr sz="1575" b="0">
                <a:solidFill>
                  <a:srgbClr val="202020"/>
                </a:solidFill>
                <a:latin typeface="Arial"/>
                <a:ea typeface="Arial"/>
                <a:cs typeface="Arial"/>
              </a:defRPr>
            </a:pPr>
            <a:r>
              <a:rPr sz="1575" b="0">
                <a:solidFill>
                  <a:srgbClr val="202020"/>
                </a:solidFill>
                <a:latin typeface="Arial"/>
                <a:ea typeface="Arial"/>
                <a:cs typeface="Arial"/>
              </a:rPr>
              <a:t>Compare candidate consistency</a:t>
            </a:r>
          </a:p>
        </p:txBody>
      </p:sp>
      <p:cxnSp>
        <p:nvCxnSpPr>
          <p:cNvPr id="17" name="">
            <a:extLst xmlns:a="http://schemas.openxmlformats.org/drawingml/2006/main">
              <a:ext uri="{FF2B5EF4-FFF2-40B4-BE49-F238E27FC236}">
                <a16:creationId xmlns:a16="http://schemas.microsoft.com/office/drawing/2014/main" id="{95259199-C938-40F9-8FDC-90C767FF65A1}"/>
              </a:ext>
            </a:extLst>
          </p:cNvPr>
          <p:cNvCxnSpPr/>
          <p:nvPr/>
        </p:nvCxnSpPr>
        <p:spPr>
          <a:xfrm xmlns:a="http://schemas.openxmlformats.org/drawingml/2006/main">
            <a:off x="5810250" y="3352800"/>
            <a:ext cx="0" cy="523875"/>
          </a:xfrm>
          <a:prstGeom xmlns:a="http://schemas.openxmlformats.org/drawingml/2006/main" prst="straightConnector1">
            <a:avLst/>
          </a:prstGeom>
          <a:ln xmlns:a="http://schemas.openxmlformats.org/drawingml/2006/main" w="19050">
            <a:solidFill>
              <a:srgbClr val="822433"/>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65E39725-F5CD-4EDD-86AD-3BE3DAF5E9C0}"/>
              </a:ext>
            </a:extLst>
          </p:cNvPr>
          <p:cNvCxnSpPr/>
          <p:nvPr/>
        </p:nvCxnSpPr>
        <p:spPr>
          <a:xfrm xmlns:a="http://schemas.openxmlformats.org/drawingml/2006/main">
            <a:off x="7524750" y="4238625"/>
            <a:ext cx="781050" cy="0"/>
          </a:xfrm>
          <a:prstGeom xmlns:a="http://schemas.openxmlformats.org/drawingml/2006/main" prst="straightConnector1">
            <a:avLst/>
          </a:prstGeom>
          <a:ln xmlns:a="http://schemas.openxmlformats.org/drawingml/2006/main" w="19050">
            <a:solidFill>
              <a:srgbClr val="822433"/>
            </a:solidFill>
            <a:prstDash val="dash"/>
            <a:tailEnd type="none" w="med" len="med"/>
          </a:ln>
        </p:spPr>
      </p:cxnSp>
      <p:cxnSp>
        <p:nvCxnSpPr>
          <p:cNvPr id="19" name="">
            <a:extLst xmlns:a="http://schemas.openxmlformats.org/drawingml/2006/main">
              <a:ext uri="{FF2B5EF4-FFF2-40B4-BE49-F238E27FC236}">
                <a16:creationId xmlns:a16="http://schemas.microsoft.com/office/drawing/2014/main" id="{A330F0BC-8A6E-406C-8AA6-87B05DFEA74E}"/>
              </a:ext>
            </a:extLst>
          </p:cNvPr>
          <p:cNvCxnSpPr/>
          <p:nvPr/>
        </p:nvCxnSpPr>
        <p:spPr>
          <a:xfrm xmlns:a="http://schemas.openxmlformats.org/drawingml/2006/main">
            <a:off x="8305800" y="3009900"/>
            <a:ext cx="0" cy="1228725"/>
          </a:xfrm>
          <a:prstGeom xmlns:a="http://schemas.openxmlformats.org/drawingml/2006/main" prst="straightConnector1">
            <a:avLst/>
          </a:prstGeom>
          <a:ln xmlns:a="http://schemas.openxmlformats.org/drawingml/2006/main" w="19050">
            <a:solidFill>
              <a:srgbClr val="822433"/>
            </a:solidFill>
            <a:prstDash val="dash"/>
            <a:headEnd type="none" w="med" len="med"/>
          </a:ln>
        </p:spPr>
      </p:cxnSp>
      <p:cxnSp>
        <p:nvCxnSpPr>
          <p:cNvPr id="20" name="">
            <a:extLst xmlns:a="http://schemas.openxmlformats.org/drawingml/2006/main">
              <a:ext uri="{FF2B5EF4-FFF2-40B4-BE49-F238E27FC236}">
                <a16:creationId xmlns:a16="http://schemas.microsoft.com/office/drawing/2014/main" id="{E345FBAD-EA09-4ED0-AD64-CC2BDA5B1F45}"/>
              </a:ext>
            </a:extLst>
          </p:cNvPr>
          <p:cNvCxnSpPr/>
          <p:nvPr/>
        </p:nvCxnSpPr>
        <p:spPr>
          <a:xfrm xmlns:a="http://schemas.openxmlformats.org/drawingml/2006/main">
            <a:off x="7524750" y="3009900"/>
            <a:ext cx="781050" cy="0"/>
          </a:xfrm>
          <a:prstGeom xmlns:a="http://schemas.openxmlformats.org/drawingml/2006/main" prst="straightConnector1">
            <a:avLst/>
          </a:prstGeom>
          <a:ln xmlns:a="http://schemas.openxmlformats.org/drawingml/2006/main" w="19050">
            <a:solidFill>
              <a:srgbClr val="822433"/>
            </a:solidFill>
            <a:prstDash val="dash"/>
            <a:headEnd type="triangle" w="med" len="med"/>
          </a:ln>
        </p:spPr>
      </p:cxnSp>
      <p:sp>
        <p:nvSpPr>
          <p:cNvPr id="21" name="">
            <a:extLst xmlns:a="http://schemas.openxmlformats.org/drawingml/2006/main">
              <a:ext uri="{FF2B5EF4-FFF2-40B4-BE49-F238E27FC236}">
                <a16:creationId xmlns:a16="http://schemas.microsoft.com/office/drawing/2014/main" id="{E1BBDFE5-5F00-4B17-9CF8-2B9E4A04989D}"/>
              </a:ext>
            </a:extLst>
          </p:cNvPr>
          <p:cNvSpPr>
            <a:spLocks xmlns:a="http://schemas.openxmlformats.org/drawingml/2006/main" noGrp="1"/>
          </p:cNvSpPr>
          <p:nvPr/>
        </p:nvSpPr>
        <p:spPr>
          <a:xfrm xmlns:a="http://schemas.openxmlformats.org/drawingml/2006/main">
            <a:off x="1200150" y="2676525"/>
            <a:ext cx="257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020"/>
                </a:solidFill>
                <a:latin typeface="Arial"/>
                <a:ea typeface="Arial"/>
                <a:cs typeface="Arial"/>
              </a:defRPr>
            </a:defPPr>
            <a:lvl1pPr algn="l">
              <a:defRPr sz="1650" b="0">
                <a:solidFill>
                  <a:srgbClr val="202020"/>
                </a:solidFill>
                <a:latin typeface="Arial"/>
                <a:ea typeface="Arial"/>
                <a:cs typeface="Arial"/>
              </a:defRPr>
            </a:lvl1pPr>
            <a:lvl2pPr algn="l">
              <a:defRPr sz="1650" b="0">
                <a:solidFill>
                  <a:srgbClr val="202020"/>
                </a:solidFill>
                <a:latin typeface="Arial"/>
                <a:ea typeface="Arial"/>
                <a:cs typeface="Arial"/>
              </a:defRPr>
            </a:lvl2pPr>
            <a:lvl3pPr algn="l">
              <a:defRPr sz="1650" b="0">
                <a:solidFill>
                  <a:srgbClr val="202020"/>
                </a:solidFill>
                <a:latin typeface="Arial"/>
                <a:ea typeface="Arial"/>
                <a:cs typeface="Arial"/>
              </a:defRPr>
            </a:lvl3pPr>
            <a:lvl4pPr algn="l">
              <a:defRPr sz="1650" b="0">
                <a:solidFill>
                  <a:srgbClr val="202020"/>
                </a:solidFill>
                <a:latin typeface="Arial"/>
                <a:ea typeface="Arial"/>
                <a:cs typeface="Arial"/>
              </a:defRPr>
            </a:lvl4pPr>
            <a:lvl5pPr algn="l">
              <a:defRPr sz="1650" b="0">
                <a:solidFill>
                  <a:srgbClr val="202020"/>
                </a:solidFill>
                <a:latin typeface="Arial"/>
                <a:ea typeface="Arial"/>
                <a:cs typeface="Arial"/>
              </a:defRPr>
            </a:lvl5pPr>
            <a:lvl6pPr algn="l">
              <a:defRPr sz="1650" b="0">
                <a:solidFill>
                  <a:srgbClr val="202020"/>
                </a:solidFill>
                <a:latin typeface="Arial"/>
                <a:ea typeface="Arial"/>
                <a:cs typeface="Arial"/>
              </a:defRPr>
            </a:lvl6pPr>
            <a:lvl7pPr algn="l">
              <a:defRPr sz="1650" b="0">
                <a:solidFill>
                  <a:srgbClr val="202020"/>
                </a:solidFill>
                <a:latin typeface="Arial"/>
                <a:ea typeface="Arial"/>
                <a:cs typeface="Arial"/>
              </a:defRPr>
            </a:lvl7pPr>
            <a:lvl8pPr algn="l">
              <a:defRPr sz="1650" b="0">
                <a:solidFill>
                  <a:srgbClr val="202020"/>
                </a:solidFill>
                <a:latin typeface="Arial"/>
                <a:ea typeface="Arial"/>
                <a:cs typeface="Arial"/>
              </a:defRPr>
            </a:lvl8pPr>
            <a:lvl9pPr algn="l">
              <a:defRPr sz="1650" b="0">
                <a:solidFill>
                  <a:srgbClr val="202020"/>
                </a:solidFill>
                <a:latin typeface="Arial"/>
                <a:ea typeface="Arial"/>
                <a:cs typeface="Arial"/>
              </a:defRPr>
            </a:lvl9pPr>
          </a:lstStyle>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Six graph-temporal experts</a:t>
            </a:r>
          </a:p>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Normal + five attack families</a:t>
            </a:r>
          </a:p>
        </p:txBody>
      </p:sp>
      <p:sp>
        <p:nvSpPr>
          <p:cNvPr id="22" name="">
            <a:extLst xmlns:a="http://schemas.openxmlformats.org/drawingml/2006/main">
              <a:ext uri="{FF2B5EF4-FFF2-40B4-BE49-F238E27FC236}">
                <a16:creationId xmlns:a16="http://schemas.microsoft.com/office/drawing/2014/main" id="{09147F5E-C94D-49CD-B9AD-6C1F5E78B664}"/>
              </a:ext>
            </a:extLst>
          </p:cNvPr>
          <p:cNvSpPr>
            <a:spLocks xmlns:a="http://schemas.openxmlformats.org/drawingml/2006/main" noGrp="1"/>
          </p:cNvSpPr>
          <p:nvPr/>
        </p:nvSpPr>
        <p:spPr>
          <a:xfrm xmlns:a="http://schemas.openxmlformats.org/drawingml/2006/main">
            <a:off x="1200150" y="3876675"/>
            <a:ext cx="26479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020"/>
                </a:solidFill>
                <a:latin typeface="Arial"/>
                <a:ea typeface="Arial"/>
                <a:cs typeface="Arial"/>
              </a:defRPr>
            </a:defPPr>
            <a:lvl1pPr algn="l">
              <a:defRPr sz="1650" b="0">
                <a:solidFill>
                  <a:srgbClr val="202020"/>
                </a:solidFill>
                <a:latin typeface="Arial"/>
                <a:ea typeface="Arial"/>
                <a:cs typeface="Arial"/>
              </a:defRPr>
            </a:lvl1pPr>
            <a:lvl2pPr algn="l">
              <a:defRPr sz="1650" b="0">
                <a:solidFill>
                  <a:srgbClr val="202020"/>
                </a:solidFill>
                <a:latin typeface="Arial"/>
                <a:ea typeface="Arial"/>
                <a:cs typeface="Arial"/>
              </a:defRPr>
            </a:lvl2pPr>
            <a:lvl3pPr algn="l">
              <a:defRPr sz="1650" b="0">
                <a:solidFill>
                  <a:srgbClr val="202020"/>
                </a:solidFill>
                <a:latin typeface="Arial"/>
                <a:ea typeface="Arial"/>
                <a:cs typeface="Arial"/>
              </a:defRPr>
            </a:lvl3pPr>
            <a:lvl4pPr algn="l">
              <a:defRPr sz="1650" b="0">
                <a:solidFill>
                  <a:srgbClr val="202020"/>
                </a:solidFill>
                <a:latin typeface="Arial"/>
                <a:ea typeface="Arial"/>
                <a:cs typeface="Arial"/>
              </a:defRPr>
            </a:lvl4pPr>
            <a:lvl5pPr algn="l">
              <a:defRPr sz="1650" b="0">
                <a:solidFill>
                  <a:srgbClr val="202020"/>
                </a:solidFill>
                <a:latin typeface="Arial"/>
                <a:ea typeface="Arial"/>
                <a:cs typeface="Arial"/>
              </a:defRPr>
            </a:lvl5pPr>
            <a:lvl6pPr algn="l">
              <a:defRPr sz="1650" b="0">
                <a:solidFill>
                  <a:srgbClr val="202020"/>
                </a:solidFill>
                <a:latin typeface="Arial"/>
                <a:ea typeface="Arial"/>
                <a:cs typeface="Arial"/>
              </a:defRPr>
            </a:lvl6pPr>
            <a:lvl7pPr algn="l">
              <a:defRPr sz="1650" b="0">
                <a:solidFill>
                  <a:srgbClr val="202020"/>
                </a:solidFill>
                <a:latin typeface="Arial"/>
                <a:ea typeface="Arial"/>
                <a:cs typeface="Arial"/>
              </a:defRPr>
            </a:lvl7pPr>
            <a:lvl8pPr algn="l">
              <a:defRPr sz="1650" b="0">
                <a:solidFill>
                  <a:srgbClr val="202020"/>
                </a:solidFill>
                <a:latin typeface="Arial"/>
                <a:ea typeface="Arial"/>
                <a:cs typeface="Arial"/>
              </a:defRPr>
            </a:lvl8pPr>
            <a:lvl9pPr algn="l">
              <a:defRPr sz="1650" b="0">
                <a:solidFill>
                  <a:srgbClr val="202020"/>
                </a:solidFill>
                <a:latin typeface="Arial"/>
                <a:ea typeface="Arial"/>
                <a:cs typeface="Arial"/>
              </a:defRPr>
            </a:lvl9pPr>
          </a:lstStyle>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Compare the next candidates.</a:t>
            </a:r>
          </a:p>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Switch only for a clear</a:t>
            </a:r>
          </a:p>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feedback improvement.</a:t>
            </a:r>
          </a:p>
        </p:txBody>
      </p:sp>
      <p:sp>
        <p:nvSpPr>
          <p:cNvPr id="23" name="">
            <a:extLst xmlns:a="http://schemas.openxmlformats.org/drawingml/2006/main">
              <a:ext uri="{FF2B5EF4-FFF2-40B4-BE49-F238E27FC236}">
                <a16:creationId xmlns:a16="http://schemas.microsoft.com/office/drawing/2014/main" id="{D4CA9DDE-5EE3-4AF1-A506-ACFCAFEC0155}"/>
              </a:ext>
            </a:extLst>
          </p:cNvPr>
          <p:cNvSpPr>
            <a:spLocks xmlns:a="http://schemas.openxmlformats.org/drawingml/2006/main" noGrp="1"/>
          </p:cNvSpPr>
          <p:nvPr/>
        </p:nvSpPr>
        <p:spPr>
          <a:xfrm xmlns:a="http://schemas.openxmlformats.org/drawingml/2006/main">
            <a:off x="4095750" y="48196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02020"/>
                </a:solidFill>
                <a:latin typeface="Arial"/>
                <a:ea typeface="Arial"/>
                <a:cs typeface="Arial"/>
              </a:defRPr>
            </a:defPPr>
            <a:lvl1pPr algn="l">
              <a:defRPr sz="1425" b="0">
                <a:solidFill>
                  <a:srgbClr val="202020"/>
                </a:solidFill>
                <a:latin typeface="Arial"/>
                <a:ea typeface="Arial"/>
                <a:cs typeface="Arial"/>
              </a:defRPr>
            </a:lvl1pPr>
            <a:lvl2pPr algn="l">
              <a:defRPr sz="1425" b="0">
                <a:solidFill>
                  <a:srgbClr val="202020"/>
                </a:solidFill>
                <a:latin typeface="Arial"/>
                <a:ea typeface="Arial"/>
                <a:cs typeface="Arial"/>
              </a:defRPr>
            </a:lvl2pPr>
            <a:lvl3pPr algn="l">
              <a:defRPr sz="1425" b="0">
                <a:solidFill>
                  <a:srgbClr val="202020"/>
                </a:solidFill>
                <a:latin typeface="Arial"/>
                <a:ea typeface="Arial"/>
                <a:cs typeface="Arial"/>
              </a:defRPr>
            </a:lvl3pPr>
            <a:lvl4pPr algn="l">
              <a:defRPr sz="1425" b="0">
                <a:solidFill>
                  <a:srgbClr val="202020"/>
                </a:solidFill>
                <a:latin typeface="Arial"/>
                <a:ea typeface="Arial"/>
                <a:cs typeface="Arial"/>
              </a:defRPr>
            </a:lvl4pPr>
            <a:lvl5pPr algn="l">
              <a:defRPr sz="1425" b="0">
                <a:solidFill>
                  <a:srgbClr val="202020"/>
                </a:solidFill>
                <a:latin typeface="Arial"/>
                <a:ea typeface="Arial"/>
                <a:cs typeface="Arial"/>
              </a:defRPr>
            </a:lvl5pPr>
            <a:lvl6pPr algn="l">
              <a:defRPr sz="1425" b="0">
                <a:solidFill>
                  <a:srgbClr val="202020"/>
                </a:solidFill>
                <a:latin typeface="Arial"/>
                <a:ea typeface="Arial"/>
                <a:cs typeface="Arial"/>
              </a:defRPr>
            </a:lvl6pPr>
            <a:lvl7pPr algn="l">
              <a:defRPr sz="1425" b="0">
                <a:solidFill>
                  <a:srgbClr val="202020"/>
                </a:solidFill>
                <a:latin typeface="Arial"/>
                <a:ea typeface="Arial"/>
                <a:cs typeface="Arial"/>
              </a:defRPr>
            </a:lvl7pPr>
            <a:lvl8pPr algn="l">
              <a:defRPr sz="1425" b="0">
                <a:solidFill>
                  <a:srgbClr val="202020"/>
                </a:solidFill>
                <a:latin typeface="Arial"/>
                <a:ea typeface="Arial"/>
                <a:cs typeface="Arial"/>
              </a:defRPr>
            </a:lvl8pPr>
            <a:lvl9pPr algn="l">
              <a:defRPr sz="1425" b="0">
                <a:solidFill>
                  <a:srgbClr val="202020"/>
                </a:solidFill>
                <a:latin typeface="Arial"/>
                <a:ea typeface="Arial"/>
                <a:cs typeface="Arial"/>
              </a:defRPr>
            </a:lvl9pPr>
          </a:lstStyle>
          <a:p xmlns:a="http://schemas.openxmlformats.org/drawingml/2006/main">
            <a:pPr algn="l">
              <a:buNone/>
              <a:defRPr sz="1425" b="0">
                <a:solidFill>
                  <a:srgbClr val="202020"/>
                </a:solidFill>
                <a:latin typeface="Arial"/>
                <a:ea typeface="Arial"/>
                <a:cs typeface="Arial"/>
              </a:defRPr>
            </a:pPr>
            <a:r>
              <a:rPr sz="1425" b="0">
                <a:solidFill>
                  <a:srgbClr val="202020"/>
                </a:solidFill>
                <a:latin typeface="Arial"/>
                <a:ea typeface="Arial"/>
                <a:cs typeface="Arial"/>
              </a:rPr>
              <a:t>Retain the current choice or switch</a:t>
            </a:r>
          </a:p>
        </p:txBody>
      </p:sp>
      <p:sp>
        <p:nvSpPr>
          <p:cNvPr id="24" name="">
            <a:extLst xmlns:a="http://schemas.openxmlformats.org/drawingml/2006/main">
              <a:ext uri="{FF2B5EF4-FFF2-40B4-BE49-F238E27FC236}">
                <a16:creationId xmlns:a16="http://schemas.microsoft.com/office/drawing/2014/main" id="{718F2816-4261-4079-8D7E-0F8AC1161F1C}"/>
              </a:ext>
            </a:extLst>
          </p:cNvPr>
          <p:cNvSpPr>
            <a:spLocks xmlns:a="http://schemas.openxmlformats.org/drawingml/2006/main" noGrp="1"/>
          </p:cNvSpPr>
          <p:nvPr/>
        </p:nvSpPr>
        <p:spPr>
          <a:xfrm xmlns:a="http://schemas.openxmlformats.org/drawingml/2006/main">
            <a:off x="4095750" y="5248275"/>
            <a:ext cx="3429000" cy="628650"/>
          </a:xfrm>
          <a:prstGeom xmlns:a="http://schemas.openxmlformats.org/drawingml/2006/main" prst="rect">
            <a:avLst/>
          </a:prstGeom>
          <a:solidFill xmlns:a="http://schemas.openxmlformats.org/drawingml/2006/main">
            <a:srgbClr val="822433"/>
          </a:solidFill>
          <a:ln xmlns:a="http://schemas.openxmlformats.org/drawingml/2006/main" w="14288">
            <a:solidFill>
              <a:srgbClr val="822433"/>
            </a:solidFill>
          </a:ln>
        </p:spPr>
        <p:txBody>
          <a:bodyPr xmlns:a="http://schemas.openxmlformats.org/drawingml/2006/main" lIns="85725" tIns="66675" rIns="85725" bIns="66675"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Selected expert</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Final sensor predictions</a:t>
            </a:r>
          </a:p>
        </p:txBody>
      </p:sp>
      <p:cxnSp>
        <p:nvCxnSpPr>
          <p:cNvPr id="25" name="">
            <a:extLst xmlns:a="http://schemas.openxmlformats.org/drawingml/2006/main">
              <a:ext uri="{FF2B5EF4-FFF2-40B4-BE49-F238E27FC236}">
                <a16:creationId xmlns:a16="http://schemas.microsoft.com/office/drawing/2014/main" id="{1F0432D7-0ECE-48FC-8662-F52D2E93222B}"/>
              </a:ext>
            </a:extLst>
          </p:cNvPr>
          <p:cNvCxnSpPr/>
          <p:nvPr/>
        </p:nvCxnSpPr>
        <p:spPr>
          <a:xfrm xmlns:a="http://schemas.openxmlformats.org/drawingml/2006/main">
            <a:off x="5810250" y="4600575"/>
            <a:ext cx="0" cy="171450"/>
          </a:xfrm>
          <a:prstGeom xmlns:a="http://schemas.openxmlformats.org/drawingml/2006/main" prst="straightConnector1">
            <a:avLst/>
          </a:prstGeom>
          <a:ln xmlns:a="http://schemas.openxmlformats.org/drawingml/2006/main" w="19050">
            <a:solidFill>
              <a:srgbClr val="822433"/>
            </a:solidFill>
            <a:prstDash val="solid"/>
            <a:tailEnd type="none" w="med" len="med"/>
          </a:ln>
        </p:spPr>
      </p:cxnSp>
      <p:cxnSp>
        <p:nvCxnSpPr>
          <p:cNvPr id="26" name="">
            <a:extLst xmlns:a="http://schemas.openxmlformats.org/drawingml/2006/main">
              <a:ext uri="{FF2B5EF4-FFF2-40B4-BE49-F238E27FC236}">
                <a16:creationId xmlns:a16="http://schemas.microsoft.com/office/drawing/2014/main" id="{5EB0ED3B-D642-4AD4-8375-381779A4B5A4}"/>
              </a:ext>
            </a:extLst>
          </p:cNvPr>
          <p:cNvCxnSpPr/>
          <p:nvPr/>
        </p:nvCxnSpPr>
        <p:spPr>
          <a:xfrm xmlns:a="http://schemas.openxmlformats.org/drawingml/2006/main">
            <a:off x="5810250" y="5143500"/>
            <a:ext cx="0" cy="104775"/>
          </a:xfrm>
          <a:prstGeom xmlns:a="http://schemas.openxmlformats.org/drawingml/2006/main" prst="straightConnector1">
            <a:avLst/>
          </a:prstGeom>
          <a:ln xmlns:a="http://schemas.openxmlformats.org/drawingml/2006/main" w="19050">
            <a:solidFill>
              <a:srgbClr val="822433"/>
            </a:solidFill>
            <a:prstDash val="solid"/>
            <a:tailEnd type="triangle" w="med" len="med"/>
          </a:ln>
        </p:spPr>
      </p:cxnSp>
    </p:spTree>
    <p:extLst>
      <p:ext uri="{BB962C8B-B14F-4D97-AF65-F5344CB8AC3E}">
        <p14:creationId xmlns:p14="http://schemas.microsoft.com/office/powerpoint/2010/main" val="5484416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Why the architecture changed</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6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0ABBBCC1-980D-4F43-B6BE-FC1C2BD84BF1}"/>
              </a:ext>
            </a:extLst>
          </p:cNvPr>
          <p:cNvSpPr>
            <a:spLocks xmlns:a="http://schemas.openxmlformats.org/drawingml/2006/main" noGrp="1"/>
          </p:cNvSpPr>
          <p:nvPr/>
        </p:nvSpPr>
        <p:spPr>
          <a:xfrm xmlns:a="http://schemas.openxmlformats.org/drawingml/2006/main">
            <a:off x="1200150" y="1333500"/>
            <a:ext cx="728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22433"/>
                </a:solidFill>
                <a:latin typeface="Arial"/>
                <a:ea typeface="Arial"/>
                <a:cs typeface="Arial"/>
              </a:defRPr>
            </a:defPPr>
            <a:lvl1pPr algn="l">
              <a:defRPr sz="2175" b="1">
                <a:solidFill>
                  <a:srgbClr val="822433"/>
                </a:solidFill>
                <a:latin typeface="Arial"/>
                <a:ea typeface="Arial"/>
                <a:cs typeface="Arial"/>
              </a:defRPr>
            </a:lvl1pPr>
            <a:lvl2pPr algn="l">
              <a:defRPr sz="2175" b="1">
                <a:solidFill>
                  <a:srgbClr val="822433"/>
                </a:solidFill>
                <a:latin typeface="Arial"/>
                <a:ea typeface="Arial"/>
                <a:cs typeface="Arial"/>
              </a:defRPr>
            </a:lvl2pPr>
            <a:lvl3pPr algn="l">
              <a:defRPr sz="2175" b="1">
                <a:solidFill>
                  <a:srgbClr val="822433"/>
                </a:solidFill>
                <a:latin typeface="Arial"/>
                <a:ea typeface="Arial"/>
                <a:cs typeface="Arial"/>
              </a:defRPr>
            </a:lvl3pPr>
            <a:lvl4pPr algn="l">
              <a:defRPr sz="2175" b="1">
                <a:solidFill>
                  <a:srgbClr val="822433"/>
                </a:solidFill>
                <a:latin typeface="Arial"/>
                <a:ea typeface="Arial"/>
                <a:cs typeface="Arial"/>
              </a:defRPr>
            </a:lvl4pPr>
            <a:lvl5pPr algn="l">
              <a:defRPr sz="2175" b="1">
                <a:solidFill>
                  <a:srgbClr val="822433"/>
                </a:solidFill>
                <a:latin typeface="Arial"/>
                <a:ea typeface="Arial"/>
                <a:cs typeface="Arial"/>
              </a:defRPr>
            </a:lvl5pPr>
            <a:lvl6pPr algn="l">
              <a:defRPr sz="2175" b="1">
                <a:solidFill>
                  <a:srgbClr val="822433"/>
                </a:solidFill>
                <a:latin typeface="Arial"/>
                <a:ea typeface="Arial"/>
                <a:cs typeface="Arial"/>
              </a:defRPr>
            </a:lvl6pPr>
            <a:lvl7pPr algn="l">
              <a:defRPr sz="2175" b="1">
                <a:solidFill>
                  <a:srgbClr val="822433"/>
                </a:solidFill>
                <a:latin typeface="Arial"/>
                <a:ea typeface="Arial"/>
                <a:cs typeface="Arial"/>
              </a:defRPr>
            </a:lvl7pPr>
            <a:lvl8pPr algn="l">
              <a:defRPr sz="2175" b="1">
                <a:solidFill>
                  <a:srgbClr val="822433"/>
                </a:solidFill>
                <a:latin typeface="Arial"/>
                <a:ea typeface="Arial"/>
                <a:cs typeface="Arial"/>
              </a:defRPr>
            </a:lvl8pPr>
            <a:lvl9pPr algn="l">
              <a:defRPr sz="2175" b="1">
                <a:solidFill>
                  <a:srgbClr val="822433"/>
                </a:solidFill>
                <a:latin typeface="Arial"/>
                <a:ea typeface="Arial"/>
                <a:cs typeface="Arial"/>
              </a:defRPr>
            </a:lvl9pPr>
          </a:lstStyle>
          <a:p xmlns:a="http://schemas.openxmlformats.org/drawingml/2006/main">
            <a:pPr algn="l">
              <a:defRPr sz="2175" b="1">
                <a:solidFill>
                  <a:srgbClr val="822433"/>
                </a:solidFill>
                <a:latin typeface="Arial"/>
                <a:ea typeface="Arial"/>
                <a:cs typeface="Arial"/>
              </a:defRPr>
            </a:pPr>
            <a:r>
              <a:rPr sz="2175" b="1">
                <a:solidFill>
                  <a:srgbClr val="822433"/>
                </a:solidFill>
                <a:latin typeface="Arial"/>
                <a:ea typeface="Arial"/>
                <a:cs typeface="Arial"/>
              </a:rPr>
              <a:t>Early cascade: attack-family F1</a:t>
            </a:r>
          </a:p>
        </p:txBody>
      </p:sp>
      <p:sp>
        <p:nvSpPr>
          <p:cNvPr id="12" name="">
            <a:extLst xmlns:a="http://schemas.openxmlformats.org/drawingml/2006/main">
              <a:ext uri="{FF2B5EF4-FFF2-40B4-BE49-F238E27FC236}">
                <a16:creationId xmlns:a16="http://schemas.microsoft.com/office/drawing/2014/main" id="{531F0081-1695-44E2-A2E3-0F8988AB797A}"/>
              </a:ext>
            </a:extLst>
          </p:cNvPr>
          <p:cNvSpPr>
            <a:spLocks xmlns:a="http://schemas.openxmlformats.org/drawingml/2006/main" noGrp="1"/>
          </p:cNvSpPr>
          <p:nvPr/>
        </p:nvSpPr>
        <p:spPr>
          <a:xfrm xmlns:a="http://schemas.openxmlformats.org/drawingml/2006/main">
            <a:off x="1200150" y="1762125"/>
            <a:ext cx="728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020"/>
                </a:solidFill>
                <a:latin typeface="Arial"/>
                <a:ea typeface="Arial"/>
                <a:cs typeface="Arial"/>
              </a:defRPr>
            </a:defPPr>
            <a:lvl1pPr algn="l">
              <a:defRPr sz="1575" b="0">
                <a:solidFill>
                  <a:srgbClr val="202020"/>
                </a:solidFill>
                <a:latin typeface="Arial"/>
                <a:ea typeface="Arial"/>
                <a:cs typeface="Arial"/>
              </a:defRPr>
            </a:lvl1pPr>
            <a:lvl2pPr algn="l">
              <a:defRPr sz="1575" b="0">
                <a:solidFill>
                  <a:srgbClr val="202020"/>
                </a:solidFill>
                <a:latin typeface="Arial"/>
                <a:ea typeface="Arial"/>
                <a:cs typeface="Arial"/>
              </a:defRPr>
            </a:lvl2pPr>
            <a:lvl3pPr algn="l">
              <a:defRPr sz="1575" b="0">
                <a:solidFill>
                  <a:srgbClr val="202020"/>
                </a:solidFill>
                <a:latin typeface="Arial"/>
                <a:ea typeface="Arial"/>
                <a:cs typeface="Arial"/>
              </a:defRPr>
            </a:lvl3pPr>
            <a:lvl4pPr algn="l">
              <a:defRPr sz="1575" b="0">
                <a:solidFill>
                  <a:srgbClr val="202020"/>
                </a:solidFill>
                <a:latin typeface="Arial"/>
                <a:ea typeface="Arial"/>
                <a:cs typeface="Arial"/>
              </a:defRPr>
            </a:lvl4pPr>
            <a:lvl5pPr algn="l">
              <a:defRPr sz="1575" b="0">
                <a:solidFill>
                  <a:srgbClr val="202020"/>
                </a:solidFill>
                <a:latin typeface="Arial"/>
                <a:ea typeface="Arial"/>
                <a:cs typeface="Arial"/>
              </a:defRPr>
            </a:lvl5pPr>
            <a:lvl6pPr algn="l">
              <a:defRPr sz="1575" b="0">
                <a:solidFill>
                  <a:srgbClr val="202020"/>
                </a:solidFill>
                <a:latin typeface="Arial"/>
                <a:ea typeface="Arial"/>
                <a:cs typeface="Arial"/>
              </a:defRPr>
            </a:lvl6pPr>
            <a:lvl7pPr algn="l">
              <a:defRPr sz="1575" b="0">
                <a:solidFill>
                  <a:srgbClr val="202020"/>
                </a:solidFill>
                <a:latin typeface="Arial"/>
                <a:ea typeface="Arial"/>
                <a:cs typeface="Arial"/>
              </a:defRPr>
            </a:lvl7pPr>
            <a:lvl8pPr algn="l">
              <a:defRPr sz="1575" b="0">
                <a:solidFill>
                  <a:srgbClr val="202020"/>
                </a:solidFill>
                <a:latin typeface="Arial"/>
                <a:ea typeface="Arial"/>
                <a:cs typeface="Arial"/>
              </a:defRPr>
            </a:lvl8pPr>
            <a:lvl9pPr algn="l">
              <a:defRPr sz="1575" b="0">
                <a:solidFill>
                  <a:srgbClr val="202020"/>
                </a:solidFill>
                <a:latin typeface="Arial"/>
                <a:ea typeface="Arial"/>
                <a:cs typeface="Arial"/>
              </a:defRPr>
            </a:lvl9pPr>
          </a:lstStyle>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Modena development experiment, mean across 10 fitted runs</a:t>
            </a:r>
          </a:p>
        </p:txBody>
      </p:sp>
      <p:graphicFrame>
        <p:nvGraphicFramePr>
          <p:cNvPr id="13" name="Chart">
            <a:extLst xmlns:a="http://schemas.openxmlformats.org/drawingml/2006/main">
              <a:ext uri="{FF2B5EF4-FFF2-40B4-BE49-F238E27FC236}">
                <a16:creationId xmlns:a16="http://schemas.microsoft.com/office/drawing/2014/main" id="{86A2B308-2522-4DED-8311-3A247BF885E8}"/>
              </a:ext>
            </a:extLst>
          </p:cNvPr>
          <p:cNvGraphicFramePr/>
          <p:nvPr/>
        </p:nvGraphicFramePr>
        <p:xfrm>
          <a:off xmlns:a="http://schemas.openxmlformats.org/drawingml/2006/main" x="1200150" y="2200275"/>
          <a:ext xmlns:a="http://schemas.openxmlformats.org/drawingml/2006/main" cx="7286625" cy="2905125"/>
        </p:xfrm>
        <a:graphic xmlns:a="http://schemas.openxmlformats.org/drawingml/2006/main">
          <a:graphicData uri="http://schemas.openxmlformats.org/drawingml/2006/chart">
            <c:chart xmlns:r="http://schemas.openxmlformats.org/officeDocument/2006/relationships" xmlns:c="http://schemas.openxmlformats.org/drawingml/2006/chart" r:id="R27599b6d9cc04f78"/>
          </a:graphicData>
        </a:graphic>
      </p:graphicFrame>
      <p:sp>
        <p:nvSpPr>
          <p:cNvPr id="14" name="">
            <a:extLst xmlns:a="http://schemas.openxmlformats.org/drawingml/2006/main">
              <a:ext uri="{FF2B5EF4-FFF2-40B4-BE49-F238E27FC236}">
                <a16:creationId xmlns:a16="http://schemas.microsoft.com/office/drawing/2014/main" id="{F6D51B69-2236-4CC9-8706-EABFBD5061C8}"/>
              </a:ext>
            </a:extLst>
          </p:cNvPr>
          <p:cNvSpPr>
            <a:spLocks xmlns:a="http://schemas.openxmlformats.org/drawingml/2006/main" noGrp="1"/>
          </p:cNvSpPr>
          <p:nvPr/>
        </p:nvSpPr>
        <p:spPr>
          <a:xfrm xmlns:a="http://schemas.openxmlformats.org/drawingml/2006/main">
            <a:off x="1200150" y="5362575"/>
            <a:ext cx="728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2433"/>
                </a:solidFill>
                <a:latin typeface="Arial"/>
                <a:ea typeface="Arial"/>
                <a:cs typeface="Arial"/>
              </a:defRPr>
            </a:defPPr>
            <a:lvl1pPr algn="l">
              <a:defRPr sz="1875" b="1">
                <a:solidFill>
                  <a:srgbClr val="822433"/>
                </a:solidFill>
                <a:latin typeface="Arial"/>
                <a:ea typeface="Arial"/>
                <a:cs typeface="Arial"/>
              </a:defRPr>
            </a:lvl1pPr>
            <a:lvl2pPr algn="l">
              <a:defRPr sz="1875" b="1">
                <a:solidFill>
                  <a:srgbClr val="822433"/>
                </a:solidFill>
                <a:latin typeface="Arial"/>
                <a:ea typeface="Arial"/>
                <a:cs typeface="Arial"/>
              </a:defRPr>
            </a:lvl2pPr>
            <a:lvl3pPr algn="l">
              <a:defRPr sz="1875" b="1">
                <a:solidFill>
                  <a:srgbClr val="822433"/>
                </a:solidFill>
                <a:latin typeface="Arial"/>
                <a:ea typeface="Arial"/>
                <a:cs typeface="Arial"/>
              </a:defRPr>
            </a:lvl3pPr>
            <a:lvl4pPr algn="l">
              <a:defRPr sz="1875" b="1">
                <a:solidFill>
                  <a:srgbClr val="822433"/>
                </a:solidFill>
                <a:latin typeface="Arial"/>
                <a:ea typeface="Arial"/>
                <a:cs typeface="Arial"/>
              </a:defRPr>
            </a:lvl4pPr>
            <a:lvl5pPr algn="l">
              <a:defRPr sz="1875" b="1">
                <a:solidFill>
                  <a:srgbClr val="822433"/>
                </a:solidFill>
                <a:latin typeface="Arial"/>
                <a:ea typeface="Arial"/>
                <a:cs typeface="Arial"/>
              </a:defRPr>
            </a:lvl5pPr>
            <a:lvl6pPr algn="l">
              <a:defRPr sz="1875" b="1">
                <a:solidFill>
                  <a:srgbClr val="822433"/>
                </a:solidFill>
                <a:latin typeface="Arial"/>
                <a:ea typeface="Arial"/>
                <a:cs typeface="Arial"/>
              </a:defRPr>
            </a:lvl6pPr>
            <a:lvl7pPr algn="l">
              <a:defRPr sz="1875" b="1">
                <a:solidFill>
                  <a:srgbClr val="822433"/>
                </a:solidFill>
                <a:latin typeface="Arial"/>
                <a:ea typeface="Arial"/>
                <a:cs typeface="Arial"/>
              </a:defRPr>
            </a:lvl7pPr>
            <a:lvl8pPr algn="l">
              <a:defRPr sz="1875" b="1">
                <a:solidFill>
                  <a:srgbClr val="822433"/>
                </a:solidFill>
                <a:latin typeface="Arial"/>
                <a:ea typeface="Arial"/>
                <a:cs typeface="Arial"/>
              </a:defRPr>
            </a:lvl8pPr>
            <a:lvl9pPr algn="l">
              <a:defRPr sz="1875" b="1">
                <a:solidFill>
                  <a:srgbClr val="822433"/>
                </a:solidFill>
                <a:latin typeface="Arial"/>
                <a:ea typeface="Arial"/>
                <a:cs typeface="Arial"/>
              </a:defRPr>
            </a:lvl9pPr>
          </a:lstStyle>
          <a:p xmlns:a="http://schemas.openxmlformats.org/drawingml/2006/main">
            <a:pPr algn="l">
              <a:defRPr sz="1875" b="1">
                <a:solidFill>
                  <a:srgbClr val="822433"/>
                </a:solidFill>
                <a:latin typeface="Arial"/>
                <a:ea typeface="Arial"/>
                <a:cs typeface="Arial"/>
              </a:defRPr>
            </a:pPr>
            <a:r>
              <a:rPr sz="1875" b="1">
                <a:solidFill>
                  <a:srgbClr val="822433"/>
                </a:solidFill>
                <a:latin typeface="Arial"/>
                <a:ea typeface="Arial"/>
                <a:cs typeface="Arial"/>
              </a:rPr>
              <a:t>Four families performed well. Replay F1 was only 0.015.</a:t>
            </a:r>
          </a:p>
        </p:txBody>
      </p:sp>
      <p:sp>
        <p:nvSpPr>
          <p:cNvPr id="15" name="">
            <a:extLst xmlns:a="http://schemas.openxmlformats.org/drawingml/2006/main">
              <a:ext uri="{FF2B5EF4-FFF2-40B4-BE49-F238E27FC236}">
                <a16:creationId xmlns:a16="http://schemas.microsoft.com/office/drawing/2014/main" id="{E8B27528-7D64-4181-9086-1FFA54E5DA01}"/>
              </a:ext>
            </a:extLst>
          </p:cNvPr>
          <p:cNvSpPr>
            <a:spLocks xmlns:a="http://schemas.openxmlformats.org/drawingml/2006/main" noGrp="1"/>
          </p:cNvSpPr>
          <p:nvPr/>
        </p:nvSpPr>
        <p:spPr>
          <a:xfrm xmlns:a="http://schemas.openxmlformats.org/drawingml/2006/main">
            <a:off x="1200150" y="5829300"/>
            <a:ext cx="7286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020"/>
                </a:solidFill>
                <a:latin typeface="Arial"/>
                <a:ea typeface="Arial"/>
                <a:cs typeface="Arial"/>
              </a:defRPr>
            </a:defPPr>
            <a:lvl1pPr algn="l">
              <a:defRPr sz="1650" b="0">
                <a:solidFill>
                  <a:srgbClr val="202020"/>
                </a:solidFill>
                <a:latin typeface="Arial"/>
                <a:ea typeface="Arial"/>
                <a:cs typeface="Arial"/>
              </a:defRPr>
            </a:lvl1pPr>
            <a:lvl2pPr algn="l">
              <a:defRPr sz="1650" b="0">
                <a:solidFill>
                  <a:srgbClr val="202020"/>
                </a:solidFill>
                <a:latin typeface="Arial"/>
                <a:ea typeface="Arial"/>
                <a:cs typeface="Arial"/>
              </a:defRPr>
            </a:lvl2pPr>
            <a:lvl3pPr algn="l">
              <a:defRPr sz="1650" b="0">
                <a:solidFill>
                  <a:srgbClr val="202020"/>
                </a:solidFill>
                <a:latin typeface="Arial"/>
                <a:ea typeface="Arial"/>
                <a:cs typeface="Arial"/>
              </a:defRPr>
            </a:lvl3pPr>
            <a:lvl4pPr algn="l">
              <a:defRPr sz="1650" b="0">
                <a:solidFill>
                  <a:srgbClr val="202020"/>
                </a:solidFill>
                <a:latin typeface="Arial"/>
                <a:ea typeface="Arial"/>
                <a:cs typeface="Arial"/>
              </a:defRPr>
            </a:lvl4pPr>
            <a:lvl5pPr algn="l">
              <a:defRPr sz="1650" b="0">
                <a:solidFill>
                  <a:srgbClr val="202020"/>
                </a:solidFill>
                <a:latin typeface="Arial"/>
                <a:ea typeface="Arial"/>
                <a:cs typeface="Arial"/>
              </a:defRPr>
            </a:lvl5pPr>
            <a:lvl6pPr algn="l">
              <a:defRPr sz="1650" b="0">
                <a:solidFill>
                  <a:srgbClr val="202020"/>
                </a:solidFill>
                <a:latin typeface="Arial"/>
                <a:ea typeface="Arial"/>
                <a:cs typeface="Arial"/>
              </a:defRPr>
            </a:lvl6pPr>
            <a:lvl7pPr algn="l">
              <a:defRPr sz="1650" b="0">
                <a:solidFill>
                  <a:srgbClr val="202020"/>
                </a:solidFill>
                <a:latin typeface="Arial"/>
                <a:ea typeface="Arial"/>
                <a:cs typeface="Arial"/>
              </a:defRPr>
            </a:lvl7pPr>
            <a:lvl8pPr algn="l">
              <a:defRPr sz="1650" b="0">
                <a:solidFill>
                  <a:srgbClr val="202020"/>
                </a:solidFill>
                <a:latin typeface="Arial"/>
                <a:ea typeface="Arial"/>
                <a:cs typeface="Arial"/>
              </a:defRPr>
            </a:lvl8pPr>
            <a:lvl9pPr algn="l">
              <a:defRPr sz="1650" b="0">
                <a:solidFill>
                  <a:srgbClr val="202020"/>
                </a:solidFill>
                <a:latin typeface="Arial"/>
                <a:ea typeface="Arial"/>
                <a:cs typeface="Arial"/>
              </a:defRPr>
            </a:lvl9pPr>
          </a:lstStyle>
          <a:p xmlns:a="http://schemas.openxmlformats.org/drawingml/2006/main">
            <a:pPr algn="l">
              <a:defRPr sz="1650" b="0">
                <a:solidFill>
                  <a:srgbClr val="202020"/>
                </a:solidFill>
                <a:latin typeface="Arial"/>
                <a:ea typeface="Arial"/>
                <a:cs typeface="Arial"/>
              </a:defRPr>
            </a:pPr>
            <a:r>
              <a:rPr sz="1650" b="0">
                <a:solidFill>
                  <a:srgbClr val="202020"/>
                </a:solidFill>
                <a:latin typeface="Arial"/>
                <a:ea typeface="Arial"/>
                <a:cs typeface="Arial"/>
              </a:rPr>
              <a:t>This motivated the search for reliable coverage across all five families.</a:t>
            </a:r>
          </a:p>
        </p:txBody>
      </p:sp>
    </p:spTree>
    <p:extLst>
      <p:ext uri="{BB962C8B-B14F-4D97-AF65-F5344CB8AC3E}">
        <p14:creationId xmlns:p14="http://schemas.microsoft.com/office/powerpoint/2010/main" val="5484416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Full hybrid workflow</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7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Input data group frame">
            <a:extLst xmlns:a="http://schemas.openxmlformats.org/drawingml/2006/main">
              <a:ext uri="{FF2B5EF4-FFF2-40B4-BE49-F238E27FC236}">
                <a16:creationId xmlns:a16="http://schemas.microsoft.com/office/drawing/2014/main" id="{5B7FCF09-F70D-421B-BC31-4CC8758843E6}"/>
              </a:ext>
            </a:extLst>
          </p:cNvPr>
          <p:cNvSpPr>
            <a:spLocks xmlns:a="http://schemas.openxmlformats.org/drawingml/2006/main" noGrp="1"/>
          </p:cNvSpPr>
          <p:nvPr/>
        </p:nvSpPr>
        <p:spPr>
          <a:xfrm xmlns:a="http://schemas.openxmlformats.org/drawingml/2006/main">
            <a:off x="1104900" y="942975"/>
            <a:ext cx="7477125" cy="1971675"/>
          </a:xfrm>
          <a:prstGeom xmlns:a="http://schemas.openxmlformats.org/drawingml/2006/main" prst="rect">
            <a:avLst/>
          </a:prstGeom>
          <a:solidFill xmlns:a="http://schemas.openxmlformats.org/drawingml/2006/main">
            <a:srgbClr val="EAF2F8"/>
          </a:solidFill>
          <a:ln xmlns:a="http://schemas.openxmlformats.org/drawingml/2006/main" w="9525">
            <a:solidFill>
              <a:srgbClr val="B2C7D7"/>
            </a:solidFill>
            <a:prstDash val="solid"/>
          </a:ln>
        </p:spPr>
      </p:sp>
      <p:sp>
        <p:nvSpPr>
          <p:cNvPr id="12" name="">
            <a:extLst xmlns:a="http://schemas.openxmlformats.org/drawingml/2006/main">
              <a:ext uri="{FF2B5EF4-FFF2-40B4-BE49-F238E27FC236}">
                <a16:creationId xmlns:a16="http://schemas.microsoft.com/office/drawing/2014/main" id="{52BFB471-6D53-4AE3-A47E-3B16A03532E7}"/>
              </a:ext>
            </a:extLst>
          </p:cNvPr>
          <p:cNvSpPr>
            <a:spLocks xmlns:a="http://schemas.openxmlformats.org/drawingml/2006/main" noGrp="1"/>
          </p:cNvSpPr>
          <p:nvPr/>
        </p:nvSpPr>
        <p:spPr>
          <a:xfrm xmlns:a="http://schemas.openxmlformats.org/drawingml/2006/main">
            <a:off x="1104900" y="942975"/>
            <a:ext cx="7477125" cy="314325"/>
          </a:xfrm>
          <a:prstGeom xmlns:a="http://schemas.openxmlformats.org/drawingml/2006/main" prst="rect">
            <a:avLst/>
          </a:prstGeom>
          <a:solidFill xmlns:a="http://schemas.openxmlformats.org/drawingml/2006/main">
            <a:srgbClr val="31556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40B17FD-77ED-4EF8-8CCA-0668DC397DE7}"/>
              </a:ext>
            </a:extLst>
          </p:cNvPr>
          <p:cNvSpPr>
            <a:spLocks xmlns:a="http://schemas.openxmlformats.org/drawingml/2006/main" noGrp="1"/>
          </p:cNvSpPr>
          <p:nvPr/>
        </p:nvSpPr>
        <p:spPr>
          <a:xfrm xmlns:a="http://schemas.openxmlformats.org/drawingml/2006/main">
            <a:off x="1200150" y="971550"/>
            <a:ext cx="728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Arial"/>
                <a:ea typeface="Arial"/>
                <a:cs typeface="Arial"/>
              </a:defRPr>
            </a:defPPr>
            <a:lvl1pPr algn="l">
              <a:defRPr sz="1725" b="1">
                <a:solidFill>
                  <a:srgbClr val="FFFFFF"/>
                </a:solidFill>
                <a:latin typeface="Arial"/>
                <a:ea typeface="Arial"/>
                <a:cs typeface="Arial"/>
              </a:defRPr>
            </a:lvl1pPr>
            <a:lvl2pPr algn="l">
              <a:defRPr sz="1725" b="1">
                <a:solidFill>
                  <a:srgbClr val="FFFFFF"/>
                </a:solidFill>
                <a:latin typeface="Arial"/>
                <a:ea typeface="Arial"/>
                <a:cs typeface="Arial"/>
              </a:defRPr>
            </a:lvl2pPr>
            <a:lvl3pPr algn="l">
              <a:defRPr sz="1725" b="1">
                <a:solidFill>
                  <a:srgbClr val="FFFFFF"/>
                </a:solidFill>
                <a:latin typeface="Arial"/>
                <a:ea typeface="Arial"/>
                <a:cs typeface="Arial"/>
              </a:defRPr>
            </a:lvl3pPr>
            <a:lvl4pPr algn="l">
              <a:defRPr sz="1725" b="1">
                <a:solidFill>
                  <a:srgbClr val="FFFFFF"/>
                </a:solidFill>
                <a:latin typeface="Arial"/>
                <a:ea typeface="Arial"/>
                <a:cs typeface="Arial"/>
              </a:defRPr>
            </a:lvl4pPr>
            <a:lvl5pPr algn="l">
              <a:defRPr sz="1725" b="1">
                <a:solidFill>
                  <a:srgbClr val="FFFFFF"/>
                </a:solidFill>
                <a:latin typeface="Arial"/>
                <a:ea typeface="Arial"/>
                <a:cs typeface="Arial"/>
              </a:defRPr>
            </a:lvl5pPr>
            <a:lvl6pPr algn="l">
              <a:defRPr sz="1725" b="1">
                <a:solidFill>
                  <a:srgbClr val="FFFFFF"/>
                </a:solidFill>
                <a:latin typeface="Arial"/>
                <a:ea typeface="Arial"/>
                <a:cs typeface="Arial"/>
              </a:defRPr>
            </a:lvl6pPr>
            <a:lvl7pPr algn="l">
              <a:defRPr sz="1725" b="1">
                <a:solidFill>
                  <a:srgbClr val="FFFFFF"/>
                </a:solidFill>
                <a:latin typeface="Arial"/>
                <a:ea typeface="Arial"/>
                <a:cs typeface="Arial"/>
              </a:defRPr>
            </a:lvl7pPr>
            <a:lvl8pPr algn="l">
              <a:defRPr sz="1725" b="1">
                <a:solidFill>
                  <a:srgbClr val="FFFFFF"/>
                </a:solidFill>
                <a:latin typeface="Arial"/>
                <a:ea typeface="Arial"/>
                <a:cs typeface="Arial"/>
              </a:defRPr>
            </a:lvl8pPr>
            <a:lvl9pPr algn="l">
              <a:defRPr sz="1725" b="1">
                <a:solidFill>
                  <a:srgbClr val="FFFFFF"/>
                </a:solidFill>
                <a:latin typeface="Arial"/>
                <a:ea typeface="Arial"/>
                <a:cs typeface="Arial"/>
              </a:defRPr>
            </a:lvl9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INPUT DATA</a:t>
            </a:r>
          </a:p>
        </p:txBody>
      </p:sp>
      <p:sp>
        <p:nvSpPr>
          <p:cNvPr id="14" name="">
            <a:extLst xmlns:a="http://schemas.openxmlformats.org/drawingml/2006/main">
              <a:ext uri="{FF2B5EF4-FFF2-40B4-BE49-F238E27FC236}">
                <a16:creationId xmlns:a16="http://schemas.microsoft.com/office/drawing/2014/main" id="{E7FAF24D-4429-491F-B144-13422BF20415}"/>
              </a:ext>
            </a:extLst>
          </p:cNvPr>
          <p:cNvSpPr>
            <a:spLocks xmlns:a="http://schemas.openxmlformats.org/drawingml/2006/main" noGrp="1"/>
          </p:cNvSpPr>
          <p:nvPr/>
        </p:nvSpPr>
        <p:spPr>
          <a:xfrm xmlns:a="http://schemas.openxmlformats.org/drawingml/2006/main">
            <a:off x="1200150" y="1304925"/>
            <a:ext cx="3333750" cy="581025"/>
          </a:xfrm>
          <a:prstGeom xmlns:a="http://schemas.openxmlformats.org/drawingml/2006/main" prst="rect">
            <a:avLst/>
          </a:prstGeom>
          <a:solidFill xmlns:a="http://schemas.openxmlformats.org/drawingml/2006/main">
            <a:srgbClr val="FFFFFF"/>
          </a:solidFill>
          <a:ln xmlns:a="http://schemas.openxmlformats.org/drawingml/2006/main" w="12383">
            <a:solidFill>
              <a:srgbClr val="7894A8"/>
            </a:solidFill>
            <a:prstDash val="solid"/>
          </a:ln>
        </p:spPr>
      </p:sp>
      <p:sp>
        <p:nvSpPr>
          <p:cNvPr id="15" name="">
            <a:extLst xmlns:a="http://schemas.openxmlformats.org/drawingml/2006/main">
              <a:ext uri="{FF2B5EF4-FFF2-40B4-BE49-F238E27FC236}">
                <a16:creationId xmlns:a16="http://schemas.microsoft.com/office/drawing/2014/main" id="{E79E8DC4-C141-491E-8172-069315F97924}"/>
              </a:ext>
            </a:extLst>
          </p:cNvPr>
          <p:cNvSpPr>
            <a:spLocks xmlns:a="http://schemas.openxmlformats.org/drawingml/2006/main" noGrp="1"/>
          </p:cNvSpPr>
          <p:nvPr/>
        </p:nvSpPr>
        <p:spPr>
          <a:xfrm xmlns:a="http://schemas.openxmlformats.org/drawingml/2006/main">
            <a:off x="5153025" y="1304925"/>
            <a:ext cx="3333750" cy="581025"/>
          </a:xfrm>
          <a:prstGeom xmlns:a="http://schemas.openxmlformats.org/drawingml/2006/main" prst="rect">
            <a:avLst/>
          </a:prstGeom>
          <a:solidFill xmlns:a="http://schemas.openxmlformats.org/drawingml/2006/main">
            <a:srgbClr val="FFFFFF"/>
          </a:solidFill>
          <a:ln xmlns:a="http://schemas.openxmlformats.org/drawingml/2006/main" w="12383">
            <a:solidFill>
              <a:srgbClr val="7894A8"/>
            </a:solidFill>
            <a:prstDash val="solid"/>
          </a:ln>
        </p:spPr>
      </p:sp>
      <p:sp>
        <p:nvSpPr>
          <p:cNvPr id="16" name="">
            <a:extLst xmlns:a="http://schemas.openxmlformats.org/drawingml/2006/main">
              <a:ext uri="{FF2B5EF4-FFF2-40B4-BE49-F238E27FC236}">
                <a16:creationId xmlns:a16="http://schemas.microsoft.com/office/drawing/2014/main" id="{C0C7A8B1-AEFA-42AC-A47D-6C59078899BA}"/>
              </a:ext>
            </a:extLst>
          </p:cNvPr>
          <p:cNvSpPr>
            <a:spLocks xmlns:a="http://schemas.openxmlformats.org/drawingml/2006/main" noGrp="1"/>
          </p:cNvSpPr>
          <p:nvPr/>
        </p:nvSpPr>
        <p:spPr>
          <a:xfrm xmlns:a="http://schemas.openxmlformats.org/drawingml/2006/main">
            <a:off x="1295400" y="1438275"/>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202020"/>
                </a:solidFill>
                <a:latin typeface="Arial"/>
                <a:ea typeface="Arial"/>
                <a:cs typeface="Arial"/>
              </a:defRPr>
            </a:defPPr>
            <a:lvl1pPr algn="ctr">
              <a:defRPr sz="1725" b="1">
                <a:solidFill>
                  <a:srgbClr val="202020"/>
                </a:solidFill>
                <a:latin typeface="Arial"/>
                <a:ea typeface="Arial"/>
                <a:cs typeface="Arial"/>
              </a:defRPr>
            </a:lvl1pPr>
            <a:lvl2pPr algn="ctr">
              <a:defRPr sz="1725" b="1">
                <a:solidFill>
                  <a:srgbClr val="202020"/>
                </a:solidFill>
                <a:latin typeface="Arial"/>
                <a:ea typeface="Arial"/>
                <a:cs typeface="Arial"/>
              </a:defRPr>
            </a:lvl2pPr>
            <a:lvl3pPr algn="ctr">
              <a:defRPr sz="1725" b="1">
                <a:solidFill>
                  <a:srgbClr val="202020"/>
                </a:solidFill>
                <a:latin typeface="Arial"/>
                <a:ea typeface="Arial"/>
                <a:cs typeface="Arial"/>
              </a:defRPr>
            </a:lvl3pPr>
            <a:lvl4pPr algn="ctr">
              <a:defRPr sz="1725" b="1">
                <a:solidFill>
                  <a:srgbClr val="202020"/>
                </a:solidFill>
                <a:latin typeface="Arial"/>
                <a:ea typeface="Arial"/>
                <a:cs typeface="Arial"/>
              </a:defRPr>
            </a:lvl4pPr>
            <a:lvl5pPr algn="ctr">
              <a:defRPr sz="1725" b="1">
                <a:solidFill>
                  <a:srgbClr val="202020"/>
                </a:solidFill>
                <a:latin typeface="Arial"/>
                <a:ea typeface="Arial"/>
                <a:cs typeface="Arial"/>
              </a:defRPr>
            </a:lvl5pPr>
            <a:lvl6pPr algn="ctr">
              <a:defRPr sz="1725" b="1">
                <a:solidFill>
                  <a:srgbClr val="202020"/>
                </a:solidFill>
                <a:latin typeface="Arial"/>
                <a:ea typeface="Arial"/>
                <a:cs typeface="Arial"/>
              </a:defRPr>
            </a:lvl6pPr>
            <a:lvl7pPr algn="ctr">
              <a:defRPr sz="1725" b="1">
                <a:solidFill>
                  <a:srgbClr val="202020"/>
                </a:solidFill>
                <a:latin typeface="Arial"/>
                <a:ea typeface="Arial"/>
                <a:cs typeface="Arial"/>
              </a:defRPr>
            </a:lvl7pPr>
            <a:lvl8pPr algn="ctr">
              <a:defRPr sz="1725" b="1">
                <a:solidFill>
                  <a:srgbClr val="202020"/>
                </a:solidFill>
                <a:latin typeface="Arial"/>
                <a:ea typeface="Arial"/>
                <a:cs typeface="Arial"/>
              </a:defRPr>
            </a:lvl8pPr>
            <a:lvl9pPr algn="ctr">
              <a:defRPr sz="1725" b="1">
                <a:solidFill>
                  <a:srgbClr val="202020"/>
                </a:solidFill>
                <a:latin typeface="Arial"/>
                <a:ea typeface="Arial"/>
                <a:cs typeface="Arial"/>
              </a:defRPr>
            </a:lvl9pPr>
          </a:lstStyle>
          <a:p xmlns:a="http://schemas.openxmlformats.org/drawingml/2006/main">
            <a:pPr algn="ctr">
              <a:defRPr sz="1725" b="1">
                <a:solidFill>
                  <a:srgbClr val="202020"/>
                </a:solidFill>
                <a:latin typeface="Arial"/>
                <a:ea typeface="Arial"/>
                <a:cs typeface="Arial"/>
              </a:defRPr>
            </a:pPr>
            <a:r>
              <a:rPr sz="1725" b="1">
                <a:solidFill>
                  <a:srgbClr val="202020"/>
                </a:solidFill>
                <a:latin typeface="Arial"/>
                <a:ea typeface="Arial"/>
                <a:cs typeface="Arial"/>
              </a:rPr>
              <a:t>1  Received pressure data</a:t>
            </a:r>
          </a:p>
        </p:txBody>
      </p:sp>
      <p:sp>
        <p:nvSpPr>
          <p:cNvPr id="17" name="">
            <a:extLst xmlns:a="http://schemas.openxmlformats.org/drawingml/2006/main">
              <a:ext uri="{FF2B5EF4-FFF2-40B4-BE49-F238E27FC236}">
                <a16:creationId xmlns:a16="http://schemas.microsoft.com/office/drawing/2014/main" id="{76C01918-C4F1-4C1B-B5CC-E57AAC0CD395}"/>
              </a:ext>
            </a:extLst>
          </p:cNvPr>
          <p:cNvSpPr>
            <a:spLocks xmlns:a="http://schemas.openxmlformats.org/drawingml/2006/main" noGrp="1"/>
          </p:cNvSpPr>
          <p:nvPr/>
        </p:nvSpPr>
        <p:spPr>
          <a:xfrm xmlns:a="http://schemas.openxmlformats.org/drawingml/2006/main">
            <a:off x="5248275" y="1362075"/>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202020"/>
                </a:solidFill>
                <a:latin typeface="Arial"/>
                <a:ea typeface="Arial"/>
                <a:cs typeface="Arial"/>
              </a:defRPr>
            </a:defPPr>
            <a:lvl1pPr algn="ctr">
              <a:defRPr sz="1650" b="1">
                <a:solidFill>
                  <a:srgbClr val="202020"/>
                </a:solidFill>
                <a:latin typeface="Arial"/>
                <a:ea typeface="Arial"/>
                <a:cs typeface="Arial"/>
              </a:defRPr>
            </a:lvl1pPr>
            <a:lvl2pPr algn="ctr">
              <a:defRPr sz="1650" b="1">
                <a:solidFill>
                  <a:srgbClr val="202020"/>
                </a:solidFill>
                <a:latin typeface="Arial"/>
                <a:ea typeface="Arial"/>
                <a:cs typeface="Arial"/>
              </a:defRPr>
            </a:lvl2pPr>
            <a:lvl3pPr algn="ctr">
              <a:defRPr sz="1650" b="1">
                <a:solidFill>
                  <a:srgbClr val="202020"/>
                </a:solidFill>
                <a:latin typeface="Arial"/>
                <a:ea typeface="Arial"/>
                <a:cs typeface="Arial"/>
              </a:defRPr>
            </a:lvl3pPr>
            <a:lvl4pPr algn="ctr">
              <a:defRPr sz="1650" b="1">
                <a:solidFill>
                  <a:srgbClr val="202020"/>
                </a:solidFill>
                <a:latin typeface="Arial"/>
                <a:ea typeface="Arial"/>
                <a:cs typeface="Arial"/>
              </a:defRPr>
            </a:lvl4pPr>
            <a:lvl5pPr algn="ctr">
              <a:defRPr sz="1650" b="1">
                <a:solidFill>
                  <a:srgbClr val="202020"/>
                </a:solidFill>
                <a:latin typeface="Arial"/>
                <a:ea typeface="Arial"/>
                <a:cs typeface="Arial"/>
              </a:defRPr>
            </a:lvl5pPr>
            <a:lvl6pPr algn="ctr">
              <a:defRPr sz="1650" b="1">
                <a:solidFill>
                  <a:srgbClr val="202020"/>
                </a:solidFill>
                <a:latin typeface="Arial"/>
                <a:ea typeface="Arial"/>
                <a:cs typeface="Arial"/>
              </a:defRPr>
            </a:lvl6pPr>
            <a:lvl7pPr algn="ctr">
              <a:defRPr sz="1650" b="1">
                <a:solidFill>
                  <a:srgbClr val="202020"/>
                </a:solidFill>
                <a:latin typeface="Arial"/>
                <a:ea typeface="Arial"/>
                <a:cs typeface="Arial"/>
              </a:defRPr>
            </a:lvl7pPr>
            <a:lvl8pPr algn="ctr">
              <a:defRPr sz="1650" b="1">
                <a:solidFill>
                  <a:srgbClr val="202020"/>
                </a:solidFill>
                <a:latin typeface="Arial"/>
                <a:ea typeface="Arial"/>
                <a:cs typeface="Arial"/>
              </a:defRPr>
            </a:lvl8pPr>
            <a:lvl9pPr algn="ctr">
              <a:defRPr sz="1650" b="1">
                <a:solidFill>
                  <a:srgbClr val="202020"/>
                </a:solidFill>
                <a:latin typeface="Arial"/>
                <a:ea typeface="Arial"/>
                <a:cs typeface="Arial"/>
              </a:defRPr>
            </a:lvl9pPr>
          </a:lstStyle>
          <a:p xmlns:a="http://schemas.openxmlformats.org/drawingml/2006/main">
            <a:pPr algn="ctr">
              <a:defRPr sz="1650" b="1">
                <a:solidFill>
                  <a:srgbClr val="202020"/>
                </a:solidFill>
                <a:latin typeface="Arial"/>
                <a:ea typeface="Arial"/>
                <a:cs typeface="Arial"/>
              </a:defRPr>
            </a:pPr>
            <a:r>
              <a:rPr sz="1650" b="1">
                <a:solidFill>
                  <a:srgbClr val="202020"/>
                </a:solidFill>
                <a:latin typeface="Arial"/>
                <a:ea typeface="Arial"/>
                <a:cs typeface="Arial"/>
              </a:rPr>
              <a:t>Normal reference</a:t>
            </a:r>
          </a:p>
        </p:txBody>
      </p:sp>
      <p:sp>
        <p:nvSpPr>
          <p:cNvPr id="18" name="">
            <a:extLst xmlns:a="http://schemas.openxmlformats.org/drawingml/2006/main">
              <a:ext uri="{FF2B5EF4-FFF2-40B4-BE49-F238E27FC236}">
                <a16:creationId xmlns:a16="http://schemas.microsoft.com/office/drawing/2014/main" id="{42127646-49FA-4453-9EDF-452A48461A0A}"/>
              </a:ext>
            </a:extLst>
          </p:cNvPr>
          <p:cNvSpPr>
            <a:spLocks xmlns:a="http://schemas.openxmlformats.org/drawingml/2006/main" noGrp="1"/>
          </p:cNvSpPr>
          <p:nvPr/>
        </p:nvSpPr>
        <p:spPr>
          <a:xfrm xmlns:a="http://schemas.openxmlformats.org/drawingml/2006/main">
            <a:off x="5248275" y="1638300"/>
            <a:ext cx="314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88" b="0">
                <a:solidFill>
                  <a:srgbClr val="202020"/>
                </a:solidFill>
                <a:latin typeface="Arial"/>
                <a:ea typeface="Arial"/>
                <a:cs typeface="Arial"/>
              </a:defRPr>
            </a:defPPr>
            <a:lvl1pPr algn="ctr">
              <a:defRPr sz="1388" b="0">
                <a:solidFill>
                  <a:srgbClr val="202020"/>
                </a:solidFill>
                <a:latin typeface="Arial"/>
                <a:ea typeface="Arial"/>
                <a:cs typeface="Arial"/>
              </a:defRPr>
            </a:lvl1pPr>
            <a:lvl2pPr algn="ctr">
              <a:defRPr sz="1388" b="0">
                <a:solidFill>
                  <a:srgbClr val="202020"/>
                </a:solidFill>
                <a:latin typeface="Arial"/>
                <a:ea typeface="Arial"/>
                <a:cs typeface="Arial"/>
              </a:defRPr>
            </a:lvl2pPr>
            <a:lvl3pPr algn="ctr">
              <a:defRPr sz="1388" b="0">
                <a:solidFill>
                  <a:srgbClr val="202020"/>
                </a:solidFill>
                <a:latin typeface="Arial"/>
                <a:ea typeface="Arial"/>
                <a:cs typeface="Arial"/>
              </a:defRPr>
            </a:lvl3pPr>
            <a:lvl4pPr algn="ctr">
              <a:defRPr sz="1388" b="0">
                <a:solidFill>
                  <a:srgbClr val="202020"/>
                </a:solidFill>
                <a:latin typeface="Arial"/>
                <a:ea typeface="Arial"/>
                <a:cs typeface="Arial"/>
              </a:defRPr>
            </a:lvl4pPr>
            <a:lvl5pPr algn="ctr">
              <a:defRPr sz="1388" b="0">
                <a:solidFill>
                  <a:srgbClr val="202020"/>
                </a:solidFill>
                <a:latin typeface="Arial"/>
                <a:ea typeface="Arial"/>
                <a:cs typeface="Arial"/>
              </a:defRPr>
            </a:lvl5pPr>
            <a:lvl6pPr algn="ctr">
              <a:defRPr sz="1388" b="0">
                <a:solidFill>
                  <a:srgbClr val="202020"/>
                </a:solidFill>
                <a:latin typeface="Arial"/>
                <a:ea typeface="Arial"/>
                <a:cs typeface="Arial"/>
              </a:defRPr>
            </a:lvl6pPr>
            <a:lvl7pPr algn="ctr">
              <a:defRPr sz="1388" b="0">
                <a:solidFill>
                  <a:srgbClr val="202020"/>
                </a:solidFill>
                <a:latin typeface="Arial"/>
                <a:ea typeface="Arial"/>
                <a:cs typeface="Arial"/>
              </a:defRPr>
            </a:lvl7pPr>
            <a:lvl8pPr algn="ctr">
              <a:defRPr sz="1388" b="0">
                <a:solidFill>
                  <a:srgbClr val="202020"/>
                </a:solidFill>
                <a:latin typeface="Arial"/>
                <a:ea typeface="Arial"/>
                <a:cs typeface="Arial"/>
              </a:defRPr>
            </a:lvl8pPr>
            <a:lvl9pPr algn="ctr">
              <a:defRPr sz="1388" b="0">
                <a:solidFill>
                  <a:srgbClr val="202020"/>
                </a:solidFill>
                <a:latin typeface="Arial"/>
                <a:ea typeface="Arial"/>
                <a:cs typeface="Arial"/>
              </a:defRPr>
            </a:lvl9pPr>
          </a:lstStyle>
          <a:p xmlns:a="http://schemas.openxmlformats.org/drawingml/2006/main">
            <a:pPr algn="ctr">
              <a:defRPr sz="1388" b="0">
                <a:solidFill>
                  <a:srgbClr val="202020"/>
                </a:solidFill>
                <a:latin typeface="Arial"/>
                <a:ea typeface="Arial"/>
                <a:cs typeface="Arial"/>
              </a:defRPr>
            </a:pPr>
            <a:r>
              <a:rPr sz="1388" b="0">
                <a:solidFill>
                  <a:srgbClr val="202020"/>
                </a:solidFill>
                <a:latin typeface="Arial"/>
                <a:ea typeface="Arial"/>
                <a:cs typeface="Arial"/>
              </a:rPr>
              <a:t>Estimated from other sensor groups</a:t>
            </a:r>
          </a:p>
        </p:txBody>
      </p:sp>
      <p:cxnSp>
        <p:nvCxnSpPr>
          <p:cNvPr id="19" name="">
            <a:extLst xmlns:a="http://schemas.openxmlformats.org/drawingml/2006/main">
              <a:ext uri="{FF2B5EF4-FFF2-40B4-BE49-F238E27FC236}">
                <a16:creationId xmlns:a16="http://schemas.microsoft.com/office/drawing/2014/main" id="{217146AD-9969-4A2A-B284-8EB230303C25}"/>
              </a:ext>
            </a:extLst>
          </p:cNvPr>
          <p:cNvCxnSpPr/>
          <p:nvPr/>
        </p:nvCxnSpPr>
        <p:spPr>
          <a:xfrm xmlns:a="http://schemas.openxmlformats.org/drawingml/2006/main" flipH="0" flipV="0">
            <a:off x="2867025" y="1885950"/>
            <a:ext cx="0" cy="142875"/>
          </a:xfrm>
          <a:prstGeom xmlns:a="http://schemas.openxmlformats.org/drawingml/2006/main" prst="straightConnector1">
            <a:avLst/>
          </a:prstGeom>
          <a:ln xmlns:a="http://schemas.openxmlformats.org/drawingml/2006/main" w="17145">
            <a:solidFill>
              <a:srgbClr val="40627E"/>
            </a:solidFill>
            <a:prstDash val="solid"/>
            <a:tailEnd type="none" w="sm" len="sm"/>
          </a:ln>
        </p:spPr>
      </p:cxnSp>
      <p:cxnSp>
        <p:nvCxnSpPr>
          <p:cNvPr id="20" name="">
            <a:extLst xmlns:a="http://schemas.openxmlformats.org/drawingml/2006/main">
              <a:ext uri="{FF2B5EF4-FFF2-40B4-BE49-F238E27FC236}">
                <a16:creationId xmlns:a16="http://schemas.microsoft.com/office/drawing/2014/main" id="{B45D0FCE-E471-4BE6-88DF-55852DC30E6B}"/>
              </a:ext>
            </a:extLst>
          </p:cNvPr>
          <p:cNvCxnSpPr/>
          <p:nvPr/>
        </p:nvCxnSpPr>
        <p:spPr>
          <a:xfrm xmlns:a="http://schemas.openxmlformats.org/drawingml/2006/main" flipH="0" flipV="0">
            <a:off x="6819900" y="1885950"/>
            <a:ext cx="0" cy="142875"/>
          </a:xfrm>
          <a:prstGeom xmlns:a="http://schemas.openxmlformats.org/drawingml/2006/main" prst="straightConnector1">
            <a:avLst/>
          </a:prstGeom>
          <a:ln xmlns:a="http://schemas.openxmlformats.org/drawingml/2006/main" w="17145">
            <a:solidFill>
              <a:srgbClr val="40627E"/>
            </a:solidFill>
            <a:prstDash val="solid"/>
            <a:tailEnd type="none" w="sm" len="sm"/>
          </a:ln>
        </p:spPr>
      </p:cxnSp>
      <p:cxnSp>
        <p:nvCxnSpPr>
          <p:cNvPr id="21" name="">
            <a:extLst xmlns:a="http://schemas.openxmlformats.org/drawingml/2006/main">
              <a:ext uri="{FF2B5EF4-FFF2-40B4-BE49-F238E27FC236}">
                <a16:creationId xmlns:a16="http://schemas.microsoft.com/office/drawing/2014/main" id="{FF564E3B-CFC0-4243-A424-9DE2543BF6CC}"/>
              </a:ext>
            </a:extLst>
          </p:cNvPr>
          <p:cNvCxnSpPr/>
          <p:nvPr/>
        </p:nvCxnSpPr>
        <p:spPr>
          <a:xfrm xmlns:a="http://schemas.openxmlformats.org/drawingml/2006/main" flipH="0" flipV="0">
            <a:off x="2867025" y="2028825"/>
            <a:ext cx="3952875" cy="0"/>
          </a:xfrm>
          <a:prstGeom xmlns:a="http://schemas.openxmlformats.org/drawingml/2006/main" prst="straightConnector1">
            <a:avLst/>
          </a:prstGeom>
          <a:ln xmlns:a="http://schemas.openxmlformats.org/drawingml/2006/main" w="17145">
            <a:solidFill>
              <a:srgbClr val="40627E"/>
            </a:solidFill>
            <a:prstDash val="solid"/>
            <a:tailEnd type="none" w="sm" len="sm"/>
          </a:ln>
        </p:spPr>
      </p:cxnSp>
      <p:cxnSp>
        <p:nvCxnSpPr>
          <p:cNvPr id="22" name="">
            <a:extLst xmlns:a="http://schemas.openxmlformats.org/drawingml/2006/main">
              <a:ext uri="{FF2B5EF4-FFF2-40B4-BE49-F238E27FC236}">
                <a16:creationId xmlns:a16="http://schemas.microsoft.com/office/drawing/2014/main" id="{6B11CB2D-6CB9-4163-89BB-310B2DD23C4D}"/>
              </a:ext>
            </a:extLst>
          </p:cNvPr>
          <p:cNvCxnSpPr/>
          <p:nvPr/>
        </p:nvCxnSpPr>
        <p:spPr>
          <a:xfrm xmlns:a="http://schemas.openxmlformats.org/drawingml/2006/main" flipH="0" flipV="0">
            <a:off x="4843463" y="2028825"/>
            <a:ext cx="0" cy="161925"/>
          </a:xfrm>
          <a:prstGeom xmlns:a="http://schemas.openxmlformats.org/drawingml/2006/main" prst="straightConnector1">
            <a:avLst/>
          </a:prstGeom>
          <a:ln xmlns:a="http://schemas.openxmlformats.org/drawingml/2006/main" w="17145">
            <a:solidFill>
              <a:srgbClr val="40627E"/>
            </a:solidFill>
            <a:prstDash val="solid"/>
            <a:tailEnd type="triangle" w="sm" len="sm"/>
          </a:ln>
        </p:spPr>
      </p:cxnSp>
      <p:sp>
        <p:nvSpPr>
          <p:cNvPr id="23" name="">
            <a:extLst xmlns:a="http://schemas.openxmlformats.org/drawingml/2006/main">
              <a:ext uri="{FF2B5EF4-FFF2-40B4-BE49-F238E27FC236}">
                <a16:creationId xmlns:a16="http://schemas.microsoft.com/office/drawing/2014/main" id="{8B7DD01A-5A3C-447D-B0C1-539811C2D22A}"/>
              </a:ext>
            </a:extLst>
          </p:cNvPr>
          <p:cNvSpPr>
            <a:spLocks xmlns:a="http://schemas.openxmlformats.org/drawingml/2006/main" noGrp="1"/>
          </p:cNvSpPr>
          <p:nvPr/>
        </p:nvSpPr>
        <p:spPr>
          <a:xfrm xmlns:a="http://schemas.openxmlformats.org/drawingml/2006/main">
            <a:off x="1200150" y="2190750"/>
            <a:ext cx="7286625" cy="628650"/>
          </a:xfrm>
          <a:prstGeom xmlns:a="http://schemas.openxmlformats.org/drawingml/2006/main" prst="rect">
            <a:avLst/>
          </a:prstGeom>
          <a:solidFill xmlns:a="http://schemas.openxmlformats.org/drawingml/2006/main">
            <a:srgbClr val="FFFFFF"/>
          </a:solidFill>
          <a:ln xmlns:a="http://schemas.openxmlformats.org/drawingml/2006/main" w="12383">
            <a:solidFill>
              <a:srgbClr val="7894A8"/>
            </a:solidFill>
            <a:prstDash val="solid"/>
          </a:ln>
        </p:spPr>
      </p:sp>
      <p:sp>
        <p:nvSpPr>
          <p:cNvPr id="24" name="">
            <a:extLst xmlns:a="http://schemas.openxmlformats.org/drawingml/2006/main">
              <a:ext uri="{FF2B5EF4-FFF2-40B4-BE49-F238E27FC236}">
                <a16:creationId xmlns:a16="http://schemas.microsoft.com/office/drawing/2014/main" id="{C6835B11-EFB7-4F9C-B4A5-26C722D7640A}"/>
              </a:ext>
            </a:extLst>
          </p:cNvPr>
          <p:cNvSpPr>
            <a:spLocks xmlns:a="http://schemas.openxmlformats.org/drawingml/2006/main" noGrp="1"/>
          </p:cNvSpPr>
          <p:nvPr/>
        </p:nvSpPr>
        <p:spPr>
          <a:xfrm xmlns:a="http://schemas.openxmlformats.org/drawingml/2006/main">
            <a:off x="1295400" y="2276475"/>
            <a:ext cx="7096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31556F"/>
                </a:solidFill>
                <a:latin typeface="Arial"/>
                <a:ea typeface="Arial"/>
                <a:cs typeface="Arial"/>
              </a:defRPr>
            </a:defPPr>
            <a:lvl1pPr algn="ctr">
              <a:defRPr sz="1725" b="1">
                <a:solidFill>
                  <a:srgbClr val="31556F"/>
                </a:solidFill>
                <a:latin typeface="Arial"/>
                <a:ea typeface="Arial"/>
                <a:cs typeface="Arial"/>
              </a:defRPr>
            </a:lvl1pPr>
            <a:lvl2pPr algn="ctr">
              <a:defRPr sz="1725" b="1">
                <a:solidFill>
                  <a:srgbClr val="31556F"/>
                </a:solidFill>
                <a:latin typeface="Arial"/>
                <a:ea typeface="Arial"/>
                <a:cs typeface="Arial"/>
              </a:defRPr>
            </a:lvl2pPr>
            <a:lvl3pPr algn="ctr">
              <a:defRPr sz="1725" b="1">
                <a:solidFill>
                  <a:srgbClr val="31556F"/>
                </a:solidFill>
                <a:latin typeface="Arial"/>
                <a:ea typeface="Arial"/>
                <a:cs typeface="Arial"/>
              </a:defRPr>
            </a:lvl3pPr>
            <a:lvl4pPr algn="ctr">
              <a:defRPr sz="1725" b="1">
                <a:solidFill>
                  <a:srgbClr val="31556F"/>
                </a:solidFill>
                <a:latin typeface="Arial"/>
                <a:ea typeface="Arial"/>
                <a:cs typeface="Arial"/>
              </a:defRPr>
            </a:lvl4pPr>
            <a:lvl5pPr algn="ctr">
              <a:defRPr sz="1725" b="1">
                <a:solidFill>
                  <a:srgbClr val="31556F"/>
                </a:solidFill>
                <a:latin typeface="Arial"/>
                <a:ea typeface="Arial"/>
                <a:cs typeface="Arial"/>
              </a:defRPr>
            </a:lvl5pPr>
            <a:lvl6pPr algn="ctr">
              <a:defRPr sz="1725" b="1">
                <a:solidFill>
                  <a:srgbClr val="31556F"/>
                </a:solidFill>
                <a:latin typeface="Arial"/>
                <a:ea typeface="Arial"/>
                <a:cs typeface="Arial"/>
              </a:defRPr>
            </a:lvl6pPr>
            <a:lvl7pPr algn="ctr">
              <a:defRPr sz="1725" b="1">
                <a:solidFill>
                  <a:srgbClr val="31556F"/>
                </a:solidFill>
                <a:latin typeface="Arial"/>
                <a:ea typeface="Arial"/>
                <a:cs typeface="Arial"/>
              </a:defRPr>
            </a:lvl7pPr>
            <a:lvl8pPr algn="ctr">
              <a:defRPr sz="1725" b="1">
                <a:solidFill>
                  <a:srgbClr val="31556F"/>
                </a:solidFill>
                <a:latin typeface="Arial"/>
                <a:ea typeface="Arial"/>
                <a:cs typeface="Arial"/>
              </a:defRPr>
            </a:lvl8pPr>
            <a:lvl9pPr algn="ctr">
              <a:defRPr sz="1725" b="1">
                <a:solidFill>
                  <a:srgbClr val="31556F"/>
                </a:solidFill>
                <a:latin typeface="Arial"/>
                <a:ea typeface="Arial"/>
                <a:cs typeface="Arial"/>
              </a:defRPr>
            </a:lvl9pPr>
          </a:lstStyle>
          <a:p xmlns:a="http://schemas.openxmlformats.org/drawingml/2006/main">
            <a:pPr algn="ctr">
              <a:defRPr sz="1725" b="1">
                <a:solidFill>
                  <a:srgbClr val="31556F"/>
                </a:solidFill>
                <a:latin typeface="Arial"/>
                <a:ea typeface="Arial"/>
                <a:cs typeface="Arial"/>
              </a:defRPr>
            </a:pPr>
            <a:r>
              <a:rPr sz="1725" b="1">
                <a:solidFill>
                  <a:srgbClr val="31556F"/>
                </a:solidFill>
                <a:latin typeface="Arial"/>
                <a:ea typeface="Arial"/>
                <a:cs typeface="Arial"/>
              </a:rPr>
              <a:t>2  Model inputs: residual + temporal features</a:t>
            </a:r>
          </a:p>
        </p:txBody>
      </p:sp>
      <p:sp>
        <p:nvSpPr>
          <p:cNvPr id="25" name="">
            <a:extLst xmlns:a="http://schemas.openxmlformats.org/drawingml/2006/main">
              <a:ext uri="{FF2B5EF4-FFF2-40B4-BE49-F238E27FC236}">
                <a16:creationId xmlns:a16="http://schemas.microsoft.com/office/drawing/2014/main" id="{9F414541-89AE-44C9-8778-437EA6BCEDA8}"/>
              </a:ext>
            </a:extLst>
          </p:cNvPr>
          <p:cNvSpPr>
            <a:spLocks xmlns:a="http://schemas.openxmlformats.org/drawingml/2006/main" noGrp="1"/>
          </p:cNvSpPr>
          <p:nvPr/>
        </p:nvSpPr>
        <p:spPr>
          <a:xfrm xmlns:a="http://schemas.openxmlformats.org/drawingml/2006/main">
            <a:off x="1295400" y="2562225"/>
            <a:ext cx="709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202020"/>
                </a:solidFill>
                <a:latin typeface="Arial"/>
                <a:ea typeface="Arial"/>
                <a:cs typeface="Arial"/>
              </a:defRPr>
            </a:defPPr>
            <a:lvl1pPr algn="ctr">
              <a:defRPr sz="1500" b="0">
                <a:solidFill>
                  <a:srgbClr val="202020"/>
                </a:solidFill>
                <a:latin typeface="Arial"/>
                <a:ea typeface="Arial"/>
                <a:cs typeface="Arial"/>
              </a:defRPr>
            </a:lvl1pPr>
            <a:lvl2pPr algn="ctr">
              <a:defRPr sz="1500" b="0">
                <a:solidFill>
                  <a:srgbClr val="202020"/>
                </a:solidFill>
                <a:latin typeface="Arial"/>
                <a:ea typeface="Arial"/>
                <a:cs typeface="Arial"/>
              </a:defRPr>
            </a:lvl2pPr>
            <a:lvl3pPr algn="ctr">
              <a:defRPr sz="1500" b="0">
                <a:solidFill>
                  <a:srgbClr val="202020"/>
                </a:solidFill>
                <a:latin typeface="Arial"/>
                <a:ea typeface="Arial"/>
                <a:cs typeface="Arial"/>
              </a:defRPr>
            </a:lvl3pPr>
            <a:lvl4pPr algn="ctr">
              <a:defRPr sz="1500" b="0">
                <a:solidFill>
                  <a:srgbClr val="202020"/>
                </a:solidFill>
                <a:latin typeface="Arial"/>
                <a:ea typeface="Arial"/>
                <a:cs typeface="Arial"/>
              </a:defRPr>
            </a:lvl4pPr>
            <a:lvl5pPr algn="ctr">
              <a:defRPr sz="1500" b="0">
                <a:solidFill>
                  <a:srgbClr val="202020"/>
                </a:solidFill>
                <a:latin typeface="Arial"/>
                <a:ea typeface="Arial"/>
                <a:cs typeface="Arial"/>
              </a:defRPr>
            </a:lvl5pPr>
            <a:lvl6pPr algn="ctr">
              <a:defRPr sz="1500" b="0">
                <a:solidFill>
                  <a:srgbClr val="202020"/>
                </a:solidFill>
                <a:latin typeface="Arial"/>
                <a:ea typeface="Arial"/>
                <a:cs typeface="Arial"/>
              </a:defRPr>
            </a:lvl6pPr>
            <a:lvl7pPr algn="ctr">
              <a:defRPr sz="1500" b="0">
                <a:solidFill>
                  <a:srgbClr val="202020"/>
                </a:solidFill>
                <a:latin typeface="Arial"/>
                <a:ea typeface="Arial"/>
                <a:cs typeface="Arial"/>
              </a:defRPr>
            </a:lvl7pPr>
            <a:lvl8pPr algn="ctr">
              <a:defRPr sz="1500" b="0">
                <a:solidFill>
                  <a:srgbClr val="202020"/>
                </a:solidFill>
                <a:latin typeface="Arial"/>
                <a:ea typeface="Arial"/>
                <a:cs typeface="Arial"/>
              </a:defRPr>
            </a:lvl8pPr>
            <a:lvl9pPr algn="ctr">
              <a:defRPr sz="1500" b="0">
                <a:solidFill>
                  <a:srgbClr val="202020"/>
                </a:solidFill>
                <a:latin typeface="Arial"/>
                <a:ea typeface="Arial"/>
                <a:cs typeface="Arial"/>
              </a:defRPr>
            </a:lvl9pPr>
          </a:lstStyle>
          <a:p xmlns:a="http://schemas.openxmlformats.org/drawingml/2006/main">
            <a:pPr algn="ctr">
              <a:defRPr sz="1500" b="0">
                <a:solidFill>
                  <a:srgbClr val="202020"/>
                </a:solidFill>
                <a:latin typeface="Arial"/>
                <a:ea typeface="Arial"/>
                <a:cs typeface="Arial"/>
              </a:defRPr>
            </a:pPr>
            <a:r>
              <a:rPr sz="1500" b="0">
                <a:solidFill>
                  <a:srgbClr val="202020"/>
                </a:solidFill>
                <a:latin typeface="Arial"/>
                <a:ea typeface="Arial"/>
                <a:cs typeface="Arial"/>
              </a:rPr>
              <a:t>Input data describing pressure differences, trends and variability</a:t>
            </a:r>
          </a:p>
        </p:txBody>
      </p:sp>
      <p:cxnSp>
        <p:nvCxnSpPr>
          <p:cNvPr id="26" name="">
            <a:extLst xmlns:a="http://schemas.openxmlformats.org/drawingml/2006/main">
              <a:ext uri="{FF2B5EF4-FFF2-40B4-BE49-F238E27FC236}">
                <a16:creationId xmlns:a16="http://schemas.microsoft.com/office/drawing/2014/main" id="{E6E0D5FD-2022-4722-A9E7-F0435C049B2B}"/>
              </a:ext>
            </a:extLst>
          </p:cNvPr>
          <p:cNvCxnSpPr/>
          <p:nvPr/>
        </p:nvCxnSpPr>
        <p:spPr>
          <a:xfrm xmlns:a="http://schemas.openxmlformats.org/drawingml/2006/main" flipH="0" flipV="0">
            <a:off x="4843463" y="2819400"/>
            <a:ext cx="0" cy="171450"/>
          </a:xfrm>
          <a:prstGeom xmlns:a="http://schemas.openxmlformats.org/drawingml/2006/main" prst="straightConnector1">
            <a:avLst/>
          </a:prstGeom>
          <a:ln xmlns:a="http://schemas.openxmlformats.org/drawingml/2006/main" w="17145">
            <a:solidFill>
              <a:srgbClr val="822433"/>
            </a:solidFill>
            <a:prstDash val="solid"/>
            <a:tailEnd type="none" w="sm" len="sm"/>
          </a:ln>
        </p:spPr>
      </p:cxnSp>
      <p:cxnSp>
        <p:nvCxnSpPr>
          <p:cNvPr id="27" name="">
            <a:extLst xmlns:a="http://schemas.openxmlformats.org/drawingml/2006/main">
              <a:ext uri="{FF2B5EF4-FFF2-40B4-BE49-F238E27FC236}">
                <a16:creationId xmlns:a16="http://schemas.microsoft.com/office/drawing/2014/main" id="{1E56CB2F-22CC-41ED-B324-5D4E44C731EF}"/>
              </a:ext>
            </a:extLst>
          </p:cNvPr>
          <p:cNvCxnSpPr/>
          <p:nvPr/>
        </p:nvCxnSpPr>
        <p:spPr>
          <a:xfrm xmlns:a="http://schemas.openxmlformats.org/drawingml/2006/main" flipH="0" flipV="0">
            <a:off x="2319338" y="2990850"/>
            <a:ext cx="5048250" cy="0"/>
          </a:xfrm>
          <a:prstGeom xmlns:a="http://schemas.openxmlformats.org/drawingml/2006/main" prst="straightConnector1">
            <a:avLst/>
          </a:prstGeom>
          <a:ln xmlns:a="http://schemas.openxmlformats.org/drawingml/2006/main" w="17145">
            <a:solidFill>
              <a:srgbClr val="822433"/>
            </a:solidFill>
            <a:prstDash val="solid"/>
            <a:tailEnd type="none" w="sm" len="sm"/>
          </a:ln>
        </p:spPr>
      </p:cxnSp>
      <p:cxnSp>
        <p:nvCxnSpPr>
          <p:cNvPr id="28" name="">
            <a:extLst xmlns:a="http://schemas.openxmlformats.org/drawingml/2006/main">
              <a:ext uri="{FF2B5EF4-FFF2-40B4-BE49-F238E27FC236}">
                <a16:creationId xmlns:a16="http://schemas.microsoft.com/office/drawing/2014/main" id="{D1479513-717A-48D8-9170-1BE727E571C4}"/>
              </a:ext>
            </a:extLst>
          </p:cNvPr>
          <p:cNvCxnSpPr/>
          <p:nvPr/>
        </p:nvCxnSpPr>
        <p:spPr>
          <a:xfrm xmlns:a="http://schemas.openxmlformats.org/drawingml/2006/main" flipH="0" flipV="0">
            <a:off x="2319338" y="2990850"/>
            <a:ext cx="0" cy="219075"/>
          </a:xfrm>
          <a:prstGeom xmlns:a="http://schemas.openxmlformats.org/drawingml/2006/main" prst="straightConnector1">
            <a:avLst/>
          </a:prstGeom>
          <a:ln xmlns:a="http://schemas.openxmlformats.org/drawingml/2006/main" w="17145">
            <a:solidFill>
              <a:srgbClr val="822433"/>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6A476291-9BB1-4AE4-8ABB-4314DE6396CD}"/>
              </a:ext>
            </a:extLst>
          </p:cNvPr>
          <p:cNvCxnSpPr/>
          <p:nvPr/>
        </p:nvCxnSpPr>
        <p:spPr>
          <a:xfrm xmlns:a="http://schemas.openxmlformats.org/drawingml/2006/main" flipH="0" flipV="0">
            <a:off x="4843463" y="2990850"/>
            <a:ext cx="0" cy="219075"/>
          </a:xfrm>
          <a:prstGeom xmlns:a="http://schemas.openxmlformats.org/drawingml/2006/main" prst="straightConnector1">
            <a:avLst/>
          </a:prstGeom>
          <a:ln xmlns:a="http://schemas.openxmlformats.org/drawingml/2006/main" w="17145">
            <a:solidFill>
              <a:srgbClr val="822433"/>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8DD8F9F2-35E9-452D-8134-509D5422133F}"/>
              </a:ext>
            </a:extLst>
          </p:cNvPr>
          <p:cNvCxnSpPr/>
          <p:nvPr/>
        </p:nvCxnSpPr>
        <p:spPr>
          <a:xfrm xmlns:a="http://schemas.openxmlformats.org/drawingml/2006/main" flipH="0" flipV="0">
            <a:off x="7367588" y="2990850"/>
            <a:ext cx="0" cy="219075"/>
          </a:xfrm>
          <a:prstGeom xmlns:a="http://schemas.openxmlformats.org/drawingml/2006/main" prst="straightConnector1">
            <a:avLst/>
          </a:prstGeom>
          <a:ln xmlns:a="http://schemas.openxmlformats.org/drawingml/2006/main" w="17145">
            <a:solidFill>
              <a:srgbClr val="822433"/>
            </a:solidFill>
            <a:prstDash val="solid"/>
            <a:tailEnd type="triangle" w="sm" len="sm"/>
          </a:ln>
        </p:spPr>
      </p:cxnSp>
      <p:sp>
        <p:nvSpPr>
          <p:cNvPr id="31" name="">
            <a:extLst xmlns:a="http://schemas.openxmlformats.org/drawingml/2006/main">
              <a:ext uri="{FF2B5EF4-FFF2-40B4-BE49-F238E27FC236}">
                <a16:creationId xmlns:a16="http://schemas.microsoft.com/office/drawing/2014/main" id="{B5131856-AAB9-47A6-A758-DECAFA6B4BB0}"/>
              </a:ext>
            </a:extLst>
          </p:cNvPr>
          <p:cNvSpPr>
            <a:spLocks xmlns:a="http://schemas.openxmlformats.org/drawingml/2006/main" noGrp="1"/>
          </p:cNvSpPr>
          <p:nvPr/>
        </p:nvSpPr>
        <p:spPr>
          <a:xfrm xmlns:a="http://schemas.openxmlformats.org/drawingml/2006/main">
            <a:off x="1200150" y="3209925"/>
            <a:ext cx="2238375" cy="952500"/>
          </a:xfrm>
          <a:prstGeom xmlns:a="http://schemas.openxmlformats.org/drawingml/2006/main" prst="rect">
            <a:avLst/>
          </a:prstGeom>
          <a:solidFill xmlns:a="http://schemas.openxmlformats.org/drawingml/2006/main">
            <a:srgbClr val="822433"/>
          </a:solidFill>
          <a:ln xmlns:a="http://schemas.openxmlformats.org/drawingml/2006/main" w="12383">
            <a:solidFill>
              <a:srgbClr val="822433"/>
            </a:solidFill>
            <a:prstDash val="solid"/>
          </a:ln>
        </p:spPr>
      </p:sp>
      <p:sp>
        <p:nvSpPr>
          <p:cNvPr id="32" name="">
            <a:extLst xmlns:a="http://schemas.openxmlformats.org/drawingml/2006/main">
              <a:ext uri="{FF2B5EF4-FFF2-40B4-BE49-F238E27FC236}">
                <a16:creationId xmlns:a16="http://schemas.microsoft.com/office/drawing/2014/main" id="{07824914-A73B-42E3-9B83-D1D47ED52D59}"/>
              </a:ext>
            </a:extLst>
          </p:cNvPr>
          <p:cNvSpPr>
            <a:spLocks xmlns:a="http://schemas.openxmlformats.org/drawingml/2006/main" noGrp="1"/>
          </p:cNvSpPr>
          <p:nvPr/>
        </p:nvSpPr>
        <p:spPr>
          <a:xfrm xmlns:a="http://schemas.openxmlformats.org/drawingml/2006/main">
            <a:off x="1285875" y="3324225"/>
            <a:ext cx="2066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3a  General expert</a:t>
            </a:r>
          </a:p>
        </p:txBody>
      </p:sp>
      <p:sp>
        <p:nvSpPr>
          <p:cNvPr id="33" name="">
            <a:extLst xmlns:a="http://schemas.openxmlformats.org/drawingml/2006/main">
              <a:ext uri="{FF2B5EF4-FFF2-40B4-BE49-F238E27FC236}">
                <a16:creationId xmlns:a16="http://schemas.microsoft.com/office/drawing/2014/main" id="{3D7B2F9A-65E3-45DA-A199-733B0345EE43}"/>
              </a:ext>
            </a:extLst>
          </p:cNvPr>
          <p:cNvSpPr>
            <a:spLocks xmlns:a="http://schemas.openxmlformats.org/drawingml/2006/main" noGrp="1"/>
          </p:cNvSpPr>
          <p:nvPr/>
        </p:nvSpPr>
        <p:spPr>
          <a:xfrm xmlns:a="http://schemas.openxmlformats.org/drawingml/2006/main">
            <a:off x="1285875" y="3676650"/>
            <a:ext cx="2066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FFFFFF"/>
                </a:solidFill>
                <a:latin typeface="Arial"/>
                <a:ea typeface="Arial"/>
                <a:cs typeface="Arial"/>
              </a:defRPr>
            </a:defPPr>
            <a:lvl1pPr algn="ctr">
              <a:defRPr sz="1425" b="0">
                <a:solidFill>
                  <a:srgbClr val="FFFFFF"/>
                </a:solidFill>
                <a:latin typeface="Arial"/>
                <a:ea typeface="Arial"/>
                <a:cs typeface="Arial"/>
              </a:defRPr>
            </a:lvl1pPr>
            <a:lvl2pPr algn="ctr">
              <a:defRPr sz="1425" b="0">
                <a:solidFill>
                  <a:srgbClr val="FFFFFF"/>
                </a:solidFill>
                <a:latin typeface="Arial"/>
                <a:ea typeface="Arial"/>
                <a:cs typeface="Arial"/>
              </a:defRPr>
            </a:lvl2pPr>
            <a:lvl3pPr algn="ctr">
              <a:defRPr sz="1425" b="0">
                <a:solidFill>
                  <a:srgbClr val="FFFFFF"/>
                </a:solidFill>
                <a:latin typeface="Arial"/>
                <a:ea typeface="Arial"/>
                <a:cs typeface="Arial"/>
              </a:defRPr>
            </a:lvl3pPr>
            <a:lvl4pPr algn="ctr">
              <a:defRPr sz="1425" b="0">
                <a:solidFill>
                  <a:srgbClr val="FFFFFF"/>
                </a:solidFill>
                <a:latin typeface="Arial"/>
                <a:ea typeface="Arial"/>
                <a:cs typeface="Arial"/>
              </a:defRPr>
            </a:lvl4pPr>
            <a:lvl5pPr algn="ctr">
              <a:defRPr sz="1425" b="0">
                <a:solidFill>
                  <a:srgbClr val="FFFFFF"/>
                </a:solidFill>
                <a:latin typeface="Arial"/>
                <a:ea typeface="Arial"/>
                <a:cs typeface="Arial"/>
              </a:defRPr>
            </a:lvl5pPr>
            <a:lvl6pPr algn="ctr">
              <a:defRPr sz="1425" b="0">
                <a:solidFill>
                  <a:srgbClr val="FFFFFF"/>
                </a:solidFill>
                <a:latin typeface="Arial"/>
                <a:ea typeface="Arial"/>
                <a:cs typeface="Arial"/>
              </a:defRPr>
            </a:lvl6pPr>
            <a:lvl7pPr algn="ctr">
              <a:defRPr sz="1425" b="0">
                <a:solidFill>
                  <a:srgbClr val="FFFFFF"/>
                </a:solidFill>
                <a:latin typeface="Arial"/>
                <a:ea typeface="Arial"/>
                <a:cs typeface="Arial"/>
              </a:defRPr>
            </a:lvl7pPr>
            <a:lvl8pPr algn="ctr">
              <a:defRPr sz="1425" b="0">
                <a:solidFill>
                  <a:srgbClr val="FFFFFF"/>
                </a:solidFill>
                <a:latin typeface="Arial"/>
                <a:ea typeface="Arial"/>
                <a:cs typeface="Arial"/>
              </a:defRPr>
            </a:lvl8pPr>
            <a:lvl9pPr algn="ctr">
              <a:defRPr sz="1425" b="0">
                <a:solidFill>
                  <a:srgbClr val="FFFFFF"/>
                </a:solidFill>
                <a:latin typeface="Arial"/>
                <a:ea typeface="Arial"/>
                <a:cs typeface="Arial"/>
              </a:defRPr>
            </a:lvl9pPr>
          </a:lstStyle>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Immediate at t</a:t>
            </a:r>
          </a:p>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5 models + internal router</a:t>
            </a:r>
          </a:p>
        </p:txBody>
      </p:sp>
      <p:sp>
        <p:nvSpPr>
          <p:cNvPr id="34" name="">
            <a:extLst xmlns:a="http://schemas.openxmlformats.org/drawingml/2006/main">
              <a:ext uri="{FF2B5EF4-FFF2-40B4-BE49-F238E27FC236}">
                <a16:creationId xmlns:a16="http://schemas.microsoft.com/office/drawing/2014/main" id="{D9A6B82F-D86F-4663-8A5E-6B3989870DC0}"/>
              </a:ext>
            </a:extLst>
          </p:cNvPr>
          <p:cNvSpPr>
            <a:spLocks xmlns:a="http://schemas.openxmlformats.org/drawingml/2006/main" noGrp="1"/>
          </p:cNvSpPr>
          <p:nvPr/>
        </p:nvSpPr>
        <p:spPr>
          <a:xfrm xmlns:a="http://schemas.openxmlformats.org/drawingml/2006/main">
            <a:off x="3724275" y="3209925"/>
            <a:ext cx="2238375" cy="952500"/>
          </a:xfrm>
          <a:prstGeom xmlns:a="http://schemas.openxmlformats.org/drawingml/2006/main" prst="rect">
            <a:avLst/>
          </a:prstGeom>
          <a:solidFill xmlns:a="http://schemas.openxmlformats.org/drawingml/2006/main">
            <a:srgbClr val="822433"/>
          </a:solidFill>
          <a:ln xmlns:a="http://schemas.openxmlformats.org/drawingml/2006/main" w="12383">
            <a:solidFill>
              <a:srgbClr val="822433"/>
            </a:solidFill>
            <a:prstDash val="solid"/>
          </a:ln>
        </p:spPr>
      </p:sp>
      <p:sp>
        <p:nvSpPr>
          <p:cNvPr id="35" name="">
            <a:extLst xmlns:a="http://schemas.openxmlformats.org/drawingml/2006/main">
              <a:ext uri="{FF2B5EF4-FFF2-40B4-BE49-F238E27FC236}">
                <a16:creationId xmlns:a16="http://schemas.microsoft.com/office/drawing/2014/main" id="{E0DE228B-CF05-49EA-A9DC-ABFF3A62ED5C}"/>
              </a:ext>
            </a:extLst>
          </p:cNvPr>
          <p:cNvSpPr>
            <a:spLocks xmlns:a="http://schemas.openxmlformats.org/drawingml/2006/main" noGrp="1"/>
          </p:cNvSpPr>
          <p:nvPr/>
        </p:nvSpPr>
        <p:spPr>
          <a:xfrm xmlns:a="http://schemas.openxmlformats.org/drawingml/2006/main">
            <a:off x="3810000" y="3324225"/>
            <a:ext cx="2066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3b  Drift expert</a:t>
            </a:r>
          </a:p>
        </p:txBody>
      </p:sp>
      <p:sp>
        <p:nvSpPr>
          <p:cNvPr id="36" name="">
            <a:extLst xmlns:a="http://schemas.openxmlformats.org/drawingml/2006/main">
              <a:ext uri="{FF2B5EF4-FFF2-40B4-BE49-F238E27FC236}">
                <a16:creationId xmlns:a16="http://schemas.microsoft.com/office/drawing/2014/main" id="{005CB385-C8A8-4E79-856E-A6F353A74C55}"/>
              </a:ext>
            </a:extLst>
          </p:cNvPr>
          <p:cNvSpPr>
            <a:spLocks xmlns:a="http://schemas.openxmlformats.org/drawingml/2006/main" noGrp="1"/>
          </p:cNvSpPr>
          <p:nvPr/>
        </p:nvSpPr>
        <p:spPr>
          <a:xfrm xmlns:a="http://schemas.openxmlformats.org/drawingml/2006/main">
            <a:off x="3810000" y="3676650"/>
            <a:ext cx="2066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FFFFFF"/>
                </a:solidFill>
                <a:latin typeface="Arial"/>
                <a:ea typeface="Arial"/>
                <a:cs typeface="Arial"/>
              </a:defRPr>
            </a:defPPr>
            <a:lvl1pPr algn="ctr">
              <a:defRPr sz="1425" b="0">
                <a:solidFill>
                  <a:srgbClr val="FFFFFF"/>
                </a:solidFill>
                <a:latin typeface="Arial"/>
                <a:ea typeface="Arial"/>
                <a:cs typeface="Arial"/>
              </a:defRPr>
            </a:lvl1pPr>
            <a:lvl2pPr algn="ctr">
              <a:defRPr sz="1425" b="0">
                <a:solidFill>
                  <a:srgbClr val="FFFFFF"/>
                </a:solidFill>
                <a:latin typeface="Arial"/>
                <a:ea typeface="Arial"/>
                <a:cs typeface="Arial"/>
              </a:defRPr>
            </a:lvl2pPr>
            <a:lvl3pPr algn="ctr">
              <a:defRPr sz="1425" b="0">
                <a:solidFill>
                  <a:srgbClr val="FFFFFF"/>
                </a:solidFill>
                <a:latin typeface="Arial"/>
                <a:ea typeface="Arial"/>
                <a:cs typeface="Arial"/>
              </a:defRPr>
            </a:lvl3pPr>
            <a:lvl4pPr algn="ctr">
              <a:defRPr sz="1425" b="0">
                <a:solidFill>
                  <a:srgbClr val="FFFFFF"/>
                </a:solidFill>
                <a:latin typeface="Arial"/>
                <a:ea typeface="Arial"/>
                <a:cs typeface="Arial"/>
              </a:defRPr>
            </a:lvl4pPr>
            <a:lvl5pPr algn="ctr">
              <a:defRPr sz="1425" b="0">
                <a:solidFill>
                  <a:srgbClr val="FFFFFF"/>
                </a:solidFill>
                <a:latin typeface="Arial"/>
                <a:ea typeface="Arial"/>
                <a:cs typeface="Arial"/>
              </a:defRPr>
            </a:lvl5pPr>
            <a:lvl6pPr algn="ctr">
              <a:defRPr sz="1425" b="0">
                <a:solidFill>
                  <a:srgbClr val="FFFFFF"/>
                </a:solidFill>
                <a:latin typeface="Arial"/>
                <a:ea typeface="Arial"/>
                <a:cs typeface="Arial"/>
              </a:defRPr>
            </a:lvl6pPr>
            <a:lvl7pPr algn="ctr">
              <a:defRPr sz="1425" b="0">
                <a:solidFill>
                  <a:srgbClr val="FFFFFF"/>
                </a:solidFill>
                <a:latin typeface="Arial"/>
                <a:ea typeface="Arial"/>
                <a:cs typeface="Arial"/>
              </a:defRPr>
            </a:lvl7pPr>
            <a:lvl8pPr algn="ctr">
              <a:defRPr sz="1425" b="0">
                <a:solidFill>
                  <a:srgbClr val="FFFFFF"/>
                </a:solidFill>
                <a:latin typeface="Arial"/>
                <a:ea typeface="Arial"/>
                <a:cs typeface="Arial"/>
              </a:defRPr>
            </a:lvl8pPr>
            <a:lvl9pPr algn="ctr">
              <a:defRPr sz="1425" b="0">
                <a:solidFill>
                  <a:srgbClr val="FFFFFF"/>
                </a:solidFill>
                <a:latin typeface="Arial"/>
                <a:ea typeface="Arial"/>
                <a:cs typeface="Arial"/>
              </a:defRPr>
            </a:lvl9pPr>
          </a:lstStyle>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Gradual changes</a:t>
            </a:r>
          </a:p>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Uses data up to t + 3 h</a:t>
            </a:r>
          </a:p>
        </p:txBody>
      </p:sp>
      <p:sp>
        <p:nvSpPr>
          <p:cNvPr id="37" name="">
            <a:extLst xmlns:a="http://schemas.openxmlformats.org/drawingml/2006/main">
              <a:ext uri="{FF2B5EF4-FFF2-40B4-BE49-F238E27FC236}">
                <a16:creationId xmlns:a16="http://schemas.microsoft.com/office/drawing/2014/main" id="{BBB3A0CC-806C-4FC8-B51F-E6E758A98F1D}"/>
              </a:ext>
            </a:extLst>
          </p:cNvPr>
          <p:cNvSpPr>
            <a:spLocks xmlns:a="http://schemas.openxmlformats.org/drawingml/2006/main" noGrp="1"/>
          </p:cNvSpPr>
          <p:nvPr/>
        </p:nvSpPr>
        <p:spPr>
          <a:xfrm xmlns:a="http://schemas.openxmlformats.org/drawingml/2006/main">
            <a:off x="6248400" y="3209925"/>
            <a:ext cx="2238375" cy="952500"/>
          </a:xfrm>
          <a:prstGeom xmlns:a="http://schemas.openxmlformats.org/drawingml/2006/main" prst="rect">
            <a:avLst/>
          </a:prstGeom>
          <a:solidFill xmlns:a="http://schemas.openxmlformats.org/drawingml/2006/main">
            <a:srgbClr val="822433"/>
          </a:solidFill>
          <a:ln xmlns:a="http://schemas.openxmlformats.org/drawingml/2006/main" w="12383">
            <a:solidFill>
              <a:srgbClr val="822433"/>
            </a:solidFill>
            <a:prstDash val="solid"/>
          </a:ln>
        </p:spPr>
      </p:sp>
      <p:sp>
        <p:nvSpPr>
          <p:cNvPr id="38" name="">
            <a:extLst xmlns:a="http://schemas.openxmlformats.org/drawingml/2006/main">
              <a:ext uri="{FF2B5EF4-FFF2-40B4-BE49-F238E27FC236}">
                <a16:creationId xmlns:a16="http://schemas.microsoft.com/office/drawing/2014/main" id="{703A9A27-2536-4724-BF2A-6BAC67C509D4}"/>
              </a:ext>
            </a:extLst>
          </p:cNvPr>
          <p:cNvSpPr>
            <a:spLocks xmlns:a="http://schemas.openxmlformats.org/drawingml/2006/main" noGrp="1"/>
          </p:cNvSpPr>
          <p:nvPr/>
        </p:nvSpPr>
        <p:spPr>
          <a:xfrm xmlns:a="http://schemas.openxmlformats.org/drawingml/2006/main">
            <a:off x="6334125" y="3324225"/>
            <a:ext cx="2066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3c  Noise expert</a:t>
            </a:r>
          </a:p>
        </p:txBody>
      </p:sp>
      <p:sp>
        <p:nvSpPr>
          <p:cNvPr id="39" name="">
            <a:extLst xmlns:a="http://schemas.openxmlformats.org/drawingml/2006/main">
              <a:ext uri="{FF2B5EF4-FFF2-40B4-BE49-F238E27FC236}">
                <a16:creationId xmlns:a16="http://schemas.microsoft.com/office/drawing/2014/main" id="{A437E752-F111-435A-97B2-B683C7027743}"/>
              </a:ext>
            </a:extLst>
          </p:cNvPr>
          <p:cNvSpPr>
            <a:spLocks xmlns:a="http://schemas.openxmlformats.org/drawingml/2006/main" noGrp="1"/>
          </p:cNvSpPr>
          <p:nvPr/>
        </p:nvSpPr>
        <p:spPr>
          <a:xfrm xmlns:a="http://schemas.openxmlformats.org/drawingml/2006/main">
            <a:off x="6334125" y="3676650"/>
            <a:ext cx="2066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FFFFFF"/>
                </a:solidFill>
                <a:latin typeface="Arial"/>
                <a:ea typeface="Arial"/>
                <a:cs typeface="Arial"/>
              </a:defRPr>
            </a:defPPr>
            <a:lvl1pPr algn="ctr">
              <a:defRPr sz="1425" b="0">
                <a:solidFill>
                  <a:srgbClr val="FFFFFF"/>
                </a:solidFill>
                <a:latin typeface="Arial"/>
                <a:ea typeface="Arial"/>
                <a:cs typeface="Arial"/>
              </a:defRPr>
            </a:lvl1pPr>
            <a:lvl2pPr algn="ctr">
              <a:defRPr sz="1425" b="0">
                <a:solidFill>
                  <a:srgbClr val="FFFFFF"/>
                </a:solidFill>
                <a:latin typeface="Arial"/>
                <a:ea typeface="Arial"/>
                <a:cs typeface="Arial"/>
              </a:defRPr>
            </a:lvl2pPr>
            <a:lvl3pPr algn="ctr">
              <a:defRPr sz="1425" b="0">
                <a:solidFill>
                  <a:srgbClr val="FFFFFF"/>
                </a:solidFill>
                <a:latin typeface="Arial"/>
                <a:ea typeface="Arial"/>
                <a:cs typeface="Arial"/>
              </a:defRPr>
            </a:lvl3pPr>
            <a:lvl4pPr algn="ctr">
              <a:defRPr sz="1425" b="0">
                <a:solidFill>
                  <a:srgbClr val="FFFFFF"/>
                </a:solidFill>
                <a:latin typeface="Arial"/>
                <a:ea typeface="Arial"/>
                <a:cs typeface="Arial"/>
              </a:defRPr>
            </a:lvl4pPr>
            <a:lvl5pPr algn="ctr">
              <a:defRPr sz="1425" b="0">
                <a:solidFill>
                  <a:srgbClr val="FFFFFF"/>
                </a:solidFill>
                <a:latin typeface="Arial"/>
                <a:ea typeface="Arial"/>
                <a:cs typeface="Arial"/>
              </a:defRPr>
            </a:lvl5pPr>
            <a:lvl6pPr algn="ctr">
              <a:defRPr sz="1425" b="0">
                <a:solidFill>
                  <a:srgbClr val="FFFFFF"/>
                </a:solidFill>
                <a:latin typeface="Arial"/>
                <a:ea typeface="Arial"/>
                <a:cs typeface="Arial"/>
              </a:defRPr>
            </a:lvl6pPr>
            <a:lvl7pPr algn="ctr">
              <a:defRPr sz="1425" b="0">
                <a:solidFill>
                  <a:srgbClr val="FFFFFF"/>
                </a:solidFill>
                <a:latin typeface="Arial"/>
                <a:ea typeface="Arial"/>
                <a:cs typeface="Arial"/>
              </a:defRPr>
            </a:lvl7pPr>
            <a:lvl8pPr algn="ctr">
              <a:defRPr sz="1425" b="0">
                <a:solidFill>
                  <a:srgbClr val="FFFFFF"/>
                </a:solidFill>
                <a:latin typeface="Arial"/>
                <a:ea typeface="Arial"/>
                <a:cs typeface="Arial"/>
              </a:defRPr>
            </a:lvl8pPr>
            <a:lvl9pPr algn="ctr">
              <a:defRPr sz="1425" b="0">
                <a:solidFill>
                  <a:srgbClr val="FFFFFF"/>
                </a:solidFill>
                <a:latin typeface="Arial"/>
                <a:ea typeface="Arial"/>
                <a:cs typeface="Arial"/>
              </a:defRPr>
            </a:lvl9pPr>
          </a:lstStyle>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Unusual variability</a:t>
            </a:r>
          </a:p>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Uses data up to t + 3 h</a:t>
            </a:r>
          </a:p>
        </p:txBody>
      </p:sp>
      <p:cxnSp>
        <p:nvCxnSpPr>
          <p:cNvPr id="40" name="">
            <a:extLst xmlns:a="http://schemas.openxmlformats.org/drawingml/2006/main">
              <a:ext uri="{FF2B5EF4-FFF2-40B4-BE49-F238E27FC236}">
                <a16:creationId xmlns:a16="http://schemas.microsoft.com/office/drawing/2014/main" id="{C16924B2-335D-4C5A-A574-B8836C3FBE74}"/>
              </a:ext>
            </a:extLst>
          </p:cNvPr>
          <p:cNvCxnSpPr/>
          <p:nvPr/>
        </p:nvCxnSpPr>
        <p:spPr>
          <a:xfrm xmlns:a="http://schemas.openxmlformats.org/drawingml/2006/main" flipH="0" flipV="0">
            <a:off x="2319338" y="4162425"/>
            <a:ext cx="0" cy="219075"/>
          </a:xfrm>
          <a:prstGeom xmlns:a="http://schemas.openxmlformats.org/drawingml/2006/main" prst="straightConnector1">
            <a:avLst/>
          </a:prstGeom>
          <a:ln xmlns:a="http://schemas.openxmlformats.org/drawingml/2006/main" w="17145">
            <a:solidFill>
              <a:srgbClr val="822433"/>
            </a:solidFill>
            <a:prstDash val="solid"/>
            <a:tailEnd type="none" w="sm" len="sm"/>
          </a:ln>
        </p:spPr>
      </p:cxnSp>
      <p:cxnSp>
        <p:nvCxnSpPr>
          <p:cNvPr id="41" name="">
            <a:extLst xmlns:a="http://schemas.openxmlformats.org/drawingml/2006/main">
              <a:ext uri="{FF2B5EF4-FFF2-40B4-BE49-F238E27FC236}">
                <a16:creationId xmlns:a16="http://schemas.microsoft.com/office/drawing/2014/main" id="{79884AC4-9219-48F5-ADFC-D775D917FE7A}"/>
              </a:ext>
            </a:extLst>
          </p:cNvPr>
          <p:cNvCxnSpPr/>
          <p:nvPr/>
        </p:nvCxnSpPr>
        <p:spPr>
          <a:xfrm xmlns:a="http://schemas.openxmlformats.org/drawingml/2006/main" flipH="0" flipV="0">
            <a:off x="1381125" y="4381500"/>
            <a:ext cx="938213" cy="0"/>
          </a:xfrm>
          <a:prstGeom xmlns:a="http://schemas.openxmlformats.org/drawingml/2006/main" prst="straightConnector1">
            <a:avLst/>
          </a:prstGeom>
          <a:ln xmlns:a="http://schemas.openxmlformats.org/drawingml/2006/main" w="17145">
            <a:solidFill>
              <a:srgbClr val="822433"/>
            </a:solidFill>
            <a:prstDash val="solid"/>
            <a:tailEnd type="none" w="sm" len="sm"/>
          </a:ln>
        </p:spPr>
      </p:cxnSp>
      <p:cxnSp>
        <p:nvCxnSpPr>
          <p:cNvPr id="42" name="">
            <a:extLst xmlns:a="http://schemas.openxmlformats.org/drawingml/2006/main">
              <a:ext uri="{FF2B5EF4-FFF2-40B4-BE49-F238E27FC236}">
                <a16:creationId xmlns:a16="http://schemas.microsoft.com/office/drawing/2014/main" id="{3E6B8322-47AB-495D-90C6-18869F8F5C6C}"/>
              </a:ext>
            </a:extLst>
          </p:cNvPr>
          <p:cNvCxnSpPr/>
          <p:nvPr/>
        </p:nvCxnSpPr>
        <p:spPr>
          <a:xfrm xmlns:a="http://schemas.openxmlformats.org/drawingml/2006/main" flipH="0" flipV="0">
            <a:off x="1381125" y="4381500"/>
            <a:ext cx="0" cy="1276350"/>
          </a:xfrm>
          <a:prstGeom xmlns:a="http://schemas.openxmlformats.org/drawingml/2006/main" prst="straightConnector1">
            <a:avLst/>
          </a:prstGeom>
          <a:ln xmlns:a="http://schemas.openxmlformats.org/drawingml/2006/main" w="17145">
            <a:solidFill>
              <a:srgbClr val="822433"/>
            </a:solidFill>
            <a:prstDash val="solid"/>
            <a:tailEnd type="triangle" w="sm" len="sm"/>
          </a:ln>
        </p:spPr>
      </p:cxnSp>
      <p:sp>
        <p:nvSpPr>
          <p:cNvPr id="43" name="">
            <a:extLst xmlns:a="http://schemas.openxmlformats.org/drawingml/2006/main">
              <a:ext uri="{FF2B5EF4-FFF2-40B4-BE49-F238E27FC236}">
                <a16:creationId xmlns:a16="http://schemas.microsoft.com/office/drawing/2014/main" id="{FE8B7D29-A174-407A-9B1D-594E603F0525}"/>
              </a:ext>
            </a:extLst>
          </p:cNvPr>
          <p:cNvSpPr>
            <a:spLocks xmlns:a="http://schemas.openxmlformats.org/drawingml/2006/main" noGrp="1"/>
          </p:cNvSpPr>
          <p:nvPr/>
        </p:nvSpPr>
        <p:spPr>
          <a:xfrm xmlns:a="http://schemas.openxmlformats.org/drawingml/2006/main">
            <a:off x="1581150" y="46767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822433"/>
                </a:solidFill>
                <a:latin typeface="Arial"/>
                <a:ea typeface="Arial"/>
                <a:cs typeface="Arial"/>
              </a:defRPr>
            </a:defPPr>
            <a:lvl1pPr algn="l">
              <a:defRPr sz="1725" b="1">
                <a:solidFill>
                  <a:srgbClr val="822433"/>
                </a:solidFill>
                <a:latin typeface="Arial"/>
                <a:ea typeface="Arial"/>
                <a:cs typeface="Arial"/>
              </a:defRPr>
            </a:lvl1pPr>
            <a:lvl2pPr algn="l">
              <a:defRPr sz="1725" b="1">
                <a:solidFill>
                  <a:srgbClr val="822433"/>
                </a:solidFill>
                <a:latin typeface="Arial"/>
                <a:ea typeface="Arial"/>
                <a:cs typeface="Arial"/>
              </a:defRPr>
            </a:lvl2pPr>
            <a:lvl3pPr algn="l">
              <a:defRPr sz="1725" b="1">
                <a:solidFill>
                  <a:srgbClr val="822433"/>
                </a:solidFill>
                <a:latin typeface="Arial"/>
                <a:ea typeface="Arial"/>
                <a:cs typeface="Arial"/>
              </a:defRPr>
            </a:lvl3pPr>
            <a:lvl4pPr algn="l">
              <a:defRPr sz="1725" b="1">
                <a:solidFill>
                  <a:srgbClr val="822433"/>
                </a:solidFill>
                <a:latin typeface="Arial"/>
                <a:ea typeface="Arial"/>
                <a:cs typeface="Arial"/>
              </a:defRPr>
            </a:lvl4pPr>
            <a:lvl5pPr algn="l">
              <a:defRPr sz="1725" b="1">
                <a:solidFill>
                  <a:srgbClr val="822433"/>
                </a:solidFill>
                <a:latin typeface="Arial"/>
                <a:ea typeface="Arial"/>
                <a:cs typeface="Arial"/>
              </a:defRPr>
            </a:lvl5pPr>
            <a:lvl6pPr algn="l">
              <a:defRPr sz="1725" b="1">
                <a:solidFill>
                  <a:srgbClr val="822433"/>
                </a:solidFill>
                <a:latin typeface="Arial"/>
                <a:ea typeface="Arial"/>
                <a:cs typeface="Arial"/>
              </a:defRPr>
            </a:lvl6pPr>
            <a:lvl7pPr algn="l">
              <a:defRPr sz="1725" b="1">
                <a:solidFill>
                  <a:srgbClr val="822433"/>
                </a:solidFill>
                <a:latin typeface="Arial"/>
                <a:ea typeface="Arial"/>
                <a:cs typeface="Arial"/>
              </a:defRPr>
            </a:lvl7pPr>
            <a:lvl8pPr algn="l">
              <a:defRPr sz="1725" b="1">
                <a:solidFill>
                  <a:srgbClr val="822433"/>
                </a:solidFill>
                <a:latin typeface="Arial"/>
                <a:ea typeface="Arial"/>
                <a:cs typeface="Arial"/>
              </a:defRPr>
            </a:lvl8pPr>
            <a:lvl9pPr algn="l">
              <a:defRPr sz="1725" b="1">
                <a:solidFill>
                  <a:srgbClr val="822433"/>
                </a:solidFill>
                <a:latin typeface="Arial"/>
                <a:ea typeface="Arial"/>
                <a:cs typeface="Arial"/>
              </a:defRPr>
            </a:lvl9pPr>
          </a:lstStyle>
          <a:p xmlns:a="http://schemas.openxmlformats.org/drawingml/2006/main">
            <a:pPr algn="l">
              <a:defRPr sz="1725" b="1">
                <a:solidFill>
                  <a:srgbClr val="822433"/>
                </a:solidFill>
                <a:latin typeface="Arial"/>
                <a:ea typeface="Arial"/>
                <a:cs typeface="Arial"/>
              </a:defRPr>
            </a:pPr>
            <a:r>
              <a:rPr sz="1725" b="1">
                <a:solidFill>
                  <a:srgbClr val="822433"/>
                </a:solidFill>
                <a:latin typeface="Arial"/>
                <a:ea typeface="Arial"/>
                <a:cs typeface="Arial"/>
              </a:rPr>
              <a:t>General alarm</a:t>
            </a:r>
          </a:p>
          <a:p xmlns:a="http://schemas.openxmlformats.org/drawingml/2006/main">
            <a:pPr algn="l">
              <a:defRPr sz="1725" b="1">
                <a:solidFill>
                  <a:srgbClr val="822433"/>
                </a:solidFill>
                <a:latin typeface="Arial"/>
                <a:ea typeface="Arial"/>
                <a:cs typeface="Arial"/>
              </a:defRPr>
            </a:pPr>
            <a:r>
              <a:rPr sz="1725" b="1">
                <a:solidFill>
                  <a:srgbClr val="822433"/>
                </a:solidFill>
                <a:latin typeface="Arial"/>
                <a:ea typeface="Arial"/>
                <a:cs typeface="Arial"/>
              </a:rPr>
              <a:t>passes directly</a:t>
            </a:r>
          </a:p>
        </p:txBody>
      </p:sp>
      <p:cxnSp>
        <p:nvCxnSpPr>
          <p:cNvPr id="44" name="">
            <a:extLst xmlns:a="http://schemas.openxmlformats.org/drawingml/2006/main">
              <a:ext uri="{FF2B5EF4-FFF2-40B4-BE49-F238E27FC236}">
                <a16:creationId xmlns:a16="http://schemas.microsoft.com/office/drawing/2014/main" id="{C73E8F14-FAB4-4B8E-AF7C-14159F9D2BA3}"/>
              </a:ext>
            </a:extLst>
          </p:cNvPr>
          <p:cNvCxnSpPr/>
          <p:nvPr/>
        </p:nvCxnSpPr>
        <p:spPr>
          <a:xfrm xmlns:a="http://schemas.openxmlformats.org/drawingml/2006/main" flipH="0" flipV="0">
            <a:off x="4843463" y="4162425"/>
            <a:ext cx="0" cy="180975"/>
          </a:xfrm>
          <a:prstGeom xmlns:a="http://schemas.openxmlformats.org/drawingml/2006/main" prst="straightConnector1">
            <a:avLst/>
          </a:prstGeom>
          <a:ln xmlns:a="http://schemas.openxmlformats.org/drawingml/2006/main" w="17145">
            <a:solidFill>
              <a:srgbClr val="822433"/>
            </a:solidFill>
            <a:prstDash val="solid"/>
            <a:tailEnd type="none" w="sm" len="sm"/>
          </a:ln>
        </p:spPr>
      </p:cxnSp>
      <p:cxnSp>
        <p:nvCxnSpPr>
          <p:cNvPr id="45" name="">
            <a:extLst xmlns:a="http://schemas.openxmlformats.org/drawingml/2006/main">
              <a:ext uri="{FF2B5EF4-FFF2-40B4-BE49-F238E27FC236}">
                <a16:creationId xmlns:a16="http://schemas.microsoft.com/office/drawing/2014/main" id="{1C847598-5DB2-4323-B68D-C23D937EA806}"/>
              </a:ext>
            </a:extLst>
          </p:cNvPr>
          <p:cNvCxnSpPr/>
          <p:nvPr/>
        </p:nvCxnSpPr>
        <p:spPr>
          <a:xfrm xmlns:a="http://schemas.openxmlformats.org/drawingml/2006/main" flipH="0" flipV="0">
            <a:off x="7367588" y="4162425"/>
            <a:ext cx="0" cy="180975"/>
          </a:xfrm>
          <a:prstGeom xmlns:a="http://schemas.openxmlformats.org/drawingml/2006/main" prst="straightConnector1">
            <a:avLst/>
          </a:prstGeom>
          <a:ln xmlns:a="http://schemas.openxmlformats.org/drawingml/2006/main" w="17145">
            <a:solidFill>
              <a:srgbClr val="822433"/>
            </a:solidFill>
            <a:prstDash val="solid"/>
            <a:tailEnd type="none" w="sm" len="sm"/>
          </a:ln>
        </p:spPr>
      </p:cxnSp>
      <p:cxnSp>
        <p:nvCxnSpPr>
          <p:cNvPr id="46" name="">
            <a:extLst xmlns:a="http://schemas.openxmlformats.org/drawingml/2006/main">
              <a:ext uri="{FF2B5EF4-FFF2-40B4-BE49-F238E27FC236}">
                <a16:creationId xmlns:a16="http://schemas.microsoft.com/office/drawing/2014/main" id="{B0D34A23-2F43-452A-AABC-501C3FC5C0AF}"/>
              </a:ext>
            </a:extLst>
          </p:cNvPr>
          <p:cNvCxnSpPr/>
          <p:nvPr/>
        </p:nvCxnSpPr>
        <p:spPr>
          <a:xfrm xmlns:a="http://schemas.openxmlformats.org/drawingml/2006/main" flipH="0" flipV="0">
            <a:off x="4843463" y="4343400"/>
            <a:ext cx="2524125" cy="0"/>
          </a:xfrm>
          <a:prstGeom xmlns:a="http://schemas.openxmlformats.org/drawingml/2006/main" prst="straightConnector1">
            <a:avLst/>
          </a:prstGeom>
          <a:ln xmlns:a="http://schemas.openxmlformats.org/drawingml/2006/main" w="17145">
            <a:solidFill>
              <a:srgbClr val="822433"/>
            </a:solidFill>
            <a:prstDash val="solid"/>
            <a:tailEnd type="none" w="sm" len="sm"/>
          </a:ln>
        </p:spPr>
      </p:cxnSp>
      <p:cxnSp>
        <p:nvCxnSpPr>
          <p:cNvPr id="47" name="">
            <a:extLst xmlns:a="http://schemas.openxmlformats.org/drawingml/2006/main">
              <a:ext uri="{FF2B5EF4-FFF2-40B4-BE49-F238E27FC236}">
                <a16:creationId xmlns:a16="http://schemas.microsoft.com/office/drawing/2014/main" id="{8FA6103C-DF6F-46A7-8BA3-BC7BCA20F3BA}"/>
              </a:ext>
            </a:extLst>
          </p:cNvPr>
          <p:cNvCxnSpPr/>
          <p:nvPr/>
        </p:nvCxnSpPr>
        <p:spPr>
          <a:xfrm xmlns:a="http://schemas.openxmlformats.org/drawingml/2006/main" flipH="0" flipV="0">
            <a:off x="6105525" y="4343400"/>
            <a:ext cx="0" cy="190500"/>
          </a:xfrm>
          <a:prstGeom xmlns:a="http://schemas.openxmlformats.org/drawingml/2006/main" prst="straightConnector1">
            <a:avLst/>
          </a:prstGeom>
          <a:ln xmlns:a="http://schemas.openxmlformats.org/drawingml/2006/main" w="17145">
            <a:solidFill>
              <a:srgbClr val="822433"/>
            </a:solidFill>
            <a:prstDash val="solid"/>
            <a:tailEnd type="triangle" w="sm" len="sm"/>
          </a:ln>
        </p:spPr>
      </p:cxnSp>
      <p:sp>
        <p:nvSpPr>
          <p:cNvPr id="48" name="">
            <a:extLst xmlns:a="http://schemas.openxmlformats.org/drawingml/2006/main">
              <a:ext uri="{FF2B5EF4-FFF2-40B4-BE49-F238E27FC236}">
                <a16:creationId xmlns:a16="http://schemas.microsoft.com/office/drawing/2014/main" id="{F971048E-F9B5-475A-98B9-CF00E9B57CAE}"/>
              </a:ext>
            </a:extLst>
          </p:cNvPr>
          <p:cNvSpPr>
            <a:spLocks xmlns:a="http://schemas.openxmlformats.org/drawingml/2006/main" noGrp="1"/>
          </p:cNvSpPr>
          <p:nvPr/>
        </p:nvSpPr>
        <p:spPr>
          <a:xfrm xmlns:a="http://schemas.openxmlformats.org/drawingml/2006/main">
            <a:off x="3724275" y="4533900"/>
            <a:ext cx="4762500" cy="885825"/>
          </a:xfrm>
          <a:prstGeom xmlns:a="http://schemas.openxmlformats.org/drawingml/2006/main" prst="rect">
            <a:avLst/>
          </a:prstGeom>
          <a:solidFill xmlns:a="http://schemas.openxmlformats.org/drawingml/2006/main">
            <a:srgbClr val="F4F4F4"/>
          </a:solidFill>
          <a:ln xmlns:a="http://schemas.openxmlformats.org/drawingml/2006/main" w="12383">
            <a:solidFill>
              <a:srgbClr val="822433"/>
            </a:solidFill>
            <a:prstDash val="solid"/>
          </a:ln>
        </p:spPr>
      </p:sp>
      <p:sp>
        <p:nvSpPr>
          <p:cNvPr id="49" name="">
            <a:extLst xmlns:a="http://schemas.openxmlformats.org/drawingml/2006/main">
              <a:ext uri="{FF2B5EF4-FFF2-40B4-BE49-F238E27FC236}">
                <a16:creationId xmlns:a16="http://schemas.microsoft.com/office/drawing/2014/main" id="{31648197-36BB-4048-A744-73FBED3CCB26}"/>
              </a:ext>
            </a:extLst>
          </p:cNvPr>
          <p:cNvSpPr>
            <a:spLocks xmlns:a="http://schemas.openxmlformats.org/drawingml/2006/main" noGrp="1"/>
          </p:cNvSpPr>
          <p:nvPr/>
        </p:nvSpPr>
        <p:spPr>
          <a:xfrm xmlns:a="http://schemas.openxmlformats.org/drawingml/2006/main">
            <a:off x="3819525" y="461962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822433"/>
                </a:solidFill>
                <a:latin typeface="Arial"/>
                <a:ea typeface="Arial"/>
                <a:cs typeface="Arial"/>
              </a:defRPr>
            </a:defPPr>
            <a:lvl1pPr algn="ctr">
              <a:defRPr sz="1650" b="1">
                <a:solidFill>
                  <a:srgbClr val="822433"/>
                </a:solidFill>
                <a:latin typeface="Arial"/>
                <a:ea typeface="Arial"/>
                <a:cs typeface="Arial"/>
              </a:defRPr>
            </a:lvl1pPr>
            <a:lvl2pPr algn="ctr">
              <a:defRPr sz="1650" b="1">
                <a:solidFill>
                  <a:srgbClr val="822433"/>
                </a:solidFill>
                <a:latin typeface="Arial"/>
                <a:ea typeface="Arial"/>
                <a:cs typeface="Arial"/>
              </a:defRPr>
            </a:lvl2pPr>
            <a:lvl3pPr algn="ctr">
              <a:defRPr sz="1650" b="1">
                <a:solidFill>
                  <a:srgbClr val="822433"/>
                </a:solidFill>
                <a:latin typeface="Arial"/>
                <a:ea typeface="Arial"/>
                <a:cs typeface="Arial"/>
              </a:defRPr>
            </a:lvl3pPr>
            <a:lvl4pPr algn="ctr">
              <a:defRPr sz="1650" b="1">
                <a:solidFill>
                  <a:srgbClr val="822433"/>
                </a:solidFill>
                <a:latin typeface="Arial"/>
                <a:ea typeface="Arial"/>
                <a:cs typeface="Arial"/>
              </a:defRPr>
            </a:lvl4pPr>
            <a:lvl5pPr algn="ctr">
              <a:defRPr sz="1650" b="1">
                <a:solidFill>
                  <a:srgbClr val="822433"/>
                </a:solidFill>
                <a:latin typeface="Arial"/>
                <a:ea typeface="Arial"/>
                <a:cs typeface="Arial"/>
              </a:defRPr>
            </a:lvl5pPr>
            <a:lvl6pPr algn="ctr">
              <a:defRPr sz="1650" b="1">
                <a:solidFill>
                  <a:srgbClr val="822433"/>
                </a:solidFill>
                <a:latin typeface="Arial"/>
                <a:ea typeface="Arial"/>
                <a:cs typeface="Arial"/>
              </a:defRPr>
            </a:lvl6pPr>
            <a:lvl7pPr algn="ctr">
              <a:defRPr sz="1650" b="1">
                <a:solidFill>
                  <a:srgbClr val="822433"/>
                </a:solidFill>
                <a:latin typeface="Arial"/>
                <a:ea typeface="Arial"/>
                <a:cs typeface="Arial"/>
              </a:defRPr>
            </a:lvl7pPr>
            <a:lvl8pPr algn="ctr">
              <a:defRPr sz="1650" b="1">
                <a:solidFill>
                  <a:srgbClr val="822433"/>
                </a:solidFill>
                <a:latin typeface="Arial"/>
                <a:ea typeface="Arial"/>
                <a:cs typeface="Arial"/>
              </a:defRPr>
            </a:lvl8pPr>
            <a:lvl9pPr algn="ctr">
              <a:defRPr sz="1650" b="1">
                <a:solidFill>
                  <a:srgbClr val="822433"/>
                </a:solidFill>
                <a:latin typeface="Arial"/>
                <a:ea typeface="Arial"/>
                <a:cs typeface="Arial"/>
              </a:defRPr>
            </a:lvl9pPr>
          </a:lstStyle>
          <a:p xmlns:a="http://schemas.openxmlformats.org/drawingml/2006/main">
            <a:pPr algn="ctr">
              <a:defRPr sz="1650" b="1">
                <a:solidFill>
                  <a:srgbClr val="822433"/>
                </a:solidFill>
                <a:latin typeface="Arial"/>
                <a:ea typeface="Arial"/>
                <a:cs typeface="Arial"/>
              </a:defRPr>
            </a:pPr>
            <a:r>
              <a:rPr sz="1650" b="1">
                <a:solidFill>
                  <a:srgbClr val="822433"/>
                </a:solidFill>
                <a:latin typeface="Arial"/>
                <a:ea typeface="Arial"/>
                <a:cs typeface="Arial"/>
              </a:rPr>
              <a:t>4  Checks on Drift / Noise alarm proposals</a:t>
            </a:r>
          </a:p>
        </p:txBody>
      </p:sp>
      <p:sp>
        <p:nvSpPr>
          <p:cNvPr id="50" name="">
            <a:extLst xmlns:a="http://schemas.openxmlformats.org/drawingml/2006/main">
              <a:ext uri="{FF2B5EF4-FFF2-40B4-BE49-F238E27FC236}">
                <a16:creationId xmlns:a16="http://schemas.microsoft.com/office/drawing/2014/main" id="{A47EEC84-4154-4621-AB5C-B5032DB89A3C}"/>
              </a:ext>
            </a:extLst>
          </p:cNvPr>
          <p:cNvSpPr>
            <a:spLocks xmlns:a="http://schemas.openxmlformats.org/drawingml/2006/main" noGrp="1"/>
          </p:cNvSpPr>
          <p:nvPr/>
        </p:nvSpPr>
        <p:spPr>
          <a:xfrm xmlns:a="http://schemas.openxmlformats.org/drawingml/2006/main">
            <a:off x="3819525" y="4924425"/>
            <a:ext cx="457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202020"/>
                </a:solidFill>
                <a:latin typeface="Arial"/>
                <a:ea typeface="Arial"/>
                <a:cs typeface="Arial"/>
              </a:defRPr>
            </a:defPPr>
            <a:lvl1pPr algn="ctr">
              <a:defRPr sz="1575" b="0">
                <a:solidFill>
                  <a:srgbClr val="202020"/>
                </a:solidFill>
                <a:latin typeface="Arial"/>
                <a:ea typeface="Arial"/>
                <a:cs typeface="Arial"/>
              </a:defRPr>
            </a:lvl1pPr>
            <a:lvl2pPr algn="ctr">
              <a:defRPr sz="1575" b="0">
                <a:solidFill>
                  <a:srgbClr val="202020"/>
                </a:solidFill>
                <a:latin typeface="Arial"/>
                <a:ea typeface="Arial"/>
                <a:cs typeface="Arial"/>
              </a:defRPr>
            </a:lvl2pPr>
            <a:lvl3pPr algn="ctr">
              <a:defRPr sz="1575" b="0">
                <a:solidFill>
                  <a:srgbClr val="202020"/>
                </a:solidFill>
                <a:latin typeface="Arial"/>
                <a:ea typeface="Arial"/>
                <a:cs typeface="Arial"/>
              </a:defRPr>
            </a:lvl3pPr>
            <a:lvl4pPr algn="ctr">
              <a:defRPr sz="1575" b="0">
                <a:solidFill>
                  <a:srgbClr val="202020"/>
                </a:solidFill>
                <a:latin typeface="Arial"/>
                <a:ea typeface="Arial"/>
                <a:cs typeface="Arial"/>
              </a:defRPr>
            </a:lvl4pPr>
            <a:lvl5pPr algn="ctr">
              <a:defRPr sz="1575" b="0">
                <a:solidFill>
                  <a:srgbClr val="202020"/>
                </a:solidFill>
                <a:latin typeface="Arial"/>
                <a:ea typeface="Arial"/>
                <a:cs typeface="Arial"/>
              </a:defRPr>
            </a:lvl5pPr>
            <a:lvl6pPr algn="ctr">
              <a:defRPr sz="1575" b="0">
                <a:solidFill>
                  <a:srgbClr val="202020"/>
                </a:solidFill>
                <a:latin typeface="Arial"/>
                <a:ea typeface="Arial"/>
                <a:cs typeface="Arial"/>
              </a:defRPr>
            </a:lvl6pPr>
            <a:lvl7pPr algn="ctr">
              <a:defRPr sz="1575" b="0">
                <a:solidFill>
                  <a:srgbClr val="202020"/>
                </a:solidFill>
                <a:latin typeface="Arial"/>
                <a:ea typeface="Arial"/>
                <a:cs typeface="Arial"/>
              </a:defRPr>
            </a:lvl7pPr>
            <a:lvl8pPr algn="ctr">
              <a:defRPr sz="1575" b="0">
                <a:solidFill>
                  <a:srgbClr val="202020"/>
                </a:solidFill>
                <a:latin typeface="Arial"/>
                <a:ea typeface="Arial"/>
                <a:cs typeface="Arial"/>
              </a:defRPr>
            </a:lvl8pPr>
            <a:lvl9pPr algn="ctr">
              <a:defRPr sz="1575" b="0">
                <a:solidFill>
                  <a:srgbClr val="202020"/>
                </a:solidFill>
                <a:latin typeface="Arial"/>
                <a:ea typeface="Arial"/>
                <a:cs typeface="Arial"/>
              </a:defRPr>
            </a:lvl9pPr>
          </a:lstStyle>
          <a:p xmlns:a="http://schemas.openxmlformats.org/drawingml/2006/main">
            <a:pPr algn="ctr">
              <a:defRPr sz="1575" b="0">
                <a:solidFill>
                  <a:srgbClr val="202020"/>
                </a:solidFill>
                <a:latin typeface="Arial"/>
                <a:ea typeface="Arial"/>
                <a:cs typeface="Arial"/>
              </a:defRPr>
            </a:pPr>
            <a:r>
              <a:rPr sz="1575" b="0">
                <a:solidFill>
                  <a:srgbClr val="202020"/>
                </a:solidFill>
                <a:latin typeface="Arial"/>
                <a:ea typeface="Arial"/>
                <a:cs typeface="Arial"/>
              </a:rPr>
              <a:t>Routing + local feedback + verification</a:t>
            </a:r>
          </a:p>
        </p:txBody>
      </p:sp>
      <p:sp>
        <p:nvSpPr>
          <p:cNvPr id="51" name="">
            <a:extLst xmlns:a="http://schemas.openxmlformats.org/drawingml/2006/main">
              <a:ext uri="{FF2B5EF4-FFF2-40B4-BE49-F238E27FC236}">
                <a16:creationId xmlns:a16="http://schemas.microsoft.com/office/drawing/2014/main" id="{DBD4B913-A777-4EAC-8C57-89AF2EF4DA86}"/>
              </a:ext>
            </a:extLst>
          </p:cNvPr>
          <p:cNvSpPr>
            <a:spLocks xmlns:a="http://schemas.openxmlformats.org/drawingml/2006/main" noGrp="1"/>
          </p:cNvSpPr>
          <p:nvPr/>
        </p:nvSpPr>
        <p:spPr>
          <a:xfrm xmlns:a="http://schemas.openxmlformats.org/drawingml/2006/main">
            <a:off x="3819525" y="5200650"/>
            <a:ext cx="457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202020"/>
                </a:solidFill>
                <a:latin typeface="Arial"/>
                <a:ea typeface="Arial"/>
                <a:cs typeface="Arial"/>
              </a:defRPr>
            </a:defPPr>
            <a:lvl1pPr algn="ctr">
              <a:defRPr sz="1425" b="0">
                <a:solidFill>
                  <a:srgbClr val="202020"/>
                </a:solidFill>
                <a:latin typeface="Arial"/>
                <a:ea typeface="Arial"/>
                <a:cs typeface="Arial"/>
              </a:defRPr>
            </a:lvl1pPr>
            <a:lvl2pPr algn="ctr">
              <a:defRPr sz="1425" b="0">
                <a:solidFill>
                  <a:srgbClr val="202020"/>
                </a:solidFill>
                <a:latin typeface="Arial"/>
                <a:ea typeface="Arial"/>
                <a:cs typeface="Arial"/>
              </a:defRPr>
            </a:lvl2pPr>
            <a:lvl3pPr algn="ctr">
              <a:defRPr sz="1425" b="0">
                <a:solidFill>
                  <a:srgbClr val="202020"/>
                </a:solidFill>
                <a:latin typeface="Arial"/>
                <a:ea typeface="Arial"/>
                <a:cs typeface="Arial"/>
              </a:defRPr>
            </a:lvl3pPr>
            <a:lvl4pPr algn="ctr">
              <a:defRPr sz="1425" b="0">
                <a:solidFill>
                  <a:srgbClr val="202020"/>
                </a:solidFill>
                <a:latin typeface="Arial"/>
                <a:ea typeface="Arial"/>
                <a:cs typeface="Arial"/>
              </a:defRPr>
            </a:lvl4pPr>
            <a:lvl5pPr algn="ctr">
              <a:defRPr sz="1425" b="0">
                <a:solidFill>
                  <a:srgbClr val="202020"/>
                </a:solidFill>
                <a:latin typeface="Arial"/>
                <a:ea typeface="Arial"/>
                <a:cs typeface="Arial"/>
              </a:defRPr>
            </a:lvl5pPr>
            <a:lvl6pPr algn="ctr">
              <a:defRPr sz="1425" b="0">
                <a:solidFill>
                  <a:srgbClr val="202020"/>
                </a:solidFill>
                <a:latin typeface="Arial"/>
                <a:ea typeface="Arial"/>
                <a:cs typeface="Arial"/>
              </a:defRPr>
            </a:lvl6pPr>
            <a:lvl7pPr algn="ctr">
              <a:defRPr sz="1425" b="0">
                <a:solidFill>
                  <a:srgbClr val="202020"/>
                </a:solidFill>
                <a:latin typeface="Arial"/>
                <a:ea typeface="Arial"/>
                <a:cs typeface="Arial"/>
              </a:defRPr>
            </a:lvl7pPr>
            <a:lvl8pPr algn="ctr">
              <a:defRPr sz="1425" b="0">
                <a:solidFill>
                  <a:srgbClr val="202020"/>
                </a:solidFill>
                <a:latin typeface="Arial"/>
                <a:ea typeface="Arial"/>
                <a:cs typeface="Arial"/>
              </a:defRPr>
            </a:lvl8pPr>
            <a:lvl9pPr algn="ctr">
              <a:defRPr sz="1425" b="0">
                <a:solidFill>
                  <a:srgbClr val="202020"/>
                </a:solidFill>
                <a:latin typeface="Arial"/>
                <a:ea typeface="Arial"/>
                <a:cs typeface="Arial"/>
              </a:defRPr>
            </a:lvl9pPr>
          </a:lstStyle>
          <a:p xmlns:a="http://schemas.openxmlformats.org/drawingml/2006/main">
            <a:pPr algn="ctr">
              <a:defRPr sz="1425" b="0">
                <a:solidFill>
                  <a:srgbClr val="202020"/>
                </a:solidFill>
                <a:latin typeface="Arial"/>
                <a:ea typeface="Arial"/>
                <a:cs typeface="Arial"/>
              </a:defRPr>
            </a:pPr>
            <a:r>
              <a:rPr sz="1425" b="0">
                <a:solidFill>
                  <a:srgbClr val="202020"/>
                </a:solidFill>
                <a:latin typeface="Arial"/>
                <a:ea typeface="Arial"/>
                <a:cs typeface="Arial"/>
              </a:rPr>
              <a:t>Accept supported additions, reject the rest</a:t>
            </a:r>
          </a:p>
        </p:txBody>
      </p:sp>
      <p:cxnSp>
        <p:nvCxnSpPr>
          <p:cNvPr id="52" name="">
            <a:extLst xmlns:a="http://schemas.openxmlformats.org/drawingml/2006/main">
              <a:ext uri="{FF2B5EF4-FFF2-40B4-BE49-F238E27FC236}">
                <a16:creationId xmlns:a16="http://schemas.microsoft.com/office/drawing/2014/main" id="{2B73EA0B-EA54-44BB-B631-7B50F2EF97BE}"/>
              </a:ext>
            </a:extLst>
          </p:cNvPr>
          <p:cNvCxnSpPr/>
          <p:nvPr/>
        </p:nvCxnSpPr>
        <p:spPr>
          <a:xfrm xmlns:a="http://schemas.openxmlformats.org/drawingml/2006/main" flipH="0" flipV="0">
            <a:off x="6105525" y="5419725"/>
            <a:ext cx="0" cy="238125"/>
          </a:xfrm>
          <a:prstGeom xmlns:a="http://schemas.openxmlformats.org/drawingml/2006/main" prst="straightConnector1">
            <a:avLst/>
          </a:prstGeom>
          <a:ln xmlns:a="http://schemas.openxmlformats.org/drawingml/2006/main" w="17145">
            <a:solidFill>
              <a:srgbClr val="822433"/>
            </a:solidFill>
            <a:prstDash val="solid"/>
            <a:tailEnd type="triangle" w="sm" len="sm"/>
          </a:ln>
        </p:spPr>
      </p:cxnSp>
      <p:sp>
        <p:nvSpPr>
          <p:cNvPr id="53" name="">
            <a:extLst xmlns:a="http://schemas.openxmlformats.org/drawingml/2006/main">
              <a:ext uri="{FF2B5EF4-FFF2-40B4-BE49-F238E27FC236}">
                <a16:creationId xmlns:a16="http://schemas.microsoft.com/office/drawing/2014/main" id="{14945E7C-DBC7-46A7-ABDF-5C900E08A504}"/>
              </a:ext>
            </a:extLst>
          </p:cNvPr>
          <p:cNvSpPr>
            <a:spLocks xmlns:a="http://schemas.openxmlformats.org/drawingml/2006/main" noGrp="1"/>
          </p:cNvSpPr>
          <p:nvPr/>
        </p:nvSpPr>
        <p:spPr>
          <a:xfrm xmlns:a="http://schemas.openxmlformats.org/drawingml/2006/main">
            <a:off x="1200150" y="5657850"/>
            <a:ext cx="7286625" cy="552450"/>
          </a:xfrm>
          <a:prstGeom xmlns:a="http://schemas.openxmlformats.org/drawingml/2006/main" prst="rect">
            <a:avLst/>
          </a:prstGeom>
          <a:solidFill xmlns:a="http://schemas.openxmlformats.org/drawingml/2006/main">
            <a:srgbClr val="FFFFFF"/>
          </a:solidFill>
          <a:ln xmlns:a="http://schemas.openxmlformats.org/drawingml/2006/main" w="12383">
            <a:solidFill>
              <a:srgbClr val="822433"/>
            </a:solidFill>
            <a:prstDash val="solid"/>
          </a:ln>
        </p:spPr>
      </p:sp>
      <p:sp>
        <p:nvSpPr>
          <p:cNvPr id="54" name="">
            <a:extLst xmlns:a="http://schemas.openxmlformats.org/drawingml/2006/main">
              <a:ext uri="{FF2B5EF4-FFF2-40B4-BE49-F238E27FC236}">
                <a16:creationId xmlns:a16="http://schemas.microsoft.com/office/drawing/2014/main" id="{9E55679A-E713-4EEF-93A7-FF44EABA4CF3}"/>
              </a:ext>
            </a:extLst>
          </p:cNvPr>
          <p:cNvSpPr>
            <a:spLocks xmlns:a="http://schemas.openxmlformats.org/drawingml/2006/main" noGrp="1"/>
          </p:cNvSpPr>
          <p:nvPr/>
        </p:nvSpPr>
        <p:spPr>
          <a:xfrm xmlns:a="http://schemas.openxmlformats.org/drawingml/2006/main">
            <a:off x="1295400" y="5734050"/>
            <a:ext cx="7096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822433"/>
                </a:solidFill>
                <a:latin typeface="Arial"/>
                <a:ea typeface="Arial"/>
                <a:cs typeface="Arial"/>
              </a:defRPr>
            </a:defPPr>
            <a:lvl1pPr algn="ctr">
              <a:defRPr sz="1650" b="1">
                <a:solidFill>
                  <a:srgbClr val="822433"/>
                </a:solidFill>
                <a:latin typeface="Arial"/>
                <a:ea typeface="Arial"/>
                <a:cs typeface="Arial"/>
              </a:defRPr>
            </a:lvl1pPr>
            <a:lvl2pPr algn="ctr">
              <a:defRPr sz="1650" b="1">
                <a:solidFill>
                  <a:srgbClr val="822433"/>
                </a:solidFill>
                <a:latin typeface="Arial"/>
                <a:ea typeface="Arial"/>
                <a:cs typeface="Arial"/>
              </a:defRPr>
            </a:lvl2pPr>
            <a:lvl3pPr algn="ctr">
              <a:defRPr sz="1650" b="1">
                <a:solidFill>
                  <a:srgbClr val="822433"/>
                </a:solidFill>
                <a:latin typeface="Arial"/>
                <a:ea typeface="Arial"/>
                <a:cs typeface="Arial"/>
              </a:defRPr>
            </a:lvl3pPr>
            <a:lvl4pPr algn="ctr">
              <a:defRPr sz="1650" b="1">
                <a:solidFill>
                  <a:srgbClr val="822433"/>
                </a:solidFill>
                <a:latin typeface="Arial"/>
                <a:ea typeface="Arial"/>
                <a:cs typeface="Arial"/>
              </a:defRPr>
            </a:lvl4pPr>
            <a:lvl5pPr algn="ctr">
              <a:defRPr sz="1650" b="1">
                <a:solidFill>
                  <a:srgbClr val="822433"/>
                </a:solidFill>
                <a:latin typeface="Arial"/>
                <a:ea typeface="Arial"/>
                <a:cs typeface="Arial"/>
              </a:defRPr>
            </a:lvl5pPr>
            <a:lvl6pPr algn="ctr">
              <a:defRPr sz="1650" b="1">
                <a:solidFill>
                  <a:srgbClr val="822433"/>
                </a:solidFill>
                <a:latin typeface="Arial"/>
                <a:ea typeface="Arial"/>
                <a:cs typeface="Arial"/>
              </a:defRPr>
            </a:lvl6pPr>
            <a:lvl7pPr algn="ctr">
              <a:defRPr sz="1650" b="1">
                <a:solidFill>
                  <a:srgbClr val="822433"/>
                </a:solidFill>
                <a:latin typeface="Arial"/>
                <a:ea typeface="Arial"/>
                <a:cs typeface="Arial"/>
              </a:defRPr>
            </a:lvl7pPr>
            <a:lvl8pPr algn="ctr">
              <a:defRPr sz="1650" b="1">
                <a:solidFill>
                  <a:srgbClr val="822433"/>
                </a:solidFill>
                <a:latin typeface="Arial"/>
                <a:ea typeface="Arial"/>
                <a:cs typeface="Arial"/>
              </a:defRPr>
            </a:lvl8pPr>
            <a:lvl9pPr algn="ctr">
              <a:defRPr sz="1650" b="1">
                <a:solidFill>
                  <a:srgbClr val="822433"/>
                </a:solidFill>
                <a:latin typeface="Arial"/>
                <a:ea typeface="Arial"/>
                <a:cs typeface="Arial"/>
              </a:defRPr>
            </a:lvl9pPr>
          </a:lstStyle>
          <a:p xmlns:a="http://schemas.openxmlformats.org/drawingml/2006/main">
            <a:pPr algn="ctr">
              <a:defRPr sz="1650" b="1">
                <a:solidFill>
                  <a:srgbClr val="822433"/>
                </a:solidFill>
                <a:latin typeface="Arial"/>
                <a:ea typeface="Arial"/>
                <a:cs typeface="Arial"/>
              </a:defRPr>
            </a:pPr>
            <a:r>
              <a:rPr sz="1650" b="1">
                <a:solidFill>
                  <a:srgbClr val="822433"/>
                </a:solidFill>
                <a:latin typeface="Arial"/>
                <a:ea typeface="Arial"/>
                <a:cs typeface="Arial"/>
              </a:rPr>
              <a:t>5  Final alarm = General OR accepted Drift OR accepted Noise</a:t>
            </a:r>
          </a:p>
        </p:txBody>
      </p:sp>
      <p:sp>
        <p:nvSpPr>
          <p:cNvPr id="55" name="">
            <a:extLst xmlns:a="http://schemas.openxmlformats.org/drawingml/2006/main">
              <a:ext uri="{FF2B5EF4-FFF2-40B4-BE49-F238E27FC236}">
                <a16:creationId xmlns:a16="http://schemas.microsoft.com/office/drawing/2014/main" id="{DC027848-7623-4B5D-903A-AE86FF95F6E1}"/>
              </a:ext>
            </a:extLst>
          </p:cNvPr>
          <p:cNvSpPr>
            <a:spLocks xmlns:a="http://schemas.openxmlformats.org/drawingml/2006/main" noGrp="1"/>
          </p:cNvSpPr>
          <p:nvPr/>
        </p:nvSpPr>
        <p:spPr>
          <a:xfrm xmlns:a="http://schemas.openxmlformats.org/drawingml/2006/main">
            <a:off x="1295400" y="6010275"/>
            <a:ext cx="709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202020"/>
                </a:solidFill>
                <a:latin typeface="Arial"/>
                <a:ea typeface="Arial"/>
                <a:cs typeface="Arial"/>
              </a:defRPr>
            </a:defPPr>
            <a:lvl1pPr algn="ctr">
              <a:defRPr sz="1350" b="0">
                <a:solidFill>
                  <a:srgbClr val="202020"/>
                </a:solidFill>
                <a:latin typeface="Arial"/>
                <a:ea typeface="Arial"/>
                <a:cs typeface="Arial"/>
              </a:defRPr>
            </a:lvl1pPr>
            <a:lvl2pPr algn="ctr">
              <a:defRPr sz="1350" b="0">
                <a:solidFill>
                  <a:srgbClr val="202020"/>
                </a:solidFill>
                <a:latin typeface="Arial"/>
                <a:ea typeface="Arial"/>
                <a:cs typeface="Arial"/>
              </a:defRPr>
            </a:lvl2pPr>
            <a:lvl3pPr algn="ctr">
              <a:defRPr sz="1350" b="0">
                <a:solidFill>
                  <a:srgbClr val="202020"/>
                </a:solidFill>
                <a:latin typeface="Arial"/>
                <a:ea typeface="Arial"/>
                <a:cs typeface="Arial"/>
              </a:defRPr>
            </a:lvl3pPr>
            <a:lvl4pPr algn="ctr">
              <a:defRPr sz="1350" b="0">
                <a:solidFill>
                  <a:srgbClr val="202020"/>
                </a:solidFill>
                <a:latin typeface="Arial"/>
                <a:ea typeface="Arial"/>
                <a:cs typeface="Arial"/>
              </a:defRPr>
            </a:lvl4pPr>
            <a:lvl5pPr algn="ctr">
              <a:defRPr sz="1350" b="0">
                <a:solidFill>
                  <a:srgbClr val="202020"/>
                </a:solidFill>
                <a:latin typeface="Arial"/>
                <a:ea typeface="Arial"/>
                <a:cs typeface="Arial"/>
              </a:defRPr>
            </a:lvl5pPr>
            <a:lvl6pPr algn="ctr">
              <a:defRPr sz="1350" b="0">
                <a:solidFill>
                  <a:srgbClr val="202020"/>
                </a:solidFill>
                <a:latin typeface="Arial"/>
                <a:ea typeface="Arial"/>
                <a:cs typeface="Arial"/>
              </a:defRPr>
            </a:lvl6pPr>
            <a:lvl7pPr algn="ctr">
              <a:defRPr sz="1350" b="0">
                <a:solidFill>
                  <a:srgbClr val="202020"/>
                </a:solidFill>
                <a:latin typeface="Arial"/>
                <a:ea typeface="Arial"/>
                <a:cs typeface="Arial"/>
              </a:defRPr>
            </a:lvl7pPr>
            <a:lvl8pPr algn="ctr">
              <a:defRPr sz="1350" b="0">
                <a:solidFill>
                  <a:srgbClr val="202020"/>
                </a:solidFill>
                <a:latin typeface="Arial"/>
                <a:ea typeface="Arial"/>
                <a:cs typeface="Arial"/>
              </a:defRPr>
            </a:lvl8pPr>
            <a:lvl9pPr algn="ctr">
              <a:defRPr sz="1350" b="0">
                <a:solidFill>
                  <a:srgbClr val="202020"/>
                </a:solidFill>
                <a:latin typeface="Arial"/>
                <a:ea typeface="Arial"/>
                <a:cs typeface="Arial"/>
              </a:defRPr>
            </a:lvl9pPr>
          </a:lstStyle>
          <a:p xmlns:a="http://schemas.openxmlformats.org/drawingml/2006/main">
            <a:pPr algn="ctr">
              <a:defRPr sz="1350" b="0">
                <a:solidFill>
                  <a:srgbClr val="202020"/>
                </a:solidFill>
                <a:latin typeface="Arial"/>
                <a:ea typeface="Arial"/>
                <a:cs typeface="Arial"/>
              </a:defRPr>
            </a:pPr>
            <a:r>
              <a:rPr sz="1350" b="0">
                <a:solidFill>
                  <a:srgbClr val="202020"/>
                </a:solidFill>
                <a:latin typeface="Arial"/>
                <a:ea typeface="Arial"/>
                <a:cs typeface="Arial"/>
              </a:rPr>
              <a:t>Otherwise: no alarm.</a:t>
            </a:r>
          </a:p>
        </p:txBody>
      </p:sp>
    </p:spTree>
    <p:extLst>
      <p:ext uri="{BB962C8B-B14F-4D97-AF65-F5344CB8AC3E}">
        <p14:creationId xmlns:p14="http://schemas.microsoft.com/office/powerpoint/2010/main" val="5484416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How we tested the detector</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8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F5FF0082-1C35-4735-A89D-2D5D3233485A}"/>
              </a:ext>
            </a:extLst>
          </p:cNvPr>
          <p:cNvSpPr>
            <a:spLocks xmlns:a="http://schemas.openxmlformats.org/drawingml/2006/main" noGrp="1"/>
          </p:cNvSpPr>
          <p:nvPr/>
        </p:nvSpPr>
        <p:spPr>
          <a:xfrm xmlns:a="http://schemas.openxmlformats.org/drawingml/2006/main">
            <a:off x="1200150" y="1495425"/>
            <a:ext cx="47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22433"/>
                </a:solidFill>
                <a:latin typeface="Arial"/>
                <a:ea typeface="Arial"/>
                <a:cs typeface="Arial"/>
              </a:defRPr>
            </a:defPPr>
            <a:lvl1pPr algn="l">
              <a:defRPr sz="2700" b="1">
                <a:solidFill>
                  <a:srgbClr val="822433"/>
                </a:solidFill>
                <a:latin typeface="Arial"/>
                <a:ea typeface="Arial"/>
                <a:cs typeface="Arial"/>
              </a:defRPr>
            </a:lvl1pPr>
            <a:lvl2pPr algn="l">
              <a:defRPr sz="2700" b="1">
                <a:solidFill>
                  <a:srgbClr val="822433"/>
                </a:solidFill>
                <a:latin typeface="Arial"/>
                <a:ea typeface="Arial"/>
                <a:cs typeface="Arial"/>
              </a:defRPr>
            </a:lvl2pPr>
            <a:lvl3pPr algn="l">
              <a:defRPr sz="2700" b="1">
                <a:solidFill>
                  <a:srgbClr val="822433"/>
                </a:solidFill>
                <a:latin typeface="Arial"/>
                <a:ea typeface="Arial"/>
                <a:cs typeface="Arial"/>
              </a:defRPr>
            </a:lvl3pPr>
            <a:lvl4pPr algn="l">
              <a:defRPr sz="2700" b="1">
                <a:solidFill>
                  <a:srgbClr val="822433"/>
                </a:solidFill>
                <a:latin typeface="Arial"/>
                <a:ea typeface="Arial"/>
                <a:cs typeface="Arial"/>
              </a:defRPr>
            </a:lvl4pPr>
            <a:lvl5pPr algn="l">
              <a:defRPr sz="2700" b="1">
                <a:solidFill>
                  <a:srgbClr val="822433"/>
                </a:solidFill>
                <a:latin typeface="Arial"/>
                <a:ea typeface="Arial"/>
                <a:cs typeface="Arial"/>
              </a:defRPr>
            </a:lvl5pPr>
            <a:lvl6pPr algn="l">
              <a:defRPr sz="2700" b="1">
                <a:solidFill>
                  <a:srgbClr val="822433"/>
                </a:solidFill>
                <a:latin typeface="Arial"/>
                <a:ea typeface="Arial"/>
                <a:cs typeface="Arial"/>
              </a:defRPr>
            </a:lvl6pPr>
            <a:lvl7pPr algn="l">
              <a:defRPr sz="2700" b="1">
                <a:solidFill>
                  <a:srgbClr val="822433"/>
                </a:solidFill>
                <a:latin typeface="Arial"/>
                <a:ea typeface="Arial"/>
                <a:cs typeface="Arial"/>
              </a:defRPr>
            </a:lvl7pPr>
            <a:lvl8pPr algn="l">
              <a:defRPr sz="2700" b="1">
                <a:solidFill>
                  <a:srgbClr val="822433"/>
                </a:solidFill>
                <a:latin typeface="Arial"/>
                <a:ea typeface="Arial"/>
                <a:cs typeface="Arial"/>
              </a:defRPr>
            </a:lvl8pPr>
            <a:lvl9pPr algn="l">
              <a:defRPr sz="2700" b="1">
                <a:solidFill>
                  <a:srgbClr val="822433"/>
                </a:solidFill>
                <a:latin typeface="Arial"/>
                <a:ea typeface="Arial"/>
                <a:cs typeface="Arial"/>
              </a:defRPr>
            </a:lvl9pPr>
          </a:lstStyle>
          <a:p xmlns:a="http://schemas.openxmlformats.org/drawingml/2006/main">
            <a:pPr algn="l">
              <a:defRPr sz="2700" b="1">
                <a:solidFill>
                  <a:srgbClr val="822433"/>
                </a:solidFill>
                <a:latin typeface="Arial"/>
                <a:ea typeface="Arial"/>
                <a:cs typeface="Arial"/>
              </a:defRPr>
            </a:pPr>
            <a:r>
              <a:rPr sz="2700" b="1">
                <a:solidFill>
                  <a:srgbClr val="822433"/>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75B8D6FB-0BEE-446D-94B7-C306D477E813}"/>
              </a:ext>
            </a:extLst>
          </p:cNvPr>
          <p:cNvSpPr>
            <a:spLocks xmlns:a="http://schemas.openxmlformats.org/drawingml/2006/main" noGrp="1"/>
          </p:cNvSpPr>
          <p:nvPr/>
        </p:nvSpPr>
        <p:spPr>
          <a:xfrm xmlns:a="http://schemas.openxmlformats.org/drawingml/2006/main">
            <a:off x="1857375" y="1495425"/>
            <a:ext cx="6629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Simulate normal operation</a:t>
            </a:r>
          </a:p>
        </p:txBody>
      </p:sp>
      <p:sp>
        <p:nvSpPr>
          <p:cNvPr id="13" name="">
            <a:extLst xmlns:a="http://schemas.openxmlformats.org/drawingml/2006/main">
              <a:ext uri="{FF2B5EF4-FFF2-40B4-BE49-F238E27FC236}">
                <a16:creationId xmlns:a16="http://schemas.microsoft.com/office/drawing/2014/main" id="{2B4461E5-5AB5-423A-8A77-AB0CEE7F09F8}"/>
              </a:ext>
            </a:extLst>
          </p:cNvPr>
          <p:cNvSpPr>
            <a:spLocks xmlns:a="http://schemas.openxmlformats.org/drawingml/2006/main" noGrp="1"/>
          </p:cNvSpPr>
          <p:nvPr/>
        </p:nvSpPr>
        <p:spPr>
          <a:xfrm xmlns:a="http://schemas.openxmlformats.org/drawingml/2006/main">
            <a:off x="1857375" y="1952625"/>
            <a:ext cx="6629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vl1pPr algn="l">
              <a:defRPr sz="1875" b="0">
                <a:solidFill>
                  <a:srgbClr val="202020"/>
                </a:solidFill>
                <a:latin typeface="Arial"/>
                <a:ea typeface="Arial"/>
                <a:cs typeface="Arial"/>
              </a:defRPr>
            </a:lvl1pPr>
            <a:lvl2pPr algn="l">
              <a:defRPr sz="1875" b="0">
                <a:solidFill>
                  <a:srgbClr val="202020"/>
                </a:solidFill>
                <a:latin typeface="Arial"/>
                <a:ea typeface="Arial"/>
                <a:cs typeface="Arial"/>
              </a:defRPr>
            </a:lvl2pPr>
            <a:lvl3pPr algn="l">
              <a:defRPr sz="1875" b="0">
                <a:solidFill>
                  <a:srgbClr val="202020"/>
                </a:solidFill>
                <a:latin typeface="Arial"/>
                <a:ea typeface="Arial"/>
                <a:cs typeface="Arial"/>
              </a:defRPr>
            </a:lvl3pPr>
            <a:lvl4pPr algn="l">
              <a:defRPr sz="1875" b="0">
                <a:solidFill>
                  <a:srgbClr val="202020"/>
                </a:solidFill>
                <a:latin typeface="Arial"/>
                <a:ea typeface="Arial"/>
                <a:cs typeface="Arial"/>
              </a:defRPr>
            </a:lvl4pPr>
            <a:lvl5pPr algn="l">
              <a:defRPr sz="1875" b="0">
                <a:solidFill>
                  <a:srgbClr val="202020"/>
                </a:solidFill>
                <a:latin typeface="Arial"/>
                <a:ea typeface="Arial"/>
                <a:cs typeface="Arial"/>
              </a:defRPr>
            </a:lvl5pPr>
            <a:lvl6pPr algn="l">
              <a:defRPr sz="1875" b="0">
                <a:solidFill>
                  <a:srgbClr val="202020"/>
                </a:solidFill>
                <a:latin typeface="Arial"/>
                <a:ea typeface="Arial"/>
                <a:cs typeface="Arial"/>
              </a:defRPr>
            </a:lvl6pPr>
            <a:lvl7pPr algn="l">
              <a:defRPr sz="1875" b="0">
                <a:solidFill>
                  <a:srgbClr val="202020"/>
                </a:solidFill>
                <a:latin typeface="Arial"/>
                <a:ea typeface="Arial"/>
                <a:cs typeface="Arial"/>
              </a:defRPr>
            </a:lvl7pPr>
            <a:lvl8pPr algn="l">
              <a:defRPr sz="1875" b="0">
                <a:solidFill>
                  <a:srgbClr val="202020"/>
                </a:solidFill>
                <a:latin typeface="Arial"/>
                <a:ea typeface="Arial"/>
                <a:cs typeface="Arial"/>
              </a:defRPr>
            </a:lvl8pPr>
            <a:lvl9pPr algn="l">
              <a:defRPr sz="1875" b="0">
                <a:solidFill>
                  <a:srgbClr val="202020"/>
                </a:solidFill>
                <a:latin typeface="Arial"/>
                <a:ea typeface="Arial"/>
                <a:cs typeface="Arial"/>
              </a:defRPr>
            </a:lvl9pPr>
          </a:lstStyle>
          <a:p xmlns:a="http://schemas.openxmlformats.org/drawingml/2006/main">
            <a:pPr algn="l">
              <a:defRPr sz="1875" b="0">
                <a:solidFill>
                  <a:srgbClr val="202020"/>
                </a:solidFill>
                <a:latin typeface="Arial"/>
                <a:ea typeface="Arial"/>
                <a:cs typeface="Arial"/>
              </a:defRPr>
            </a:pPr>
            <a:r>
              <a:rPr sz="1875" b="0">
                <a:solidFill>
                  <a:srgbClr val="202020"/>
                </a:solidFill>
                <a:latin typeface="Arial"/>
                <a:ea typeface="Arial"/>
                <a:cs typeface="Arial"/>
              </a:rPr>
              <a:t>Generate pressure readings for Modena and L-Town.</a:t>
            </a:r>
          </a:p>
        </p:txBody>
      </p:sp>
      <p:sp>
        <p:nvSpPr>
          <p:cNvPr id="14" name="">
            <a:extLst xmlns:a="http://schemas.openxmlformats.org/drawingml/2006/main">
              <a:ext uri="{FF2B5EF4-FFF2-40B4-BE49-F238E27FC236}">
                <a16:creationId xmlns:a16="http://schemas.microsoft.com/office/drawing/2014/main" id="{0857D0E4-0236-4961-8387-B858CA5425F7}"/>
              </a:ext>
            </a:extLst>
          </p:cNvPr>
          <p:cNvSpPr>
            <a:spLocks xmlns:a="http://schemas.openxmlformats.org/drawingml/2006/main" noGrp="1"/>
          </p:cNvSpPr>
          <p:nvPr/>
        </p:nvSpPr>
        <p:spPr>
          <a:xfrm xmlns:a="http://schemas.openxmlformats.org/drawingml/2006/main">
            <a:off x="1200150" y="2619375"/>
            <a:ext cx="47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22433"/>
                </a:solidFill>
                <a:latin typeface="Arial"/>
                <a:ea typeface="Arial"/>
                <a:cs typeface="Arial"/>
              </a:defRPr>
            </a:defPPr>
            <a:lvl1pPr algn="l">
              <a:defRPr sz="2700" b="1">
                <a:solidFill>
                  <a:srgbClr val="822433"/>
                </a:solidFill>
                <a:latin typeface="Arial"/>
                <a:ea typeface="Arial"/>
                <a:cs typeface="Arial"/>
              </a:defRPr>
            </a:lvl1pPr>
            <a:lvl2pPr algn="l">
              <a:defRPr sz="2700" b="1">
                <a:solidFill>
                  <a:srgbClr val="822433"/>
                </a:solidFill>
                <a:latin typeface="Arial"/>
                <a:ea typeface="Arial"/>
                <a:cs typeface="Arial"/>
              </a:defRPr>
            </a:lvl2pPr>
            <a:lvl3pPr algn="l">
              <a:defRPr sz="2700" b="1">
                <a:solidFill>
                  <a:srgbClr val="822433"/>
                </a:solidFill>
                <a:latin typeface="Arial"/>
                <a:ea typeface="Arial"/>
                <a:cs typeface="Arial"/>
              </a:defRPr>
            </a:lvl3pPr>
            <a:lvl4pPr algn="l">
              <a:defRPr sz="2700" b="1">
                <a:solidFill>
                  <a:srgbClr val="822433"/>
                </a:solidFill>
                <a:latin typeface="Arial"/>
                <a:ea typeface="Arial"/>
                <a:cs typeface="Arial"/>
              </a:defRPr>
            </a:lvl4pPr>
            <a:lvl5pPr algn="l">
              <a:defRPr sz="2700" b="1">
                <a:solidFill>
                  <a:srgbClr val="822433"/>
                </a:solidFill>
                <a:latin typeface="Arial"/>
                <a:ea typeface="Arial"/>
                <a:cs typeface="Arial"/>
              </a:defRPr>
            </a:lvl5pPr>
            <a:lvl6pPr algn="l">
              <a:defRPr sz="2700" b="1">
                <a:solidFill>
                  <a:srgbClr val="822433"/>
                </a:solidFill>
                <a:latin typeface="Arial"/>
                <a:ea typeface="Arial"/>
                <a:cs typeface="Arial"/>
              </a:defRPr>
            </a:lvl6pPr>
            <a:lvl7pPr algn="l">
              <a:defRPr sz="2700" b="1">
                <a:solidFill>
                  <a:srgbClr val="822433"/>
                </a:solidFill>
                <a:latin typeface="Arial"/>
                <a:ea typeface="Arial"/>
                <a:cs typeface="Arial"/>
              </a:defRPr>
            </a:lvl7pPr>
            <a:lvl8pPr algn="l">
              <a:defRPr sz="2700" b="1">
                <a:solidFill>
                  <a:srgbClr val="822433"/>
                </a:solidFill>
                <a:latin typeface="Arial"/>
                <a:ea typeface="Arial"/>
                <a:cs typeface="Arial"/>
              </a:defRPr>
            </a:lvl8pPr>
            <a:lvl9pPr algn="l">
              <a:defRPr sz="2700" b="1">
                <a:solidFill>
                  <a:srgbClr val="822433"/>
                </a:solidFill>
                <a:latin typeface="Arial"/>
                <a:ea typeface="Arial"/>
                <a:cs typeface="Arial"/>
              </a:defRPr>
            </a:lvl9pPr>
          </a:lstStyle>
          <a:p xmlns:a="http://schemas.openxmlformats.org/drawingml/2006/main">
            <a:pPr algn="l">
              <a:defRPr sz="2700" b="1">
                <a:solidFill>
                  <a:srgbClr val="822433"/>
                </a:solidFill>
                <a:latin typeface="Arial"/>
                <a:ea typeface="Arial"/>
                <a:cs typeface="Arial"/>
              </a:defRPr>
            </a:pPr>
            <a:r>
              <a:rPr sz="2700" b="1">
                <a:solidFill>
                  <a:srgbClr val="822433"/>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94C734DD-B6A4-437D-A72E-AD4E8A821976}"/>
              </a:ext>
            </a:extLst>
          </p:cNvPr>
          <p:cNvSpPr>
            <a:spLocks xmlns:a="http://schemas.openxmlformats.org/drawingml/2006/main" noGrp="1"/>
          </p:cNvSpPr>
          <p:nvPr/>
        </p:nvSpPr>
        <p:spPr>
          <a:xfrm xmlns:a="http://schemas.openxmlformats.org/drawingml/2006/main">
            <a:off x="1857375" y="2619375"/>
            <a:ext cx="6629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Modify selected sensor readings</a:t>
            </a:r>
          </a:p>
        </p:txBody>
      </p:sp>
      <p:sp>
        <p:nvSpPr>
          <p:cNvPr id="16" name="">
            <a:extLst xmlns:a="http://schemas.openxmlformats.org/drawingml/2006/main">
              <a:ext uri="{FF2B5EF4-FFF2-40B4-BE49-F238E27FC236}">
                <a16:creationId xmlns:a16="http://schemas.microsoft.com/office/drawing/2014/main" id="{7FA1AF81-807F-491E-A3AD-4B4A3B3FC044}"/>
              </a:ext>
            </a:extLst>
          </p:cNvPr>
          <p:cNvSpPr>
            <a:spLocks xmlns:a="http://schemas.openxmlformats.org/drawingml/2006/main" noGrp="1"/>
          </p:cNvSpPr>
          <p:nvPr/>
        </p:nvSpPr>
        <p:spPr>
          <a:xfrm xmlns:a="http://schemas.openxmlformats.org/drawingml/2006/main">
            <a:off x="1857375" y="3076575"/>
            <a:ext cx="6629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vl1pPr algn="l">
              <a:defRPr sz="1875" b="0">
                <a:solidFill>
                  <a:srgbClr val="202020"/>
                </a:solidFill>
                <a:latin typeface="Arial"/>
                <a:ea typeface="Arial"/>
                <a:cs typeface="Arial"/>
              </a:defRPr>
            </a:lvl1pPr>
            <a:lvl2pPr algn="l">
              <a:defRPr sz="1875" b="0">
                <a:solidFill>
                  <a:srgbClr val="202020"/>
                </a:solidFill>
                <a:latin typeface="Arial"/>
                <a:ea typeface="Arial"/>
                <a:cs typeface="Arial"/>
              </a:defRPr>
            </a:lvl2pPr>
            <a:lvl3pPr algn="l">
              <a:defRPr sz="1875" b="0">
                <a:solidFill>
                  <a:srgbClr val="202020"/>
                </a:solidFill>
                <a:latin typeface="Arial"/>
                <a:ea typeface="Arial"/>
                <a:cs typeface="Arial"/>
              </a:defRPr>
            </a:lvl3pPr>
            <a:lvl4pPr algn="l">
              <a:defRPr sz="1875" b="0">
                <a:solidFill>
                  <a:srgbClr val="202020"/>
                </a:solidFill>
                <a:latin typeface="Arial"/>
                <a:ea typeface="Arial"/>
                <a:cs typeface="Arial"/>
              </a:defRPr>
            </a:lvl4pPr>
            <a:lvl5pPr algn="l">
              <a:defRPr sz="1875" b="0">
                <a:solidFill>
                  <a:srgbClr val="202020"/>
                </a:solidFill>
                <a:latin typeface="Arial"/>
                <a:ea typeface="Arial"/>
                <a:cs typeface="Arial"/>
              </a:defRPr>
            </a:lvl5pPr>
            <a:lvl6pPr algn="l">
              <a:defRPr sz="1875" b="0">
                <a:solidFill>
                  <a:srgbClr val="202020"/>
                </a:solidFill>
                <a:latin typeface="Arial"/>
                <a:ea typeface="Arial"/>
                <a:cs typeface="Arial"/>
              </a:defRPr>
            </a:lvl6pPr>
            <a:lvl7pPr algn="l">
              <a:defRPr sz="1875" b="0">
                <a:solidFill>
                  <a:srgbClr val="202020"/>
                </a:solidFill>
                <a:latin typeface="Arial"/>
                <a:ea typeface="Arial"/>
                <a:cs typeface="Arial"/>
              </a:defRPr>
            </a:lvl7pPr>
            <a:lvl8pPr algn="l">
              <a:defRPr sz="1875" b="0">
                <a:solidFill>
                  <a:srgbClr val="202020"/>
                </a:solidFill>
                <a:latin typeface="Arial"/>
                <a:ea typeface="Arial"/>
                <a:cs typeface="Arial"/>
              </a:defRPr>
            </a:lvl8pPr>
            <a:lvl9pPr algn="l">
              <a:defRPr sz="1875" b="0">
                <a:solidFill>
                  <a:srgbClr val="202020"/>
                </a:solidFill>
                <a:latin typeface="Arial"/>
                <a:ea typeface="Arial"/>
                <a:cs typeface="Arial"/>
              </a:defRPr>
            </a:lvl9pPr>
          </a:lstStyle>
          <a:p xmlns:a="http://schemas.openxmlformats.org/drawingml/2006/main">
            <a:pPr algn="l">
              <a:defRPr sz="1875" b="0">
                <a:solidFill>
                  <a:srgbClr val="202020"/>
                </a:solidFill>
                <a:latin typeface="Arial"/>
                <a:ea typeface="Arial"/>
                <a:cs typeface="Arial"/>
              </a:defRPr>
            </a:pPr>
            <a:r>
              <a:rPr sz="1875" b="0">
                <a:solidFill>
                  <a:srgbClr val="202020"/>
                </a:solidFill>
                <a:latin typeface="Arial"/>
                <a:ea typeface="Arial"/>
                <a:cs typeface="Arial"/>
              </a:rPr>
              <a:t>Apply five attack types and record which readings change.</a:t>
            </a:r>
          </a:p>
        </p:txBody>
      </p:sp>
      <p:sp>
        <p:nvSpPr>
          <p:cNvPr id="17" name="">
            <a:extLst xmlns:a="http://schemas.openxmlformats.org/drawingml/2006/main">
              <a:ext uri="{FF2B5EF4-FFF2-40B4-BE49-F238E27FC236}">
                <a16:creationId xmlns:a16="http://schemas.microsoft.com/office/drawing/2014/main" id="{8C6A2008-A6F3-4513-BAFC-D674A68C1B26}"/>
              </a:ext>
            </a:extLst>
          </p:cNvPr>
          <p:cNvSpPr>
            <a:spLocks xmlns:a="http://schemas.openxmlformats.org/drawingml/2006/main" noGrp="1"/>
          </p:cNvSpPr>
          <p:nvPr/>
        </p:nvSpPr>
        <p:spPr>
          <a:xfrm xmlns:a="http://schemas.openxmlformats.org/drawingml/2006/main">
            <a:off x="1200150" y="3743325"/>
            <a:ext cx="47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22433"/>
                </a:solidFill>
                <a:latin typeface="Arial"/>
                <a:ea typeface="Arial"/>
                <a:cs typeface="Arial"/>
              </a:defRPr>
            </a:defPPr>
            <a:lvl1pPr algn="l">
              <a:defRPr sz="2700" b="1">
                <a:solidFill>
                  <a:srgbClr val="822433"/>
                </a:solidFill>
                <a:latin typeface="Arial"/>
                <a:ea typeface="Arial"/>
                <a:cs typeface="Arial"/>
              </a:defRPr>
            </a:lvl1pPr>
            <a:lvl2pPr algn="l">
              <a:defRPr sz="2700" b="1">
                <a:solidFill>
                  <a:srgbClr val="822433"/>
                </a:solidFill>
                <a:latin typeface="Arial"/>
                <a:ea typeface="Arial"/>
                <a:cs typeface="Arial"/>
              </a:defRPr>
            </a:lvl2pPr>
            <a:lvl3pPr algn="l">
              <a:defRPr sz="2700" b="1">
                <a:solidFill>
                  <a:srgbClr val="822433"/>
                </a:solidFill>
                <a:latin typeface="Arial"/>
                <a:ea typeface="Arial"/>
                <a:cs typeface="Arial"/>
              </a:defRPr>
            </a:lvl3pPr>
            <a:lvl4pPr algn="l">
              <a:defRPr sz="2700" b="1">
                <a:solidFill>
                  <a:srgbClr val="822433"/>
                </a:solidFill>
                <a:latin typeface="Arial"/>
                <a:ea typeface="Arial"/>
                <a:cs typeface="Arial"/>
              </a:defRPr>
            </a:lvl4pPr>
            <a:lvl5pPr algn="l">
              <a:defRPr sz="2700" b="1">
                <a:solidFill>
                  <a:srgbClr val="822433"/>
                </a:solidFill>
                <a:latin typeface="Arial"/>
                <a:ea typeface="Arial"/>
                <a:cs typeface="Arial"/>
              </a:defRPr>
            </a:lvl5pPr>
            <a:lvl6pPr algn="l">
              <a:defRPr sz="2700" b="1">
                <a:solidFill>
                  <a:srgbClr val="822433"/>
                </a:solidFill>
                <a:latin typeface="Arial"/>
                <a:ea typeface="Arial"/>
                <a:cs typeface="Arial"/>
              </a:defRPr>
            </a:lvl6pPr>
            <a:lvl7pPr algn="l">
              <a:defRPr sz="2700" b="1">
                <a:solidFill>
                  <a:srgbClr val="822433"/>
                </a:solidFill>
                <a:latin typeface="Arial"/>
                <a:ea typeface="Arial"/>
                <a:cs typeface="Arial"/>
              </a:defRPr>
            </a:lvl7pPr>
            <a:lvl8pPr algn="l">
              <a:defRPr sz="2700" b="1">
                <a:solidFill>
                  <a:srgbClr val="822433"/>
                </a:solidFill>
                <a:latin typeface="Arial"/>
                <a:ea typeface="Arial"/>
                <a:cs typeface="Arial"/>
              </a:defRPr>
            </a:lvl8pPr>
            <a:lvl9pPr algn="l">
              <a:defRPr sz="2700" b="1">
                <a:solidFill>
                  <a:srgbClr val="822433"/>
                </a:solidFill>
                <a:latin typeface="Arial"/>
                <a:ea typeface="Arial"/>
                <a:cs typeface="Arial"/>
              </a:defRPr>
            </a:lvl9pPr>
          </a:lstStyle>
          <a:p xmlns:a="http://schemas.openxmlformats.org/drawingml/2006/main">
            <a:pPr algn="l">
              <a:defRPr sz="2700" b="1">
                <a:solidFill>
                  <a:srgbClr val="822433"/>
                </a:solidFill>
                <a:latin typeface="Arial"/>
                <a:ea typeface="Arial"/>
                <a:cs typeface="Arial"/>
              </a:defRPr>
            </a:pPr>
            <a:r>
              <a:rPr sz="2700" b="1">
                <a:solidFill>
                  <a:srgbClr val="822433"/>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117FD03A-D3FA-4BE8-BE7E-DADE7A714016}"/>
              </a:ext>
            </a:extLst>
          </p:cNvPr>
          <p:cNvSpPr>
            <a:spLocks xmlns:a="http://schemas.openxmlformats.org/drawingml/2006/main" noGrp="1"/>
          </p:cNvSpPr>
          <p:nvPr/>
        </p:nvSpPr>
        <p:spPr>
          <a:xfrm xmlns:a="http://schemas.openxmlformats.org/drawingml/2006/main">
            <a:off x="1857375" y="3743325"/>
            <a:ext cx="6629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Run the trained detector</a:t>
            </a:r>
          </a:p>
        </p:txBody>
      </p:sp>
      <p:sp>
        <p:nvSpPr>
          <p:cNvPr id="19" name="">
            <a:extLst xmlns:a="http://schemas.openxmlformats.org/drawingml/2006/main">
              <a:ext uri="{FF2B5EF4-FFF2-40B4-BE49-F238E27FC236}">
                <a16:creationId xmlns:a16="http://schemas.microsoft.com/office/drawing/2014/main" id="{A6AB5CE0-FBDF-4EE2-8468-C87C7DC393CA}"/>
              </a:ext>
            </a:extLst>
          </p:cNvPr>
          <p:cNvSpPr>
            <a:spLocks xmlns:a="http://schemas.openxmlformats.org/drawingml/2006/main" noGrp="1"/>
          </p:cNvSpPr>
          <p:nvPr/>
        </p:nvSpPr>
        <p:spPr>
          <a:xfrm xmlns:a="http://schemas.openxmlformats.org/drawingml/2006/main">
            <a:off x="1857375" y="4200525"/>
            <a:ext cx="6629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vl1pPr algn="l">
              <a:defRPr sz="1875" b="0">
                <a:solidFill>
                  <a:srgbClr val="202020"/>
                </a:solidFill>
                <a:latin typeface="Arial"/>
                <a:ea typeface="Arial"/>
                <a:cs typeface="Arial"/>
              </a:defRPr>
            </a:lvl1pPr>
            <a:lvl2pPr algn="l">
              <a:defRPr sz="1875" b="0">
                <a:solidFill>
                  <a:srgbClr val="202020"/>
                </a:solidFill>
                <a:latin typeface="Arial"/>
                <a:ea typeface="Arial"/>
                <a:cs typeface="Arial"/>
              </a:defRPr>
            </a:lvl2pPr>
            <a:lvl3pPr algn="l">
              <a:defRPr sz="1875" b="0">
                <a:solidFill>
                  <a:srgbClr val="202020"/>
                </a:solidFill>
                <a:latin typeface="Arial"/>
                <a:ea typeface="Arial"/>
                <a:cs typeface="Arial"/>
              </a:defRPr>
            </a:lvl3pPr>
            <a:lvl4pPr algn="l">
              <a:defRPr sz="1875" b="0">
                <a:solidFill>
                  <a:srgbClr val="202020"/>
                </a:solidFill>
                <a:latin typeface="Arial"/>
                <a:ea typeface="Arial"/>
                <a:cs typeface="Arial"/>
              </a:defRPr>
            </a:lvl4pPr>
            <a:lvl5pPr algn="l">
              <a:defRPr sz="1875" b="0">
                <a:solidFill>
                  <a:srgbClr val="202020"/>
                </a:solidFill>
                <a:latin typeface="Arial"/>
                <a:ea typeface="Arial"/>
                <a:cs typeface="Arial"/>
              </a:defRPr>
            </a:lvl5pPr>
            <a:lvl6pPr algn="l">
              <a:defRPr sz="1875" b="0">
                <a:solidFill>
                  <a:srgbClr val="202020"/>
                </a:solidFill>
                <a:latin typeface="Arial"/>
                <a:ea typeface="Arial"/>
                <a:cs typeface="Arial"/>
              </a:defRPr>
            </a:lvl6pPr>
            <a:lvl7pPr algn="l">
              <a:defRPr sz="1875" b="0">
                <a:solidFill>
                  <a:srgbClr val="202020"/>
                </a:solidFill>
                <a:latin typeface="Arial"/>
                <a:ea typeface="Arial"/>
                <a:cs typeface="Arial"/>
              </a:defRPr>
            </a:lvl7pPr>
            <a:lvl8pPr algn="l">
              <a:defRPr sz="1875" b="0">
                <a:solidFill>
                  <a:srgbClr val="202020"/>
                </a:solidFill>
                <a:latin typeface="Arial"/>
                <a:ea typeface="Arial"/>
                <a:cs typeface="Arial"/>
              </a:defRPr>
            </a:lvl8pPr>
            <a:lvl9pPr algn="l">
              <a:defRPr sz="1875" b="0">
                <a:solidFill>
                  <a:srgbClr val="202020"/>
                </a:solidFill>
                <a:latin typeface="Arial"/>
                <a:ea typeface="Arial"/>
                <a:cs typeface="Arial"/>
              </a:defRPr>
            </a:lvl9pPr>
          </a:lstStyle>
          <a:p xmlns:a="http://schemas.openxmlformats.org/drawingml/2006/main">
            <a:pPr algn="l">
              <a:defRPr sz="1875" b="0">
                <a:solidFill>
                  <a:srgbClr val="202020"/>
                </a:solidFill>
                <a:latin typeface="Arial"/>
                <a:ea typeface="Arial"/>
                <a:cs typeface="Arial"/>
              </a:defRPr>
            </a:pPr>
            <a:r>
              <a:rPr sz="1875" b="0">
                <a:solidFill>
                  <a:srgbClr val="202020"/>
                </a:solidFill>
                <a:latin typeface="Arial"/>
                <a:ea typeface="Arial"/>
                <a:cs typeface="Arial"/>
              </a:rPr>
              <a:t>Use separate evaluation scenarios and fixed thresholds.</a:t>
            </a:r>
          </a:p>
        </p:txBody>
      </p:sp>
      <p:sp>
        <p:nvSpPr>
          <p:cNvPr id="20" name="">
            <a:extLst xmlns:a="http://schemas.openxmlformats.org/drawingml/2006/main">
              <a:ext uri="{FF2B5EF4-FFF2-40B4-BE49-F238E27FC236}">
                <a16:creationId xmlns:a16="http://schemas.microsoft.com/office/drawing/2014/main" id="{4F3DDD10-2BEA-46BE-BD59-835EB4AA91D2}"/>
              </a:ext>
            </a:extLst>
          </p:cNvPr>
          <p:cNvSpPr>
            <a:spLocks xmlns:a="http://schemas.openxmlformats.org/drawingml/2006/main" noGrp="1"/>
          </p:cNvSpPr>
          <p:nvPr/>
        </p:nvSpPr>
        <p:spPr>
          <a:xfrm xmlns:a="http://schemas.openxmlformats.org/drawingml/2006/main">
            <a:off x="1200150" y="4867275"/>
            <a:ext cx="47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22433"/>
                </a:solidFill>
                <a:latin typeface="Arial"/>
                <a:ea typeface="Arial"/>
                <a:cs typeface="Arial"/>
              </a:defRPr>
            </a:defPPr>
            <a:lvl1pPr algn="l">
              <a:defRPr sz="2700" b="1">
                <a:solidFill>
                  <a:srgbClr val="822433"/>
                </a:solidFill>
                <a:latin typeface="Arial"/>
                <a:ea typeface="Arial"/>
                <a:cs typeface="Arial"/>
              </a:defRPr>
            </a:lvl1pPr>
            <a:lvl2pPr algn="l">
              <a:defRPr sz="2700" b="1">
                <a:solidFill>
                  <a:srgbClr val="822433"/>
                </a:solidFill>
                <a:latin typeface="Arial"/>
                <a:ea typeface="Arial"/>
                <a:cs typeface="Arial"/>
              </a:defRPr>
            </a:lvl2pPr>
            <a:lvl3pPr algn="l">
              <a:defRPr sz="2700" b="1">
                <a:solidFill>
                  <a:srgbClr val="822433"/>
                </a:solidFill>
                <a:latin typeface="Arial"/>
                <a:ea typeface="Arial"/>
                <a:cs typeface="Arial"/>
              </a:defRPr>
            </a:lvl3pPr>
            <a:lvl4pPr algn="l">
              <a:defRPr sz="2700" b="1">
                <a:solidFill>
                  <a:srgbClr val="822433"/>
                </a:solidFill>
                <a:latin typeface="Arial"/>
                <a:ea typeface="Arial"/>
                <a:cs typeface="Arial"/>
              </a:defRPr>
            </a:lvl4pPr>
            <a:lvl5pPr algn="l">
              <a:defRPr sz="2700" b="1">
                <a:solidFill>
                  <a:srgbClr val="822433"/>
                </a:solidFill>
                <a:latin typeface="Arial"/>
                <a:ea typeface="Arial"/>
                <a:cs typeface="Arial"/>
              </a:defRPr>
            </a:lvl5pPr>
            <a:lvl6pPr algn="l">
              <a:defRPr sz="2700" b="1">
                <a:solidFill>
                  <a:srgbClr val="822433"/>
                </a:solidFill>
                <a:latin typeface="Arial"/>
                <a:ea typeface="Arial"/>
                <a:cs typeface="Arial"/>
              </a:defRPr>
            </a:lvl6pPr>
            <a:lvl7pPr algn="l">
              <a:defRPr sz="2700" b="1">
                <a:solidFill>
                  <a:srgbClr val="822433"/>
                </a:solidFill>
                <a:latin typeface="Arial"/>
                <a:ea typeface="Arial"/>
                <a:cs typeface="Arial"/>
              </a:defRPr>
            </a:lvl7pPr>
            <a:lvl8pPr algn="l">
              <a:defRPr sz="2700" b="1">
                <a:solidFill>
                  <a:srgbClr val="822433"/>
                </a:solidFill>
                <a:latin typeface="Arial"/>
                <a:ea typeface="Arial"/>
                <a:cs typeface="Arial"/>
              </a:defRPr>
            </a:lvl8pPr>
            <a:lvl9pPr algn="l">
              <a:defRPr sz="2700" b="1">
                <a:solidFill>
                  <a:srgbClr val="822433"/>
                </a:solidFill>
                <a:latin typeface="Arial"/>
                <a:ea typeface="Arial"/>
                <a:cs typeface="Arial"/>
              </a:defRPr>
            </a:lvl9pPr>
          </a:lstStyle>
          <a:p xmlns:a="http://schemas.openxmlformats.org/drawingml/2006/main">
            <a:pPr algn="l">
              <a:defRPr sz="2700" b="1">
                <a:solidFill>
                  <a:srgbClr val="822433"/>
                </a:solidFill>
                <a:latin typeface="Arial"/>
                <a:ea typeface="Arial"/>
                <a:cs typeface="Arial"/>
              </a:defRPr>
            </a:pPr>
            <a:r>
              <a:rPr sz="2700" b="1">
                <a:solidFill>
                  <a:srgbClr val="822433"/>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89CE7DF8-79F7-4265-AD0B-27C61440FAE1}"/>
              </a:ext>
            </a:extLst>
          </p:cNvPr>
          <p:cNvSpPr>
            <a:spLocks xmlns:a="http://schemas.openxmlformats.org/drawingml/2006/main" noGrp="1"/>
          </p:cNvSpPr>
          <p:nvPr/>
        </p:nvSpPr>
        <p:spPr>
          <a:xfrm xmlns:a="http://schemas.openxmlformats.org/drawingml/2006/main">
            <a:off x="1857375" y="4867275"/>
            <a:ext cx="6629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Compare alarms with known labels</a:t>
            </a:r>
          </a:p>
        </p:txBody>
      </p:sp>
      <p:sp>
        <p:nvSpPr>
          <p:cNvPr id="22" name="">
            <a:extLst xmlns:a="http://schemas.openxmlformats.org/drawingml/2006/main">
              <a:ext uri="{FF2B5EF4-FFF2-40B4-BE49-F238E27FC236}">
                <a16:creationId xmlns:a16="http://schemas.microsoft.com/office/drawing/2014/main" id="{FE2D9E1B-2DEA-4B4C-9A94-CDDCE0170D68}"/>
              </a:ext>
            </a:extLst>
          </p:cNvPr>
          <p:cNvSpPr>
            <a:spLocks xmlns:a="http://schemas.openxmlformats.org/drawingml/2006/main" noGrp="1"/>
          </p:cNvSpPr>
          <p:nvPr/>
        </p:nvSpPr>
        <p:spPr>
          <a:xfrm xmlns:a="http://schemas.openxmlformats.org/drawingml/2006/main">
            <a:off x="1857375" y="5324475"/>
            <a:ext cx="6629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vl1pPr algn="l">
              <a:defRPr sz="1875" b="0">
                <a:solidFill>
                  <a:srgbClr val="202020"/>
                </a:solidFill>
                <a:latin typeface="Arial"/>
                <a:ea typeface="Arial"/>
                <a:cs typeface="Arial"/>
              </a:defRPr>
            </a:lvl1pPr>
            <a:lvl2pPr algn="l">
              <a:defRPr sz="1875" b="0">
                <a:solidFill>
                  <a:srgbClr val="202020"/>
                </a:solidFill>
                <a:latin typeface="Arial"/>
                <a:ea typeface="Arial"/>
                <a:cs typeface="Arial"/>
              </a:defRPr>
            </a:lvl2pPr>
            <a:lvl3pPr algn="l">
              <a:defRPr sz="1875" b="0">
                <a:solidFill>
                  <a:srgbClr val="202020"/>
                </a:solidFill>
                <a:latin typeface="Arial"/>
                <a:ea typeface="Arial"/>
                <a:cs typeface="Arial"/>
              </a:defRPr>
            </a:lvl3pPr>
            <a:lvl4pPr algn="l">
              <a:defRPr sz="1875" b="0">
                <a:solidFill>
                  <a:srgbClr val="202020"/>
                </a:solidFill>
                <a:latin typeface="Arial"/>
                <a:ea typeface="Arial"/>
                <a:cs typeface="Arial"/>
              </a:defRPr>
            </a:lvl4pPr>
            <a:lvl5pPr algn="l">
              <a:defRPr sz="1875" b="0">
                <a:solidFill>
                  <a:srgbClr val="202020"/>
                </a:solidFill>
                <a:latin typeface="Arial"/>
                <a:ea typeface="Arial"/>
                <a:cs typeface="Arial"/>
              </a:defRPr>
            </a:lvl5pPr>
            <a:lvl6pPr algn="l">
              <a:defRPr sz="1875" b="0">
                <a:solidFill>
                  <a:srgbClr val="202020"/>
                </a:solidFill>
                <a:latin typeface="Arial"/>
                <a:ea typeface="Arial"/>
                <a:cs typeface="Arial"/>
              </a:defRPr>
            </a:lvl6pPr>
            <a:lvl7pPr algn="l">
              <a:defRPr sz="1875" b="0">
                <a:solidFill>
                  <a:srgbClr val="202020"/>
                </a:solidFill>
                <a:latin typeface="Arial"/>
                <a:ea typeface="Arial"/>
                <a:cs typeface="Arial"/>
              </a:defRPr>
            </a:lvl7pPr>
            <a:lvl8pPr algn="l">
              <a:defRPr sz="1875" b="0">
                <a:solidFill>
                  <a:srgbClr val="202020"/>
                </a:solidFill>
                <a:latin typeface="Arial"/>
                <a:ea typeface="Arial"/>
                <a:cs typeface="Arial"/>
              </a:defRPr>
            </a:lvl8pPr>
            <a:lvl9pPr algn="l">
              <a:defRPr sz="1875" b="0">
                <a:solidFill>
                  <a:srgbClr val="202020"/>
                </a:solidFill>
                <a:latin typeface="Arial"/>
                <a:ea typeface="Arial"/>
                <a:cs typeface="Arial"/>
              </a:defRPr>
            </a:lvl9pPr>
          </a:lstStyle>
          <a:p xmlns:a="http://schemas.openxmlformats.org/drawingml/2006/main">
            <a:pPr algn="l">
              <a:defRPr sz="1875" b="0">
                <a:solidFill>
                  <a:srgbClr val="202020"/>
                </a:solidFill>
                <a:latin typeface="Arial"/>
                <a:ea typeface="Arial"/>
                <a:cs typeface="Arial"/>
              </a:defRPr>
            </a:pPr>
            <a:r>
              <a:rPr sz="1875" b="0">
                <a:solidFill>
                  <a:srgbClr val="202020"/>
                </a:solidFill>
                <a:latin typeface="Arial"/>
                <a:ea typeface="Arial"/>
                <a:cs typeface="Arial"/>
              </a:rPr>
              <a:t>Count detections, missed attacks and false alarms.</a:t>
            </a:r>
          </a:p>
        </p:txBody>
      </p:sp>
    </p:spTree>
    <p:extLst>
      <p:ext uri="{BB962C8B-B14F-4D97-AF65-F5344CB8AC3E}">
        <p14:creationId xmlns:p14="http://schemas.microsoft.com/office/powerpoint/2010/main" val="5484416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Replay detection in one sensor</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9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78EED9D1-B255-4EEF-9D0F-630CFA30288A}"/>
              </a:ext>
            </a:extLst>
          </p:cNvPr>
          <p:cNvSpPr>
            <a:spLocks xmlns:a="http://schemas.openxmlformats.org/drawingml/2006/main" noGrp="1"/>
          </p:cNvSpPr>
          <p:nvPr/>
        </p:nvSpPr>
        <p:spPr>
          <a:xfrm xmlns:a="http://schemas.openxmlformats.org/drawingml/2006/main">
            <a:off x="1200150" y="1285875"/>
            <a:ext cx="728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vl1pPr algn="l">
              <a:defRPr sz="1875" b="0">
                <a:solidFill>
                  <a:srgbClr val="202020"/>
                </a:solidFill>
                <a:latin typeface="Arial"/>
                <a:ea typeface="Arial"/>
                <a:cs typeface="Arial"/>
              </a:defRPr>
            </a:lvl1pPr>
            <a:lvl2pPr algn="l">
              <a:defRPr sz="1875" b="0">
                <a:solidFill>
                  <a:srgbClr val="202020"/>
                </a:solidFill>
                <a:latin typeface="Arial"/>
                <a:ea typeface="Arial"/>
                <a:cs typeface="Arial"/>
              </a:defRPr>
            </a:lvl2pPr>
            <a:lvl3pPr algn="l">
              <a:defRPr sz="1875" b="0">
                <a:solidFill>
                  <a:srgbClr val="202020"/>
                </a:solidFill>
                <a:latin typeface="Arial"/>
                <a:ea typeface="Arial"/>
                <a:cs typeface="Arial"/>
              </a:defRPr>
            </a:lvl3pPr>
            <a:lvl4pPr algn="l">
              <a:defRPr sz="1875" b="0">
                <a:solidFill>
                  <a:srgbClr val="202020"/>
                </a:solidFill>
                <a:latin typeface="Arial"/>
                <a:ea typeface="Arial"/>
                <a:cs typeface="Arial"/>
              </a:defRPr>
            </a:lvl4pPr>
            <a:lvl5pPr algn="l">
              <a:defRPr sz="1875" b="0">
                <a:solidFill>
                  <a:srgbClr val="202020"/>
                </a:solidFill>
                <a:latin typeface="Arial"/>
                <a:ea typeface="Arial"/>
                <a:cs typeface="Arial"/>
              </a:defRPr>
            </a:lvl5pPr>
            <a:lvl6pPr algn="l">
              <a:defRPr sz="1875" b="0">
                <a:solidFill>
                  <a:srgbClr val="202020"/>
                </a:solidFill>
                <a:latin typeface="Arial"/>
                <a:ea typeface="Arial"/>
                <a:cs typeface="Arial"/>
              </a:defRPr>
            </a:lvl6pPr>
            <a:lvl7pPr algn="l">
              <a:defRPr sz="1875" b="0">
                <a:solidFill>
                  <a:srgbClr val="202020"/>
                </a:solidFill>
                <a:latin typeface="Arial"/>
                <a:ea typeface="Arial"/>
                <a:cs typeface="Arial"/>
              </a:defRPr>
            </a:lvl7pPr>
            <a:lvl8pPr algn="l">
              <a:defRPr sz="1875" b="0">
                <a:solidFill>
                  <a:srgbClr val="202020"/>
                </a:solidFill>
                <a:latin typeface="Arial"/>
                <a:ea typeface="Arial"/>
                <a:cs typeface="Arial"/>
              </a:defRPr>
            </a:lvl8pPr>
            <a:lvl9pPr algn="l">
              <a:defRPr sz="1875" b="0">
                <a:solidFill>
                  <a:srgbClr val="202020"/>
                </a:solidFill>
                <a:latin typeface="Arial"/>
                <a:ea typeface="Arial"/>
                <a:cs typeface="Arial"/>
              </a:defRPr>
            </a:lvl9pPr>
          </a:lstStyle>
          <a:p xmlns:a="http://schemas.openxmlformats.org/drawingml/2006/main">
            <a:pPr algn="l">
              <a:defRPr sz="1875" b="0">
                <a:solidFill>
                  <a:srgbClr val="202020"/>
                </a:solidFill>
                <a:latin typeface="Arial"/>
                <a:ea typeface="Arial"/>
                <a:cs typeface="Arial"/>
              </a:defRPr>
            </a:pPr>
            <a:r>
              <a:rPr sz="1875" b="0">
                <a:solidFill>
                  <a:srgbClr val="202020"/>
                </a:solidFill>
                <a:latin typeface="Arial"/>
                <a:ea typeface="Arial"/>
                <a:cs typeface="Arial"/>
              </a:rPr>
              <a:t>Modena, sensor 18: a reading from 3 hours earlier</a:t>
            </a:r>
          </a:p>
        </p:txBody>
      </p:sp>
      <p:sp>
        <p:nvSpPr>
          <p:cNvPr id="12" name="">
            <a:extLst xmlns:a="http://schemas.openxmlformats.org/drawingml/2006/main">
              <a:ext uri="{FF2B5EF4-FFF2-40B4-BE49-F238E27FC236}">
                <a16:creationId xmlns:a16="http://schemas.microsoft.com/office/drawing/2014/main" id="{904D52C8-28C9-4270-85DD-ADA707AFDA09}"/>
              </a:ext>
            </a:extLst>
          </p:cNvPr>
          <p:cNvSpPr>
            <a:spLocks xmlns:a="http://schemas.openxmlformats.org/drawingml/2006/main" noGrp="1"/>
          </p:cNvSpPr>
          <p:nvPr/>
        </p:nvSpPr>
        <p:spPr>
          <a:xfrm xmlns:a="http://schemas.openxmlformats.org/drawingml/2006/main">
            <a:off x="1200150" y="172402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1556F"/>
                </a:solidFill>
                <a:latin typeface="Arial"/>
                <a:ea typeface="Arial"/>
                <a:cs typeface="Arial"/>
              </a:defRPr>
            </a:defPPr>
            <a:lvl1pPr algn="l">
              <a:defRPr sz="1425" b="1">
                <a:solidFill>
                  <a:srgbClr val="31556F"/>
                </a:solidFill>
                <a:latin typeface="Arial"/>
                <a:ea typeface="Arial"/>
                <a:cs typeface="Arial"/>
              </a:defRPr>
            </a:lvl1pPr>
            <a:lvl2pPr algn="l">
              <a:defRPr sz="1425" b="1">
                <a:solidFill>
                  <a:srgbClr val="31556F"/>
                </a:solidFill>
                <a:latin typeface="Arial"/>
                <a:ea typeface="Arial"/>
                <a:cs typeface="Arial"/>
              </a:defRPr>
            </a:lvl2pPr>
            <a:lvl3pPr algn="l">
              <a:defRPr sz="1425" b="1">
                <a:solidFill>
                  <a:srgbClr val="31556F"/>
                </a:solidFill>
                <a:latin typeface="Arial"/>
                <a:ea typeface="Arial"/>
                <a:cs typeface="Arial"/>
              </a:defRPr>
            </a:lvl3pPr>
            <a:lvl4pPr algn="l">
              <a:defRPr sz="1425" b="1">
                <a:solidFill>
                  <a:srgbClr val="31556F"/>
                </a:solidFill>
                <a:latin typeface="Arial"/>
                <a:ea typeface="Arial"/>
                <a:cs typeface="Arial"/>
              </a:defRPr>
            </a:lvl4pPr>
            <a:lvl5pPr algn="l">
              <a:defRPr sz="1425" b="1">
                <a:solidFill>
                  <a:srgbClr val="31556F"/>
                </a:solidFill>
                <a:latin typeface="Arial"/>
                <a:ea typeface="Arial"/>
                <a:cs typeface="Arial"/>
              </a:defRPr>
            </a:lvl5pPr>
            <a:lvl6pPr algn="l">
              <a:defRPr sz="1425" b="1">
                <a:solidFill>
                  <a:srgbClr val="31556F"/>
                </a:solidFill>
                <a:latin typeface="Arial"/>
                <a:ea typeface="Arial"/>
                <a:cs typeface="Arial"/>
              </a:defRPr>
            </a:lvl6pPr>
            <a:lvl7pPr algn="l">
              <a:defRPr sz="1425" b="1">
                <a:solidFill>
                  <a:srgbClr val="31556F"/>
                </a:solidFill>
                <a:latin typeface="Arial"/>
                <a:ea typeface="Arial"/>
                <a:cs typeface="Arial"/>
              </a:defRPr>
            </a:lvl7pPr>
            <a:lvl8pPr algn="l">
              <a:defRPr sz="1425" b="1">
                <a:solidFill>
                  <a:srgbClr val="31556F"/>
                </a:solidFill>
                <a:latin typeface="Arial"/>
                <a:ea typeface="Arial"/>
                <a:cs typeface="Arial"/>
              </a:defRPr>
            </a:lvl8pPr>
            <a:lvl9pPr algn="l">
              <a:defRPr sz="1425" b="1">
                <a:solidFill>
                  <a:srgbClr val="31556F"/>
                </a:solidFill>
                <a:latin typeface="Arial"/>
                <a:ea typeface="Arial"/>
                <a:cs typeface="Arial"/>
              </a:defRPr>
            </a:lvl9pPr>
          </a:lstStyle>
          <a:p xmlns:a="http://schemas.openxmlformats.org/drawingml/2006/main">
            <a:pPr algn="l">
              <a:defRPr sz="1425" b="1">
                <a:solidFill>
                  <a:srgbClr val="31556F"/>
                </a:solidFill>
                <a:latin typeface="Arial"/>
                <a:ea typeface="Arial"/>
                <a:cs typeface="Arial"/>
              </a:defRPr>
            </a:pPr>
            <a:r>
              <a:rPr sz="1425" b="1">
                <a:solidFill>
                  <a:srgbClr val="31556F"/>
                </a:solidFill>
                <a:latin typeface="Arial"/>
                <a:ea typeface="Arial"/>
                <a:cs typeface="Arial"/>
              </a:rPr>
              <a:t>Normal reference</a:t>
            </a:r>
          </a:p>
        </p:txBody>
      </p:sp>
      <p:sp>
        <p:nvSpPr>
          <p:cNvPr id="13" name="">
            <a:extLst xmlns:a="http://schemas.openxmlformats.org/drawingml/2006/main">
              <a:ext uri="{FF2B5EF4-FFF2-40B4-BE49-F238E27FC236}">
                <a16:creationId xmlns:a16="http://schemas.microsoft.com/office/drawing/2014/main" id="{12E5B480-88DE-4204-B784-3C13D792F901}"/>
              </a:ext>
            </a:extLst>
          </p:cNvPr>
          <p:cNvSpPr>
            <a:spLocks xmlns:a="http://schemas.openxmlformats.org/drawingml/2006/main" noGrp="1"/>
          </p:cNvSpPr>
          <p:nvPr/>
        </p:nvSpPr>
        <p:spPr>
          <a:xfrm xmlns:a="http://schemas.openxmlformats.org/drawingml/2006/main">
            <a:off x="3171825" y="1724025"/>
            <a:ext cx="2028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888888"/>
                </a:solidFill>
                <a:latin typeface="Arial"/>
                <a:ea typeface="Arial"/>
                <a:cs typeface="Arial"/>
              </a:defRPr>
            </a:defPPr>
            <a:lvl1pPr algn="l">
              <a:defRPr sz="1425" b="1">
                <a:solidFill>
                  <a:srgbClr val="888888"/>
                </a:solidFill>
                <a:latin typeface="Arial"/>
                <a:ea typeface="Arial"/>
                <a:cs typeface="Arial"/>
              </a:defRPr>
            </a:lvl1pPr>
            <a:lvl2pPr algn="l">
              <a:defRPr sz="1425" b="1">
                <a:solidFill>
                  <a:srgbClr val="888888"/>
                </a:solidFill>
                <a:latin typeface="Arial"/>
                <a:ea typeface="Arial"/>
                <a:cs typeface="Arial"/>
              </a:defRPr>
            </a:lvl2pPr>
            <a:lvl3pPr algn="l">
              <a:defRPr sz="1425" b="1">
                <a:solidFill>
                  <a:srgbClr val="888888"/>
                </a:solidFill>
                <a:latin typeface="Arial"/>
                <a:ea typeface="Arial"/>
                <a:cs typeface="Arial"/>
              </a:defRPr>
            </a:lvl3pPr>
            <a:lvl4pPr algn="l">
              <a:defRPr sz="1425" b="1">
                <a:solidFill>
                  <a:srgbClr val="888888"/>
                </a:solidFill>
                <a:latin typeface="Arial"/>
                <a:ea typeface="Arial"/>
                <a:cs typeface="Arial"/>
              </a:defRPr>
            </a:lvl4pPr>
            <a:lvl5pPr algn="l">
              <a:defRPr sz="1425" b="1">
                <a:solidFill>
                  <a:srgbClr val="888888"/>
                </a:solidFill>
                <a:latin typeface="Arial"/>
                <a:ea typeface="Arial"/>
                <a:cs typeface="Arial"/>
              </a:defRPr>
            </a:lvl5pPr>
            <a:lvl6pPr algn="l">
              <a:defRPr sz="1425" b="1">
                <a:solidFill>
                  <a:srgbClr val="888888"/>
                </a:solidFill>
                <a:latin typeface="Arial"/>
                <a:ea typeface="Arial"/>
                <a:cs typeface="Arial"/>
              </a:defRPr>
            </a:lvl6pPr>
            <a:lvl7pPr algn="l">
              <a:defRPr sz="1425" b="1">
                <a:solidFill>
                  <a:srgbClr val="888888"/>
                </a:solidFill>
                <a:latin typeface="Arial"/>
                <a:ea typeface="Arial"/>
                <a:cs typeface="Arial"/>
              </a:defRPr>
            </a:lvl7pPr>
            <a:lvl8pPr algn="l">
              <a:defRPr sz="1425" b="1">
                <a:solidFill>
                  <a:srgbClr val="888888"/>
                </a:solidFill>
                <a:latin typeface="Arial"/>
                <a:ea typeface="Arial"/>
                <a:cs typeface="Arial"/>
              </a:defRPr>
            </a:lvl8pPr>
            <a:lvl9pPr algn="l">
              <a:defRPr sz="1425" b="1">
                <a:solidFill>
                  <a:srgbClr val="888888"/>
                </a:solidFill>
                <a:latin typeface="Arial"/>
                <a:ea typeface="Arial"/>
                <a:cs typeface="Arial"/>
              </a:defRPr>
            </a:lvl9pPr>
          </a:lstStyle>
          <a:p xmlns:a="http://schemas.openxmlformats.org/drawingml/2006/main">
            <a:pPr algn="l">
              <a:defRPr sz="1425" b="1">
                <a:solidFill>
                  <a:srgbClr val="888888"/>
                </a:solidFill>
                <a:latin typeface="Arial"/>
                <a:ea typeface="Arial"/>
                <a:cs typeface="Arial"/>
              </a:defRPr>
            </a:pPr>
            <a:r>
              <a:rPr sz="1425" b="1">
                <a:solidFill>
                  <a:srgbClr val="888888"/>
                </a:solidFill>
                <a:latin typeface="Arial"/>
                <a:ea typeface="Arial"/>
                <a:cs typeface="Arial"/>
              </a:rPr>
              <a:t>Unmodified reading</a:t>
            </a:r>
          </a:p>
        </p:txBody>
      </p:sp>
      <p:sp>
        <p:nvSpPr>
          <p:cNvPr id="14" name="">
            <a:extLst xmlns:a="http://schemas.openxmlformats.org/drawingml/2006/main">
              <a:ext uri="{FF2B5EF4-FFF2-40B4-BE49-F238E27FC236}">
                <a16:creationId xmlns:a16="http://schemas.microsoft.com/office/drawing/2014/main" id="{9B4F3BB1-5915-4C3C-A758-802EA5401124}"/>
              </a:ext>
            </a:extLst>
          </p:cNvPr>
          <p:cNvSpPr>
            <a:spLocks xmlns:a="http://schemas.openxmlformats.org/drawingml/2006/main" noGrp="1"/>
          </p:cNvSpPr>
          <p:nvPr/>
        </p:nvSpPr>
        <p:spPr>
          <a:xfrm xmlns:a="http://schemas.openxmlformats.org/drawingml/2006/main">
            <a:off x="5286375" y="172402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822433"/>
                </a:solidFill>
                <a:latin typeface="Arial"/>
                <a:ea typeface="Arial"/>
                <a:cs typeface="Arial"/>
              </a:defRPr>
            </a:defPPr>
            <a:lvl1pPr algn="l">
              <a:defRPr sz="1425" b="1">
                <a:solidFill>
                  <a:srgbClr val="822433"/>
                </a:solidFill>
                <a:latin typeface="Arial"/>
                <a:ea typeface="Arial"/>
                <a:cs typeface="Arial"/>
              </a:defRPr>
            </a:lvl1pPr>
            <a:lvl2pPr algn="l">
              <a:defRPr sz="1425" b="1">
                <a:solidFill>
                  <a:srgbClr val="822433"/>
                </a:solidFill>
                <a:latin typeface="Arial"/>
                <a:ea typeface="Arial"/>
                <a:cs typeface="Arial"/>
              </a:defRPr>
            </a:lvl2pPr>
            <a:lvl3pPr algn="l">
              <a:defRPr sz="1425" b="1">
                <a:solidFill>
                  <a:srgbClr val="822433"/>
                </a:solidFill>
                <a:latin typeface="Arial"/>
                <a:ea typeface="Arial"/>
                <a:cs typeface="Arial"/>
              </a:defRPr>
            </a:lvl3pPr>
            <a:lvl4pPr algn="l">
              <a:defRPr sz="1425" b="1">
                <a:solidFill>
                  <a:srgbClr val="822433"/>
                </a:solidFill>
                <a:latin typeface="Arial"/>
                <a:ea typeface="Arial"/>
                <a:cs typeface="Arial"/>
              </a:defRPr>
            </a:lvl4pPr>
            <a:lvl5pPr algn="l">
              <a:defRPr sz="1425" b="1">
                <a:solidFill>
                  <a:srgbClr val="822433"/>
                </a:solidFill>
                <a:latin typeface="Arial"/>
                <a:ea typeface="Arial"/>
                <a:cs typeface="Arial"/>
              </a:defRPr>
            </a:lvl5pPr>
            <a:lvl6pPr algn="l">
              <a:defRPr sz="1425" b="1">
                <a:solidFill>
                  <a:srgbClr val="822433"/>
                </a:solidFill>
                <a:latin typeface="Arial"/>
                <a:ea typeface="Arial"/>
                <a:cs typeface="Arial"/>
              </a:defRPr>
            </a:lvl6pPr>
            <a:lvl7pPr algn="l">
              <a:defRPr sz="1425" b="1">
                <a:solidFill>
                  <a:srgbClr val="822433"/>
                </a:solidFill>
                <a:latin typeface="Arial"/>
                <a:ea typeface="Arial"/>
                <a:cs typeface="Arial"/>
              </a:defRPr>
            </a:lvl7pPr>
            <a:lvl8pPr algn="l">
              <a:defRPr sz="1425" b="1">
                <a:solidFill>
                  <a:srgbClr val="822433"/>
                </a:solidFill>
                <a:latin typeface="Arial"/>
                <a:ea typeface="Arial"/>
                <a:cs typeface="Arial"/>
              </a:defRPr>
            </a:lvl8pPr>
            <a:lvl9pPr algn="l">
              <a:defRPr sz="1425" b="1">
                <a:solidFill>
                  <a:srgbClr val="822433"/>
                </a:solidFill>
                <a:latin typeface="Arial"/>
                <a:ea typeface="Arial"/>
                <a:cs typeface="Arial"/>
              </a:defRPr>
            </a:lvl9pPr>
          </a:lstStyle>
          <a:p xmlns:a="http://schemas.openxmlformats.org/drawingml/2006/main">
            <a:pPr algn="l">
              <a:defRPr sz="1425" b="1">
                <a:solidFill>
                  <a:srgbClr val="822433"/>
                </a:solidFill>
                <a:latin typeface="Arial"/>
                <a:ea typeface="Arial"/>
                <a:cs typeface="Arial"/>
              </a:defRPr>
            </a:pPr>
            <a:r>
              <a:rPr sz="1425" b="1">
                <a:solidFill>
                  <a:srgbClr val="822433"/>
                </a:solidFill>
                <a:latin typeface="Arial"/>
                <a:ea typeface="Arial"/>
                <a:cs typeface="Arial"/>
              </a:rPr>
              <a:t>Replayed reading</a:t>
            </a:r>
          </a:p>
        </p:txBody>
      </p:sp>
      <p:sp>
        <p:nvSpPr>
          <p:cNvPr id="15" name="">
            <a:extLst xmlns:a="http://schemas.openxmlformats.org/drawingml/2006/main">
              <a:ext uri="{FF2B5EF4-FFF2-40B4-BE49-F238E27FC236}">
                <a16:creationId xmlns:a16="http://schemas.microsoft.com/office/drawing/2014/main" id="{5D0E8801-A213-4436-9584-85F156F66988}"/>
              </a:ext>
            </a:extLst>
          </p:cNvPr>
          <p:cNvSpPr>
            <a:spLocks xmlns:a="http://schemas.openxmlformats.org/drawingml/2006/main" noGrp="1"/>
          </p:cNvSpPr>
          <p:nvPr/>
        </p:nvSpPr>
        <p:spPr>
          <a:xfrm xmlns:a="http://schemas.openxmlformats.org/drawingml/2006/main">
            <a:off x="1200150" y="2047875"/>
            <a:ext cx="523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02020"/>
                </a:solidFill>
                <a:latin typeface="Arial"/>
                <a:ea typeface="Arial"/>
                <a:cs typeface="Arial"/>
              </a:defRPr>
            </a:defPPr>
            <a:lvl1pPr algn="l">
              <a:defRPr sz="1500" b="1">
                <a:solidFill>
                  <a:srgbClr val="202020"/>
                </a:solidFill>
                <a:latin typeface="Arial"/>
                <a:ea typeface="Arial"/>
                <a:cs typeface="Arial"/>
              </a:defRPr>
            </a:lvl1pPr>
            <a:lvl2pPr algn="l">
              <a:defRPr sz="1500" b="1">
                <a:solidFill>
                  <a:srgbClr val="202020"/>
                </a:solidFill>
                <a:latin typeface="Arial"/>
                <a:ea typeface="Arial"/>
                <a:cs typeface="Arial"/>
              </a:defRPr>
            </a:lvl2pPr>
            <a:lvl3pPr algn="l">
              <a:defRPr sz="1500" b="1">
                <a:solidFill>
                  <a:srgbClr val="202020"/>
                </a:solidFill>
                <a:latin typeface="Arial"/>
                <a:ea typeface="Arial"/>
                <a:cs typeface="Arial"/>
              </a:defRPr>
            </a:lvl3pPr>
            <a:lvl4pPr algn="l">
              <a:defRPr sz="1500" b="1">
                <a:solidFill>
                  <a:srgbClr val="202020"/>
                </a:solidFill>
                <a:latin typeface="Arial"/>
                <a:ea typeface="Arial"/>
                <a:cs typeface="Arial"/>
              </a:defRPr>
            </a:lvl4pPr>
            <a:lvl5pPr algn="l">
              <a:defRPr sz="1500" b="1">
                <a:solidFill>
                  <a:srgbClr val="202020"/>
                </a:solidFill>
                <a:latin typeface="Arial"/>
                <a:ea typeface="Arial"/>
                <a:cs typeface="Arial"/>
              </a:defRPr>
            </a:lvl5pPr>
            <a:lvl6pPr algn="l">
              <a:defRPr sz="1500" b="1">
                <a:solidFill>
                  <a:srgbClr val="202020"/>
                </a:solidFill>
                <a:latin typeface="Arial"/>
                <a:ea typeface="Arial"/>
                <a:cs typeface="Arial"/>
              </a:defRPr>
            </a:lvl6pPr>
            <a:lvl7pPr algn="l">
              <a:defRPr sz="1500" b="1">
                <a:solidFill>
                  <a:srgbClr val="202020"/>
                </a:solidFill>
                <a:latin typeface="Arial"/>
                <a:ea typeface="Arial"/>
                <a:cs typeface="Arial"/>
              </a:defRPr>
            </a:lvl7pPr>
            <a:lvl8pPr algn="l">
              <a:defRPr sz="1500" b="1">
                <a:solidFill>
                  <a:srgbClr val="202020"/>
                </a:solidFill>
                <a:latin typeface="Arial"/>
                <a:ea typeface="Arial"/>
                <a:cs typeface="Arial"/>
              </a:defRPr>
            </a:lvl8pPr>
            <a:lvl9pPr algn="l">
              <a:defRPr sz="1500" b="1">
                <a:solidFill>
                  <a:srgbClr val="202020"/>
                </a:solidFill>
                <a:latin typeface="Arial"/>
                <a:ea typeface="Arial"/>
                <a:cs typeface="Arial"/>
              </a:defRPr>
            </a:lvl9pPr>
          </a:lstStyle>
          <a:p xmlns:a="http://schemas.openxmlformats.org/drawingml/2006/main">
            <a:pPr algn="l">
              <a:defRPr sz="1500" b="1">
                <a:solidFill>
                  <a:srgbClr val="202020"/>
                </a:solidFill>
                <a:latin typeface="Arial"/>
                <a:ea typeface="Arial"/>
                <a:cs typeface="Arial"/>
              </a:defRPr>
            </a:pPr>
            <a:r>
              <a:rPr sz="1500" b="1">
                <a:solidFill>
                  <a:srgbClr val="202020"/>
                </a:solidFill>
                <a:latin typeface="Arial"/>
                <a:ea typeface="Arial"/>
                <a:cs typeface="Arial"/>
              </a:rPr>
              <a:t>Pressure (m)</a:t>
            </a:r>
          </a:p>
        </p:txBody>
      </p:sp>
      <p:graphicFrame>
        <p:nvGraphicFramePr>
          <p:cNvPr id="16" name="Chart">
            <a:extLst xmlns:a="http://schemas.openxmlformats.org/drawingml/2006/main">
              <a:ext uri="{FF2B5EF4-FFF2-40B4-BE49-F238E27FC236}">
                <a16:creationId xmlns:a16="http://schemas.microsoft.com/office/drawing/2014/main" id="{22B1B13B-DB3A-44D0-AAE7-BEA8A0C79923}"/>
              </a:ext>
            </a:extLst>
          </p:cNvPr>
          <p:cNvGraphicFramePr/>
          <p:nvPr/>
        </p:nvGraphicFramePr>
        <p:xfrm>
          <a:off xmlns:a="http://schemas.openxmlformats.org/drawingml/2006/main" x="1200150" y="2324100"/>
          <a:ext xmlns:a="http://schemas.openxmlformats.org/drawingml/2006/main" cx="4953000" cy="1571625"/>
        </p:xfrm>
        <a:graphic xmlns:a="http://schemas.openxmlformats.org/drawingml/2006/main">
          <a:graphicData uri="http://schemas.openxmlformats.org/drawingml/2006/chart">
            <c:chart xmlns:r="http://schemas.openxmlformats.org/officeDocument/2006/relationships" xmlns:c="http://schemas.openxmlformats.org/drawingml/2006/chart" r:id="Rbabbadec69b746fa"/>
          </a:graphicData>
        </a:graphic>
      </p:graphicFrame>
      <p:sp>
        <p:nvSpPr>
          <p:cNvPr id="17" name="">
            <a:extLst xmlns:a="http://schemas.openxmlformats.org/drawingml/2006/main">
              <a:ext uri="{FF2B5EF4-FFF2-40B4-BE49-F238E27FC236}">
                <a16:creationId xmlns:a16="http://schemas.microsoft.com/office/drawing/2014/main" id="{E8B1F1C6-8AA4-4A97-A784-9AC86CA8481D}"/>
              </a:ext>
            </a:extLst>
          </p:cNvPr>
          <p:cNvSpPr>
            <a:spLocks xmlns:a="http://schemas.openxmlformats.org/drawingml/2006/main" noGrp="1"/>
          </p:cNvSpPr>
          <p:nvPr/>
        </p:nvSpPr>
        <p:spPr>
          <a:xfrm xmlns:a="http://schemas.openxmlformats.org/drawingml/2006/main">
            <a:off x="1200150" y="39719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02020"/>
                </a:solidFill>
                <a:latin typeface="Arial"/>
                <a:ea typeface="Arial"/>
                <a:cs typeface="Arial"/>
              </a:defRPr>
            </a:defPPr>
            <a:lvl1pPr algn="l">
              <a:defRPr sz="1500" b="1">
                <a:solidFill>
                  <a:srgbClr val="202020"/>
                </a:solidFill>
                <a:latin typeface="Arial"/>
                <a:ea typeface="Arial"/>
                <a:cs typeface="Arial"/>
              </a:defRPr>
            </a:lvl1pPr>
            <a:lvl2pPr algn="l">
              <a:defRPr sz="1500" b="1">
                <a:solidFill>
                  <a:srgbClr val="202020"/>
                </a:solidFill>
                <a:latin typeface="Arial"/>
                <a:ea typeface="Arial"/>
                <a:cs typeface="Arial"/>
              </a:defRPr>
            </a:lvl2pPr>
            <a:lvl3pPr algn="l">
              <a:defRPr sz="1500" b="1">
                <a:solidFill>
                  <a:srgbClr val="202020"/>
                </a:solidFill>
                <a:latin typeface="Arial"/>
                <a:ea typeface="Arial"/>
                <a:cs typeface="Arial"/>
              </a:defRPr>
            </a:lvl3pPr>
            <a:lvl4pPr algn="l">
              <a:defRPr sz="1500" b="1">
                <a:solidFill>
                  <a:srgbClr val="202020"/>
                </a:solidFill>
                <a:latin typeface="Arial"/>
                <a:ea typeface="Arial"/>
                <a:cs typeface="Arial"/>
              </a:defRPr>
            </a:lvl4pPr>
            <a:lvl5pPr algn="l">
              <a:defRPr sz="1500" b="1">
                <a:solidFill>
                  <a:srgbClr val="202020"/>
                </a:solidFill>
                <a:latin typeface="Arial"/>
                <a:ea typeface="Arial"/>
                <a:cs typeface="Arial"/>
              </a:defRPr>
            </a:lvl5pPr>
            <a:lvl6pPr algn="l">
              <a:defRPr sz="1500" b="1">
                <a:solidFill>
                  <a:srgbClr val="202020"/>
                </a:solidFill>
                <a:latin typeface="Arial"/>
                <a:ea typeface="Arial"/>
                <a:cs typeface="Arial"/>
              </a:defRPr>
            </a:lvl6pPr>
            <a:lvl7pPr algn="l">
              <a:defRPr sz="1500" b="1">
                <a:solidFill>
                  <a:srgbClr val="202020"/>
                </a:solidFill>
                <a:latin typeface="Arial"/>
                <a:ea typeface="Arial"/>
                <a:cs typeface="Arial"/>
              </a:defRPr>
            </a:lvl7pPr>
            <a:lvl8pPr algn="l">
              <a:defRPr sz="1500" b="1">
                <a:solidFill>
                  <a:srgbClr val="202020"/>
                </a:solidFill>
                <a:latin typeface="Arial"/>
                <a:ea typeface="Arial"/>
                <a:cs typeface="Arial"/>
              </a:defRPr>
            </a:lvl8pPr>
            <a:lvl9pPr algn="l">
              <a:defRPr sz="1500" b="1">
                <a:solidFill>
                  <a:srgbClr val="202020"/>
                </a:solidFill>
                <a:latin typeface="Arial"/>
                <a:ea typeface="Arial"/>
                <a:cs typeface="Arial"/>
              </a:defRPr>
            </a:lvl9pPr>
          </a:lstStyle>
          <a:p xmlns:a="http://schemas.openxmlformats.org/drawingml/2006/main">
            <a:pPr algn="l">
              <a:defRPr sz="1500" b="1">
                <a:solidFill>
                  <a:srgbClr val="202020"/>
                </a:solidFill>
                <a:latin typeface="Arial"/>
                <a:ea typeface="Arial"/>
                <a:cs typeface="Arial"/>
              </a:defRPr>
            </a:pPr>
            <a:r>
              <a:rPr sz="1500" b="1">
                <a:solidFill>
                  <a:srgbClr val="202020"/>
                </a:solidFill>
                <a:latin typeface="Arial"/>
                <a:ea typeface="Arial"/>
                <a:cs typeface="Arial"/>
              </a:rPr>
              <a:t>General expert score</a:t>
            </a:r>
          </a:p>
        </p:txBody>
      </p:sp>
      <p:sp>
        <p:nvSpPr>
          <p:cNvPr id="18" name="">
            <a:extLst xmlns:a="http://schemas.openxmlformats.org/drawingml/2006/main">
              <a:ext uri="{FF2B5EF4-FFF2-40B4-BE49-F238E27FC236}">
                <a16:creationId xmlns:a16="http://schemas.microsoft.com/office/drawing/2014/main" id="{E26B7FEF-0101-4A5C-8AE8-79E181A834C7}"/>
              </a:ext>
            </a:extLst>
          </p:cNvPr>
          <p:cNvSpPr>
            <a:spLocks xmlns:a="http://schemas.openxmlformats.org/drawingml/2006/main" noGrp="1"/>
          </p:cNvSpPr>
          <p:nvPr/>
        </p:nvSpPr>
        <p:spPr>
          <a:xfrm xmlns:a="http://schemas.openxmlformats.org/drawingml/2006/main">
            <a:off x="3810000" y="3971925"/>
            <a:ext cx="2714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822433"/>
                </a:solidFill>
                <a:latin typeface="Arial"/>
                <a:ea typeface="Arial"/>
                <a:cs typeface="Arial"/>
              </a:defRPr>
            </a:defPPr>
            <a:lvl1pPr algn="l">
              <a:defRPr sz="1350" b="0">
                <a:solidFill>
                  <a:srgbClr val="822433"/>
                </a:solidFill>
                <a:latin typeface="Arial"/>
                <a:ea typeface="Arial"/>
                <a:cs typeface="Arial"/>
              </a:defRPr>
            </a:lvl1pPr>
            <a:lvl2pPr algn="l">
              <a:defRPr sz="1350" b="0">
                <a:solidFill>
                  <a:srgbClr val="822433"/>
                </a:solidFill>
                <a:latin typeface="Arial"/>
                <a:ea typeface="Arial"/>
                <a:cs typeface="Arial"/>
              </a:defRPr>
            </a:lvl2pPr>
            <a:lvl3pPr algn="l">
              <a:defRPr sz="1350" b="0">
                <a:solidFill>
                  <a:srgbClr val="822433"/>
                </a:solidFill>
                <a:latin typeface="Arial"/>
                <a:ea typeface="Arial"/>
                <a:cs typeface="Arial"/>
              </a:defRPr>
            </a:lvl3pPr>
            <a:lvl4pPr algn="l">
              <a:defRPr sz="1350" b="0">
                <a:solidFill>
                  <a:srgbClr val="822433"/>
                </a:solidFill>
                <a:latin typeface="Arial"/>
                <a:ea typeface="Arial"/>
                <a:cs typeface="Arial"/>
              </a:defRPr>
            </a:lvl4pPr>
            <a:lvl5pPr algn="l">
              <a:defRPr sz="1350" b="0">
                <a:solidFill>
                  <a:srgbClr val="822433"/>
                </a:solidFill>
                <a:latin typeface="Arial"/>
                <a:ea typeface="Arial"/>
                <a:cs typeface="Arial"/>
              </a:defRPr>
            </a:lvl5pPr>
            <a:lvl6pPr algn="l">
              <a:defRPr sz="1350" b="0">
                <a:solidFill>
                  <a:srgbClr val="822433"/>
                </a:solidFill>
                <a:latin typeface="Arial"/>
                <a:ea typeface="Arial"/>
                <a:cs typeface="Arial"/>
              </a:defRPr>
            </a:lvl6pPr>
            <a:lvl7pPr algn="l">
              <a:defRPr sz="1350" b="0">
                <a:solidFill>
                  <a:srgbClr val="822433"/>
                </a:solidFill>
                <a:latin typeface="Arial"/>
                <a:ea typeface="Arial"/>
                <a:cs typeface="Arial"/>
              </a:defRPr>
            </a:lvl7pPr>
            <a:lvl8pPr algn="l">
              <a:defRPr sz="1350" b="0">
                <a:solidFill>
                  <a:srgbClr val="822433"/>
                </a:solidFill>
                <a:latin typeface="Arial"/>
                <a:ea typeface="Arial"/>
                <a:cs typeface="Arial"/>
              </a:defRPr>
            </a:lvl8pPr>
            <a:lvl9pPr algn="l">
              <a:defRPr sz="1350" b="0">
                <a:solidFill>
                  <a:srgbClr val="822433"/>
                </a:solidFill>
                <a:latin typeface="Arial"/>
                <a:ea typeface="Arial"/>
                <a:cs typeface="Arial"/>
              </a:defRPr>
            </a:lvl9pPr>
          </a:lstStyle>
          <a:p xmlns:a="http://schemas.openxmlformats.org/drawingml/2006/main">
            <a:pPr algn="l">
              <a:defRPr sz="1350" b="0">
                <a:solidFill>
                  <a:srgbClr val="822433"/>
                </a:solidFill>
                <a:latin typeface="Arial"/>
                <a:ea typeface="Arial"/>
                <a:cs typeface="Arial"/>
              </a:defRPr>
            </a:pPr>
            <a:r>
              <a:rPr sz="1350" b="0">
                <a:solidFill>
                  <a:srgbClr val="822433"/>
                </a:solidFill>
                <a:latin typeface="Arial"/>
                <a:ea typeface="Arial"/>
                <a:cs typeface="Arial"/>
              </a:rPr>
              <a:t>Decision threshold: 0.9852</a:t>
            </a:r>
          </a:p>
        </p:txBody>
      </p:sp>
      <p:graphicFrame>
        <p:nvGraphicFramePr>
          <p:cNvPr id="19" name="Chart">
            <a:extLst xmlns:a="http://schemas.openxmlformats.org/drawingml/2006/main">
              <a:ext uri="{FF2B5EF4-FFF2-40B4-BE49-F238E27FC236}">
                <a16:creationId xmlns:a16="http://schemas.microsoft.com/office/drawing/2014/main" id="{BDD07900-BC3B-4330-B34B-183CB6502EF6}"/>
              </a:ext>
            </a:extLst>
          </p:cNvPr>
          <p:cNvGraphicFramePr/>
          <p:nvPr/>
        </p:nvGraphicFramePr>
        <p:xfrm>
          <a:off xmlns:a="http://schemas.openxmlformats.org/drawingml/2006/main" x="1200150" y="4257675"/>
          <a:ext xmlns:a="http://schemas.openxmlformats.org/drawingml/2006/main" cx="4953000" cy="1352550"/>
        </p:xfrm>
        <a:graphic xmlns:a="http://schemas.openxmlformats.org/drawingml/2006/main">
          <a:graphicData uri="http://schemas.openxmlformats.org/drawingml/2006/chart">
            <c:chart xmlns:r="http://schemas.openxmlformats.org/officeDocument/2006/relationships" xmlns:c="http://schemas.openxmlformats.org/drawingml/2006/chart" r:id="Raad4e14405ba4313"/>
          </a:graphicData>
        </a:graphic>
      </p:graphicFrame>
      <p:sp>
        <p:nvSpPr>
          <p:cNvPr id="20" name="">
            <a:extLst xmlns:a="http://schemas.openxmlformats.org/drawingml/2006/main">
              <a:ext uri="{FF2B5EF4-FFF2-40B4-BE49-F238E27FC236}">
                <a16:creationId xmlns:a16="http://schemas.microsoft.com/office/drawing/2014/main" id="{EAE69294-A518-4914-BB99-36C42FCA1CCC}"/>
              </a:ext>
            </a:extLst>
          </p:cNvPr>
          <p:cNvSpPr>
            <a:spLocks xmlns:a="http://schemas.openxmlformats.org/drawingml/2006/main" noGrp="1"/>
          </p:cNvSpPr>
          <p:nvPr/>
        </p:nvSpPr>
        <p:spPr>
          <a:xfrm xmlns:a="http://schemas.openxmlformats.org/drawingml/2006/main">
            <a:off x="3000375" y="5572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02020"/>
                </a:solidFill>
                <a:latin typeface="Arial"/>
                <a:ea typeface="Arial"/>
                <a:cs typeface="Arial"/>
              </a:defRPr>
            </a:defPPr>
            <a:lvl1pPr algn="l">
              <a:defRPr sz="1350" b="0">
                <a:solidFill>
                  <a:srgbClr val="202020"/>
                </a:solidFill>
                <a:latin typeface="Arial"/>
                <a:ea typeface="Arial"/>
                <a:cs typeface="Arial"/>
              </a:defRPr>
            </a:lvl1pPr>
            <a:lvl2pPr algn="l">
              <a:defRPr sz="1350" b="0">
                <a:solidFill>
                  <a:srgbClr val="202020"/>
                </a:solidFill>
                <a:latin typeface="Arial"/>
                <a:ea typeface="Arial"/>
                <a:cs typeface="Arial"/>
              </a:defRPr>
            </a:lvl2pPr>
            <a:lvl3pPr algn="l">
              <a:defRPr sz="1350" b="0">
                <a:solidFill>
                  <a:srgbClr val="202020"/>
                </a:solidFill>
                <a:latin typeface="Arial"/>
                <a:ea typeface="Arial"/>
                <a:cs typeface="Arial"/>
              </a:defRPr>
            </a:lvl3pPr>
            <a:lvl4pPr algn="l">
              <a:defRPr sz="1350" b="0">
                <a:solidFill>
                  <a:srgbClr val="202020"/>
                </a:solidFill>
                <a:latin typeface="Arial"/>
                <a:ea typeface="Arial"/>
                <a:cs typeface="Arial"/>
              </a:defRPr>
            </a:lvl4pPr>
            <a:lvl5pPr algn="l">
              <a:defRPr sz="1350" b="0">
                <a:solidFill>
                  <a:srgbClr val="202020"/>
                </a:solidFill>
                <a:latin typeface="Arial"/>
                <a:ea typeface="Arial"/>
                <a:cs typeface="Arial"/>
              </a:defRPr>
            </a:lvl5pPr>
            <a:lvl6pPr algn="l">
              <a:defRPr sz="1350" b="0">
                <a:solidFill>
                  <a:srgbClr val="202020"/>
                </a:solidFill>
                <a:latin typeface="Arial"/>
                <a:ea typeface="Arial"/>
                <a:cs typeface="Arial"/>
              </a:defRPr>
            </a:lvl6pPr>
            <a:lvl7pPr algn="l">
              <a:defRPr sz="1350" b="0">
                <a:solidFill>
                  <a:srgbClr val="202020"/>
                </a:solidFill>
                <a:latin typeface="Arial"/>
                <a:ea typeface="Arial"/>
                <a:cs typeface="Arial"/>
              </a:defRPr>
            </a:lvl7pPr>
            <a:lvl8pPr algn="l">
              <a:defRPr sz="1350" b="0">
                <a:solidFill>
                  <a:srgbClr val="202020"/>
                </a:solidFill>
                <a:latin typeface="Arial"/>
                <a:ea typeface="Arial"/>
                <a:cs typeface="Arial"/>
              </a:defRPr>
            </a:lvl8pPr>
            <a:lvl9pPr algn="l">
              <a:defRPr sz="1350" b="0">
                <a:solidFill>
                  <a:srgbClr val="202020"/>
                </a:solidFill>
                <a:latin typeface="Arial"/>
                <a:ea typeface="Arial"/>
                <a:cs typeface="Arial"/>
              </a:defRPr>
            </a:lvl9pPr>
          </a:lstStyle>
          <a:p xmlns:a="http://schemas.openxmlformats.org/drawingml/2006/main">
            <a:pPr algn="l">
              <a:defRPr sz="1350" b="0">
                <a:solidFill>
                  <a:srgbClr val="202020"/>
                </a:solidFill>
                <a:latin typeface="Arial"/>
                <a:ea typeface="Arial"/>
                <a:cs typeface="Arial"/>
              </a:defRPr>
            </a:pPr>
            <a:r>
              <a:rPr sz="1350" b="0">
                <a:solidFill>
                  <a:srgbClr val="202020"/>
                </a:solidFill>
                <a:latin typeface="Arial"/>
                <a:ea typeface="Arial"/>
                <a:cs typeface="Arial"/>
              </a:rPr>
              <a:t>Time (hours)</a:t>
            </a:r>
          </a:p>
        </p:txBody>
      </p:sp>
      <p:sp>
        <p:nvSpPr>
          <p:cNvPr id="21" name="">
            <a:extLst xmlns:a="http://schemas.openxmlformats.org/drawingml/2006/main">
              <a:ext uri="{FF2B5EF4-FFF2-40B4-BE49-F238E27FC236}">
                <a16:creationId xmlns:a16="http://schemas.microsoft.com/office/drawing/2014/main" id="{953DC628-5EA0-4C4A-AD83-5F94EDC93003}"/>
              </a:ext>
            </a:extLst>
          </p:cNvPr>
          <p:cNvSpPr>
            <a:spLocks xmlns:a="http://schemas.openxmlformats.org/drawingml/2006/main" noGrp="1"/>
          </p:cNvSpPr>
          <p:nvPr/>
        </p:nvSpPr>
        <p:spPr>
          <a:xfrm xmlns:a="http://schemas.openxmlformats.org/drawingml/2006/main">
            <a:off x="6438900" y="2257425"/>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2433"/>
                </a:solidFill>
                <a:latin typeface="Arial"/>
                <a:ea typeface="Arial"/>
                <a:cs typeface="Arial"/>
              </a:defRPr>
            </a:defPPr>
            <a:lvl1pPr algn="l">
              <a:defRPr sz="1875" b="1">
                <a:solidFill>
                  <a:srgbClr val="822433"/>
                </a:solidFill>
                <a:latin typeface="Arial"/>
                <a:ea typeface="Arial"/>
                <a:cs typeface="Arial"/>
              </a:defRPr>
            </a:lvl1pPr>
            <a:lvl2pPr algn="l">
              <a:defRPr sz="1875" b="1">
                <a:solidFill>
                  <a:srgbClr val="822433"/>
                </a:solidFill>
                <a:latin typeface="Arial"/>
                <a:ea typeface="Arial"/>
                <a:cs typeface="Arial"/>
              </a:defRPr>
            </a:lvl2pPr>
            <a:lvl3pPr algn="l">
              <a:defRPr sz="1875" b="1">
                <a:solidFill>
                  <a:srgbClr val="822433"/>
                </a:solidFill>
                <a:latin typeface="Arial"/>
                <a:ea typeface="Arial"/>
                <a:cs typeface="Arial"/>
              </a:defRPr>
            </a:lvl3pPr>
            <a:lvl4pPr algn="l">
              <a:defRPr sz="1875" b="1">
                <a:solidFill>
                  <a:srgbClr val="822433"/>
                </a:solidFill>
                <a:latin typeface="Arial"/>
                <a:ea typeface="Arial"/>
                <a:cs typeface="Arial"/>
              </a:defRPr>
            </a:lvl4pPr>
            <a:lvl5pPr algn="l">
              <a:defRPr sz="1875" b="1">
                <a:solidFill>
                  <a:srgbClr val="822433"/>
                </a:solidFill>
                <a:latin typeface="Arial"/>
                <a:ea typeface="Arial"/>
                <a:cs typeface="Arial"/>
              </a:defRPr>
            </a:lvl5pPr>
            <a:lvl6pPr algn="l">
              <a:defRPr sz="1875" b="1">
                <a:solidFill>
                  <a:srgbClr val="822433"/>
                </a:solidFill>
                <a:latin typeface="Arial"/>
                <a:ea typeface="Arial"/>
                <a:cs typeface="Arial"/>
              </a:defRPr>
            </a:lvl6pPr>
            <a:lvl7pPr algn="l">
              <a:defRPr sz="1875" b="1">
                <a:solidFill>
                  <a:srgbClr val="822433"/>
                </a:solidFill>
                <a:latin typeface="Arial"/>
                <a:ea typeface="Arial"/>
                <a:cs typeface="Arial"/>
              </a:defRPr>
            </a:lvl7pPr>
            <a:lvl8pPr algn="l">
              <a:defRPr sz="1875" b="1">
                <a:solidFill>
                  <a:srgbClr val="822433"/>
                </a:solidFill>
                <a:latin typeface="Arial"/>
                <a:ea typeface="Arial"/>
                <a:cs typeface="Arial"/>
              </a:defRPr>
            </a:lvl8pPr>
            <a:lvl9pPr algn="l">
              <a:defRPr sz="1875" b="1">
                <a:solidFill>
                  <a:srgbClr val="822433"/>
                </a:solidFill>
                <a:latin typeface="Arial"/>
                <a:ea typeface="Arial"/>
                <a:cs typeface="Arial"/>
              </a:defRPr>
            </a:lvl9pPr>
          </a:lstStyle>
          <a:p xmlns:a="http://schemas.openxmlformats.org/drawingml/2006/main">
            <a:pPr algn="l">
              <a:defRPr sz="1875" b="1">
                <a:solidFill>
                  <a:srgbClr val="822433"/>
                </a:solidFill>
                <a:latin typeface="Arial"/>
                <a:ea typeface="Arial"/>
                <a:cs typeface="Arial"/>
              </a:defRPr>
            </a:pPr>
            <a:r>
              <a:rPr sz="1875" b="1">
                <a:solidFill>
                  <a:srgbClr val="822433"/>
                </a:solidFill>
                <a:latin typeface="Arial"/>
                <a:ea typeface="Arial"/>
                <a:cs typeface="Arial"/>
              </a:rPr>
              <a:t>At hour 137</a:t>
            </a:r>
          </a:p>
        </p:txBody>
      </p:sp>
      <p:sp>
        <p:nvSpPr>
          <p:cNvPr id="22" name="">
            <a:extLst xmlns:a="http://schemas.openxmlformats.org/drawingml/2006/main">
              <a:ext uri="{FF2B5EF4-FFF2-40B4-BE49-F238E27FC236}">
                <a16:creationId xmlns:a16="http://schemas.microsoft.com/office/drawing/2014/main" id="{62567530-DDCE-45EB-B288-4C061966AB99}"/>
              </a:ext>
            </a:extLst>
          </p:cNvPr>
          <p:cNvSpPr>
            <a:spLocks xmlns:a="http://schemas.openxmlformats.org/drawingml/2006/main" noGrp="1"/>
          </p:cNvSpPr>
          <p:nvPr/>
        </p:nvSpPr>
        <p:spPr>
          <a:xfrm xmlns:a="http://schemas.openxmlformats.org/drawingml/2006/main">
            <a:off x="6438900" y="2676525"/>
            <a:ext cx="2047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020"/>
                </a:solidFill>
                <a:latin typeface="Arial"/>
                <a:ea typeface="Arial"/>
                <a:cs typeface="Arial"/>
              </a:defRPr>
            </a:defPPr>
            <a:lvl1pPr algn="l">
              <a:defRPr sz="1575" b="0">
                <a:solidFill>
                  <a:srgbClr val="202020"/>
                </a:solidFill>
                <a:latin typeface="Arial"/>
                <a:ea typeface="Arial"/>
                <a:cs typeface="Arial"/>
              </a:defRPr>
            </a:lvl1pPr>
            <a:lvl2pPr algn="l">
              <a:defRPr sz="1575" b="0">
                <a:solidFill>
                  <a:srgbClr val="202020"/>
                </a:solidFill>
                <a:latin typeface="Arial"/>
                <a:ea typeface="Arial"/>
                <a:cs typeface="Arial"/>
              </a:defRPr>
            </a:lvl2pPr>
            <a:lvl3pPr algn="l">
              <a:defRPr sz="1575" b="0">
                <a:solidFill>
                  <a:srgbClr val="202020"/>
                </a:solidFill>
                <a:latin typeface="Arial"/>
                <a:ea typeface="Arial"/>
                <a:cs typeface="Arial"/>
              </a:defRPr>
            </a:lvl3pPr>
            <a:lvl4pPr algn="l">
              <a:defRPr sz="1575" b="0">
                <a:solidFill>
                  <a:srgbClr val="202020"/>
                </a:solidFill>
                <a:latin typeface="Arial"/>
                <a:ea typeface="Arial"/>
                <a:cs typeface="Arial"/>
              </a:defRPr>
            </a:lvl4pPr>
            <a:lvl5pPr algn="l">
              <a:defRPr sz="1575" b="0">
                <a:solidFill>
                  <a:srgbClr val="202020"/>
                </a:solidFill>
                <a:latin typeface="Arial"/>
                <a:ea typeface="Arial"/>
                <a:cs typeface="Arial"/>
              </a:defRPr>
            </a:lvl5pPr>
            <a:lvl6pPr algn="l">
              <a:defRPr sz="1575" b="0">
                <a:solidFill>
                  <a:srgbClr val="202020"/>
                </a:solidFill>
                <a:latin typeface="Arial"/>
                <a:ea typeface="Arial"/>
                <a:cs typeface="Arial"/>
              </a:defRPr>
            </a:lvl6pPr>
            <a:lvl7pPr algn="l">
              <a:defRPr sz="1575" b="0">
                <a:solidFill>
                  <a:srgbClr val="202020"/>
                </a:solidFill>
                <a:latin typeface="Arial"/>
                <a:ea typeface="Arial"/>
                <a:cs typeface="Arial"/>
              </a:defRPr>
            </a:lvl7pPr>
            <a:lvl8pPr algn="l">
              <a:defRPr sz="1575" b="0">
                <a:solidFill>
                  <a:srgbClr val="202020"/>
                </a:solidFill>
                <a:latin typeface="Arial"/>
                <a:ea typeface="Arial"/>
                <a:cs typeface="Arial"/>
              </a:defRPr>
            </a:lvl8pPr>
            <a:lvl9pPr algn="l">
              <a:defRPr sz="1575" b="0">
                <a:solidFill>
                  <a:srgbClr val="202020"/>
                </a:solidFill>
                <a:latin typeface="Arial"/>
                <a:ea typeface="Arial"/>
                <a:cs typeface="Arial"/>
              </a:defRPr>
            </a:lvl9pPr>
          </a:lstStyle>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Received: 34.26 m</a:t>
            </a:r>
          </a:p>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Expected: 32.42 m</a:t>
            </a:r>
          </a:p>
        </p:txBody>
      </p:sp>
      <p:sp>
        <p:nvSpPr>
          <p:cNvPr id="23" name="">
            <a:extLst xmlns:a="http://schemas.openxmlformats.org/drawingml/2006/main">
              <a:ext uri="{FF2B5EF4-FFF2-40B4-BE49-F238E27FC236}">
                <a16:creationId xmlns:a16="http://schemas.microsoft.com/office/drawing/2014/main" id="{3747FB4D-3DE7-42F1-8D13-F59AFE0C7064}"/>
              </a:ext>
            </a:extLst>
          </p:cNvPr>
          <p:cNvSpPr>
            <a:spLocks xmlns:a="http://schemas.openxmlformats.org/drawingml/2006/main" noGrp="1"/>
          </p:cNvSpPr>
          <p:nvPr/>
        </p:nvSpPr>
        <p:spPr>
          <a:xfrm xmlns:a="http://schemas.openxmlformats.org/drawingml/2006/main">
            <a:off x="6438900" y="3514725"/>
            <a:ext cx="2047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020"/>
                </a:solidFill>
                <a:latin typeface="Arial"/>
                <a:ea typeface="Arial"/>
                <a:cs typeface="Arial"/>
              </a:defRPr>
            </a:defPPr>
            <a:lvl1pPr algn="l">
              <a:defRPr sz="1575" b="0">
                <a:solidFill>
                  <a:srgbClr val="202020"/>
                </a:solidFill>
                <a:latin typeface="Arial"/>
                <a:ea typeface="Arial"/>
                <a:cs typeface="Arial"/>
              </a:defRPr>
            </a:lvl1pPr>
            <a:lvl2pPr algn="l">
              <a:defRPr sz="1575" b="0">
                <a:solidFill>
                  <a:srgbClr val="202020"/>
                </a:solidFill>
                <a:latin typeface="Arial"/>
                <a:ea typeface="Arial"/>
                <a:cs typeface="Arial"/>
              </a:defRPr>
            </a:lvl2pPr>
            <a:lvl3pPr algn="l">
              <a:defRPr sz="1575" b="0">
                <a:solidFill>
                  <a:srgbClr val="202020"/>
                </a:solidFill>
                <a:latin typeface="Arial"/>
                <a:ea typeface="Arial"/>
                <a:cs typeface="Arial"/>
              </a:defRPr>
            </a:lvl3pPr>
            <a:lvl4pPr algn="l">
              <a:defRPr sz="1575" b="0">
                <a:solidFill>
                  <a:srgbClr val="202020"/>
                </a:solidFill>
                <a:latin typeface="Arial"/>
                <a:ea typeface="Arial"/>
                <a:cs typeface="Arial"/>
              </a:defRPr>
            </a:lvl4pPr>
            <a:lvl5pPr algn="l">
              <a:defRPr sz="1575" b="0">
                <a:solidFill>
                  <a:srgbClr val="202020"/>
                </a:solidFill>
                <a:latin typeface="Arial"/>
                <a:ea typeface="Arial"/>
                <a:cs typeface="Arial"/>
              </a:defRPr>
            </a:lvl5pPr>
            <a:lvl6pPr algn="l">
              <a:defRPr sz="1575" b="0">
                <a:solidFill>
                  <a:srgbClr val="202020"/>
                </a:solidFill>
                <a:latin typeface="Arial"/>
                <a:ea typeface="Arial"/>
                <a:cs typeface="Arial"/>
              </a:defRPr>
            </a:lvl6pPr>
            <a:lvl7pPr algn="l">
              <a:defRPr sz="1575" b="0">
                <a:solidFill>
                  <a:srgbClr val="202020"/>
                </a:solidFill>
                <a:latin typeface="Arial"/>
                <a:ea typeface="Arial"/>
                <a:cs typeface="Arial"/>
              </a:defRPr>
            </a:lvl7pPr>
            <a:lvl8pPr algn="l">
              <a:defRPr sz="1575" b="0">
                <a:solidFill>
                  <a:srgbClr val="202020"/>
                </a:solidFill>
                <a:latin typeface="Arial"/>
                <a:ea typeface="Arial"/>
                <a:cs typeface="Arial"/>
              </a:defRPr>
            </a:lvl8pPr>
            <a:lvl9pPr algn="l">
              <a:defRPr sz="1575" b="0">
                <a:solidFill>
                  <a:srgbClr val="202020"/>
                </a:solidFill>
                <a:latin typeface="Arial"/>
                <a:ea typeface="Arial"/>
                <a:cs typeface="Arial"/>
              </a:defRPr>
            </a:lvl9pPr>
          </a:lstStyle>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The expert evaluates</a:t>
            </a:r>
          </a:p>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this difference and</a:t>
            </a:r>
          </a:p>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its recent history.</a:t>
            </a:r>
          </a:p>
        </p:txBody>
      </p:sp>
      <p:sp>
        <p:nvSpPr>
          <p:cNvPr id="24" name="">
            <a:extLst xmlns:a="http://schemas.openxmlformats.org/drawingml/2006/main">
              <a:ext uri="{FF2B5EF4-FFF2-40B4-BE49-F238E27FC236}">
                <a16:creationId xmlns:a16="http://schemas.microsoft.com/office/drawing/2014/main" id="{A4A3D334-9789-4F5A-8954-2BFD4954D838}"/>
              </a:ext>
            </a:extLst>
          </p:cNvPr>
          <p:cNvSpPr>
            <a:spLocks xmlns:a="http://schemas.openxmlformats.org/drawingml/2006/main" noGrp="1"/>
          </p:cNvSpPr>
          <p:nvPr/>
        </p:nvSpPr>
        <p:spPr>
          <a:xfrm xmlns:a="http://schemas.openxmlformats.org/drawingml/2006/main">
            <a:off x="6438900" y="4543425"/>
            <a:ext cx="2047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822433"/>
                </a:solidFill>
                <a:latin typeface="Arial"/>
                <a:ea typeface="Arial"/>
                <a:cs typeface="Arial"/>
              </a:defRPr>
            </a:defPPr>
            <a:lvl1pPr algn="l">
              <a:defRPr sz="1575" b="1">
                <a:solidFill>
                  <a:srgbClr val="822433"/>
                </a:solidFill>
                <a:latin typeface="Arial"/>
                <a:ea typeface="Arial"/>
                <a:cs typeface="Arial"/>
              </a:defRPr>
            </a:lvl1pPr>
            <a:lvl2pPr algn="l">
              <a:defRPr sz="1575" b="1">
                <a:solidFill>
                  <a:srgbClr val="822433"/>
                </a:solidFill>
                <a:latin typeface="Arial"/>
                <a:ea typeface="Arial"/>
                <a:cs typeface="Arial"/>
              </a:defRPr>
            </a:lvl2pPr>
            <a:lvl3pPr algn="l">
              <a:defRPr sz="1575" b="1">
                <a:solidFill>
                  <a:srgbClr val="822433"/>
                </a:solidFill>
                <a:latin typeface="Arial"/>
                <a:ea typeface="Arial"/>
                <a:cs typeface="Arial"/>
              </a:defRPr>
            </a:lvl3pPr>
            <a:lvl4pPr algn="l">
              <a:defRPr sz="1575" b="1">
                <a:solidFill>
                  <a:srgbClr val="822433"/>
                </a:solidFill>
                <a:latin typeface="Arial"/>
                <a:ea typeface="Arial"/>
                <a:cs typeface="Arial"/>
              </a:defRPr>
            </a:lvl4pPr>
            <a:lvl5pPr algn="l">
              <a:defRPr sz="1575" b="1">
                <a:solidFill>
                  <a:srgbClr val="822433"/>
                </a:solidFill>
                <a:latin typeface="Arial"/>
                <a:ea typeface="Arial"/>
                <a:cs typeface="Arial"/>
              </a:defRPr>
            </a:lvl5pPr>
            <a:lvl6pPr algn="l">
              <a:defRPr sz="1575" b="1">
                <a:solidFill>
                  <a:srgbClr val="822433"/>
                </a:solidFill>
                <a:latin typeface="Arial"/>
                <a:ea typeface="Arial"/>
                <a:cs typeface="Arial"/>
              </a:defRPr>
            </a:lvl6pPr>
            <a:lvl7pPr algn="l">
              <a:defRPr sz="1575" b="1">
                <a:solidFill>
                  <a:srgbClr val="822433"/>
                </a:solidFill>
                <a:latin typeface="Arial"/>
                <a:ea typeface="Arial"/>
                <a:cs typeface="Arial"/>
              </a:defRPr>
            </a:lvl7pPr>
            <a:lvl8pPr algn="l">
              <a:defRPr sz="1575" b="1">
                <a:solidFill>
                  <a:srgbClr val="822433"/>
                </a:solidFill>
                <a:latin typeface="Arial"/>
                <a:ea typeface="Arial"/>
                <a:cs typeface="Arial"/>
              </a:defRPr>
            </a:lvl8pPr>
            <a:lvl9pPr algn="l">
              <a:defRPr sz="1575" b="1">
                <a:solidFill>
                  <a:srgbClr val="822433"/>
                </a:solidFill>
                <a:latin typeface="Arial"/>
                <a:ea typeface="Arial"/>
                <a:cs typeface="Arial"/>
              </a:defRPr>
            </a:lvl9pPr>
          </a:lstStyle>
          <a:p xmlns:a="http://schemas.openxmlformats.org/drawingml/2006/main">
            <a:pPr algn="l">
              <a:defRPr sz="1575" b="1">
                <a:solidFill>
                  <a:srgbClr val="822433"/>
                </a:solidFill>
                <a:latin typeface="Arial"/>
                <a:ea typeface="Arial"/>
                <a:cs typeface="Arial"/>
              </a:defRPr>
            </a:pPr>
            <a:r>
              <a:rPr sz="1575" b="1">
                <a:solidFill>
                  <a:srgbClr val="822433"/>
                </a:solidFill>
                <a:latin typeface="Arial"/>
                <a:ea typeface="Arial"/>
                <a:cs typeface="Arial"/>
              </a:rPr>
              <a:t>Score: 0.9986</a:t>
            </a:r>
          </a:p>
          <a:p xmlns:a="http://schemas.openxmlformats.org/drawingml/2006/main">
            <a:pPr algn="l">
              <a:defRPr sz="1575" b="1">
                <a:solidFill>
                  <a:srgbClr val="822433"/>
                </a:solidFill>
                <a:latin typeface="Arial"/>
                <a:ea typeface="Arial"/>
                <a:cs typeface="Arial"/>
              </a:defRPr>
            </a:pPr>
            <a:r>
              <a:rPr sz="1575" b="1">
                <a:solidFill>
                  <a:srgbClr val="822433"/>
                </a:solidFill>
                <a:latin typeface="Arial"/>
                <a:ea typeface="Arial"/>
                <a:cs typeface="Arial"/>
              </a:rPr>
              <a:t>Threshold: 0.9852</a:t>
            </a:r>
          </a:p>
          <a:p xmlns:a="http://schemas.openxmlformats.org/drawingml/2006/main">
            <a:pPr algn="l">
              <a:defRPr sz="1575" b="1">
                <a:solidFill>
                  <a:srgbClr val="822433"/>
                </a:solidFill>
                <a:latin typeface="Arial"/>
                <a:ea typeface="Arial"/>
                <a:cs typeface="Arial"/>
              </a:defRPr>
            </a:pPr>
            <a:r>
              <a:rPr sz="1575" b="1">
                <a:solidFill>
                  <a:srgbClr val="822433"/>
                </a:solidFill>
                <a:latin typeface="Arial"/>
                <a:ea typeface="Arial"/>
                <a:cs typeface="Arial"/>
              </a:rPr>
              <a:t>Alarm raised</a:t>
            </a:r>
          </a:p>
        </p:txBody>
      </p:sp>
      <p:sp>
        <p:nvSpPr>
          <p:cNvPr id="25" name="">
            <a:extLst xmlns:a="http://schemas.openxmlformats.org/drawingml/2006/main">
              <a:ext uri="{FF2B5EF4-FFF2-40B4-BE49-F238E27FC236}">
                <a16:creationId xmlns:a16="http://schemas.microsoft.com/office/drawing/2014/main" id="{2CCB2272-6FA9-436A-84A1-4A7E2E146E77}"/>
              </a:ext>
            </a:extLst>
          </p:cNvPr>
          <p:cNvSpPr>
            <a:spLocks xmlns:a="http://schemas.openxmlformats.org/drawingml/2006/main" noGrp="1"/>
          </p:cNvSpPr>
          <p:nvPr/>
        </p:nvSpPr>
        <p:spPr>
          <a:xfrm xmlns:a="http://schemas.openxmlformats.org/drawingml/2006/main">
            <a:off x="1200150" y="5905500"/>
            <a:ext cx="728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822433"/>
                </a:solidFill>
                <a:latin typeface="Arial"/>
                <a:ea typeface="Arial"/>
                <a:cs typeface="Arial"/>
              </a:defRPr>
            </a:defPPr>
            <a:lvl1pPr algn="l">
              <a:defRPr sz="1650" b="1">
                <a:solidFill>
                  <a:srgbClr val="822433"/>
                </a:solidFill>
                <a:latin typeface="Arial"/>
                <a:ea typeface="Arial"/>
                <a:cs typeface="Arial"/>
              </a:defRPr>
            </a:lvl1pPr>
            <a:lvl2pPr algn="l">
              <a:defRPr sz="1650" b="1">
                <a:solidFill>
                  <a:srgbClr val="822433"/>
                </a:solidFill>
                <a:latin typeface="Arial"/>
                <a:ea typeface="Arial"/>
                <a:cs typeface="Arial"/>
              </a:defRPr>
            </a:lvl2pPr>
            <a:lvl3pPr algn="l">
              <a:defRPr sz="1650" b="1">
                <a:solidFill>
                  <a:srgbClr val="822433"/>
                </a:solidFill>
                <a:latin typeface="Arial"/>
                <a:ea typeface="Arial"/>
                <a:cs typeface="Arial"/>
              </a:defRPr>
            </a:lvl3pPr>
            <a:lvl4pPr algn="l">
              <a:defRPr sz="1650" b="1">
                <a:solidFill>
                  <a:srgbClr val="822433"/>
                </a:solidFill>
                <a:latin typeface="Arial"/>
                <a:ea typeface="Arial"/>
                <a:cs typeface="Arial"/>
              </a:defRPr>
            </a:lvl4pPr>
            <a:lvl5pPr algn="l">
              <a:defRPr sz="1650" b="1">
                <a:solidFill>
                  <a:srgbClr val="822433"/>
                </a:solidFill>
                <a:latin typeface="Arial"/>
                <a:ea typeface="Arial"/>
                <a:cs typeface="Arial"/>
              </a:defRPr>
            </a:lvl5pPr>
            <a:lvl6pPr algn="l">
              <a:defRPr sz="1650" b="1">
                <a:solidFill>
                  <a:srgbClr val="822433"/>
                </a:solidFill>
                <a:latin typeface="Arial"/>
                <a:ea typeface="Arial"/>
                <a:cs typeface="Arial"/>
              </a:defRPr>
            </a:lvl6pPr>
            <a:lvl7pPr algn="l">
              <a:defRPr sz="1650" b="1">
                <a:solidFill>
                  <a:srgbClr val="822433"/>
                </a:solidFill>
                <a:latin typeface="Arial"/>
                <a:ea typeface="Arial"/>
                <a:cs typeface="Arial"/>
              </a:defRPr>
            </a:lvl7pPr>
            <a:lvl8pPr algn="l">
              <a:defRPr sz="1650" b="1">
                <a:solidFill>
                  <a:srgbClr val="822433"/>
                </a:solidFill>
                <a:latin typeface="Arial"/>
                <a:ea typeface="Arial"/>
                <a:cs typeface="Arial"/>
              </a:defRPr>
            </a:lvl8pPr>
            <a:lvl9pPr algn="l">
              <a:defRPr sz="1650" b="1">
                <a:solidFill>
                  <a:srgbClr val="822433"/>
                </a:solidFill>
                <a:latin typeface="Arial"/>
                <a:ea typeface="Arial"/>
                <a:cs typeface="Arial"/>
              </a:defRPr>
            </a:lvl9pPr>
          </a:lstStyle>
          <a:p xmlns:a="http://schemas.openxmlformats.org/drawingml/2006/main">
            <a:pPr algn="l">
              <a:defRPr sz="1650" b="1">
                <a:solidFill>
                  <a:srgbClr val="822433"/>
                </a:solidFill>
                <a:latin typeface="Arial"/>
                <a:ea typeface="Arial"/>
                <a:cs typeface="Arial"/>
              </a:defRPr>
            </a:pPr>
            <a:r>
              <a:rPr sz="1650" b="1">
                <a:solidFill>
                  <a:srgbClr val="822433"/>
                </a:solidFill>
                <a:latin typeface="Arial"/>
                <a:ea typeface="Arial"/>
                <a:cs typeface="Arial"/>
              </a:rPr>
              <a:t>Hybrid: 3 of 4 altered readings detected. 1 missed. 1 false alarm.</a:t>
            </a:r>
          </a:p>
        </p:txBody>
      </p:sp>
    </p:spTree>
    <p:extLst>
      <p:ext uri="{BB962C8B-B14F-4D97-AF65-F5344CB8AC3E}">
        <p14:creationId xmlns:p14="http://schemas.microsoft.com/office/powerpoint/2010/main" val="5484416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Final results on two networks</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10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5E18A2F5-BA8F-4F8B-AE54-7C41EE72CDAC}"/>
              </a:ext>
            </a:extLst>
          </p:cNvPr>
          <p:cNvSpPr>
            <a:spLocks xmlns:a="http://schemas.openxmlformats.org/drawingml/2006/main" noGrp="1"/>
          </p:cNvSpPr>
          <p:nvPr/>
        </p:nvSpPr>
        <p:spPr>
          <a:xfrm xmlns:a="http://schemas.openxmlformats.org/drawingml/2006/main">
            <a:off x="1200150" y="1304925"/>
            <a:ext cx="728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2433"/>
                </a:solidFill>
                <a:latin typeface="Arial"/>
                <a:ea typeface="Arial"/>
                <a:cs typeface="Arial"/>
              </a:defRPr>
            </a:defPPr>
            <a:lvl1pPr algn="l">
              <a:defRPr sz="1875" b="1">
                <a:solidFill>
                  <a:srgbClr val="822433"/>
                </a:solidFill>
                <a:latin typeface="Arial"/>
                <a:ea typeface="Arial"/>
                <a:cs typeface="Arial"/>
              </a:defRPr>
            </a:lvl1pPr>
            <a:lvl2pPr algn="l">
              <a:defRPr sz="1875" b="1">
                <a:solidFill>
                  <a:srgbClr val="822433"/>
                </a:solidFill>
                <a:latin typeface="Arial"/>
                <a:ea typeface="Arial"/>
                <a:cs typeface="Arial"/>
              </a:defRPr>
            </a:lvl2pPr>
            <a:lvl3pPr algn="l">
              <a:defRPr sz="1875" b="1">
                <a:solidFill>
                  <a:srgbClr val="822433"/>
                </a:solidFill>
                <a:latin typeface="Arial"/>
                <a:ea typeface="Arial"/>
                <a:cs typeface="Arial"/>
              </a:defRPr>
            </a:lvl3pPr>
            <a:lvl4pPr algn="l">
              <a:defRPr sz="1875" b="1">
                <a:solidFill>
                  <a:srgbClr val="822433"/>
                </a:solidFill>
                <a:latin typeface="Arial"/>
                <a:ea typeface="Arial"/>
                <a:cs typeface="Arial"/>
              </a:defRPr>
            </a:lvl4pPr>
            <a:lvl5pPr algn="l">
              <a:defRPr sz="1875" b="1">
                <a:solidFill>
                  <a:srgbClr val="822433"/>
                </a:solidFill>
                <a:latin typeface="Arial"/>
                <a:ea typeface="Arial"/>
                <a:cs typeface="Arial"/>
              </a:defRPr>
            </a:lvl5pPr>
            <a:lvl6pPr algn="l">
              <a:defRPr sz="1875" b="1">
                <a:solidFill>
                  <a:srgbClr val="822433"/>
                </a:solidFill>
                <a:latin typeface="Arial"/>
                <a:ea typeface="Arial"/>
                <a:cs typeface="Arial"/>
              </a:defRPr>
            </a:lvl6pPr>
            <a:lvl7pPr algn="l">
              <a:defRPr sz="1875" b="1">
                <a:solidFill>
                  <a:srgbClr val="822433"/>
                </a:solidFill>
                <a:latin typeface="Arial"/>
                <a:ea typeface="Arial"/>
                <a:cs typeface="Arial"/>
              </a:defRPr>
            </a:lvl7pPr>
            <a:lvl8pPr algn="l">
              <a:defRPr sz="1875" b="1">
                <a:solidFill>
                  <a:srgbClr val="822433"/>
                </a:solidFill>
                <a:latin typeface="Arial"/>
                <a:ea typeface="Arial"/>
                <a:cs typeface="Arial"/>
              </a:defRPr>
            </a:lvl8pPr>
            <a:lvl9pPr algn="l">
              <a:defRPr sz="1875" b="1">
                <a:solidFill>
                  <a:srgbClr val="822433"/>
                </a:solidFill>
                <a:latin typeface="Arial"/>
                <a:ea typeface="Arial"/>
                <a:cs typeface="Arial"/>
              </a:defRPr>
            </a:lvl9pPr>
          </a:lstStyle>
          <a:p xmlns:a="http://schemas.openxmlformats.org/drawingml/2006/main">
            <a:pPr algn="l">
              <a:defRPr sz="1875" b="1">
                <a:solidFill>
                  <a:srgbClr val="822433"/>
                </a:solidFill>
                <a:latin typeface="Arial"/>
                <a:ea typeface="Arial"/>
                <a:cs typeface="Arial"/>
              </a:defRPr>
            </a:pPr>
            <a:r>
              <a:rPr sz="1875" b="1">
                <a:solidFill>
                  <a:srgbClr val="822433"/>
                </a:solidFill>
                <a:latin typeface="Arial"/>
                <a:ea typeface="Arial"/>
                <a:cs typeface="Arial"/>
              </a:rPr>
              <a:t>Final evaluation: 10 model fits × 6 sources per network</a:t>
            </a:r>
          </a:p>
        </p:txBody>
      </p:sp>
      <p:graphicFrame>
        <p:nvGraphicFramePr>
          <p:cNvPr id="12" name="">
            <a:extLst xmlns:a="http://schemas.openxmlformats.org/drawingml/2006/main">
              <a:ext uri="{FF2B5EF4-FFF2-40B4-BE49-F238E27FC236}">
                <a16:creationId xmlns:a16="http://schemas.microsoft.com/office/drawing/2014/main" id="{29A78C18-8959-458A-93A2-98E72E97564A}"/>
              </a:ext>
            </a:extLst>
          </p:cNvPr>
          <p:cNvGraphicFramePr/>
          <p:nvPr/>
        </p:nvGraphicFramePr>
        <p:xfrm>
          <a:off xmlns:a="http://schemas.openxmlformats.org/drawingml/2006/main" x="1200150" y="2028825"/>
          <a:ext xmlns:a="http://schemas.openxmlformats.org/drawingml/2006/main" cx="7286625" cy="2095500"/>
        </p:xfrm>
        <a:graphic xmlns:a="http://schemas.openxmlformats.org/drawingml/2006/main">
          <a:graphicData uri="http://schemas.openxmlformats.org/drawingml/2006/table">
            <a:tbl>
              <a:tblPr firstRow="0" bandRow="0"/>
              <a:tblGrid>
                <a:gridCol w="3476625"/>
                <a:gridCol w="1905000"/>
                <a:gridCol w="1905000"/>
              </a:tblGrid>
              <a:tr h="523875">
                <a:tc>
                  <a:txBody>
                    <a:bodyPr lIns="114300" tIns="66675" rIns="114300" bIns="66675">
                      <a:noAutofit/>
                    </a:bodyPr>
                    <a:lstStyle/>
                    <a:p>
                      <a:pPr algn="l"/>
                      <a:r>
                        <a:rPr sz="1875" b="1">
                          <a:solidFill>
                            <a:srgbClr val="FFFFFF"/>
                          </a:solidFill>
                          <a:latin typeface="Arial"/>
                          <a:ea typeface="Arial"/>
                          <a:cs typeface="Arial"/>
                        </a:rPr>
                        <a:t>Mean metric</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114300" bIns="66675">
                      <a:noAutofit/>
                    </a:bodyPr>
                    <a:lstStyle/>
                    <a:p>
                      <a:pPr algn="ctr"/>
                      <a:r>
                        <a:rPr sz="1875" b="1">
                          <a:solidFill>
                            <a:srgbClr val="FFFFFF"/>
                          </a:solidFill>
                          <a:latin typeface="Arial"/>
                          <a:ea typeface="Arial"/>
                          <a:cs typeface="Arial"/>
                        </a:rPr>
                        <a:t>Modena</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114300" bIns="66675">
                      <a:noAutofit/>
                    </a:bodyPr>
                    <a:lstStyle/>
                    <a:p>
                      <a:pPr algn="ctr"/>
                      <a:r>
                        <a:rPr sz="1875" b="1">
                          <a:solidFill>
                            <a:srgbClr val="FFFFFF"/>
                          </a:solidFill>
                          <a:latin typeface="Arial"/>
                          <a:ea typeface="Arial"/>
                          <a:cs typeface="Arial"/>
                        </a:rPr>
                        <a:t>L-Town</a:t>
                      </a:r>
                    </a:p>
                  </a:txBody>
                  <a:tcPr marL="91440" marR="91440" marT="45720" marB="45720" anchor="ctr">
                    <a:lnL w="0">
                      <a:noFill/>
                    </a:lnL>
                    <a:lnR w="0">
                      <a:noFill/>
                    </a:lnR>
                    <a:lnT w="0">
                      <a:noFill/>
                    </a:lnT>
                    <a:lnB w="5715">
                      <a:solidFill>
                        <a:srgbClr val="D0D0D0"/>
                      </a:solidFill>
                    </a:lnB>
                    <a:solidFill>
                      <a:srgbClr val="822433"/>
                    </a:solidFill>
                  </a:tcPr>
                </a:tc>
              </a:tr>
              <a:tr h="523875">
                <a:tc>
                  <a:txBody>
                    <a:bodyPr lIns="114300" tIns="66675" rIns="114300" bIns="66675">
                      <a:noAutofit/>
                    </a:bodyPr>
                    <a:lstStyle/>
                    <a:p>
                      <a:pPr algn="l"/>
                      <a:r>
                        <a:rPr sz="1875" b="0">
                          <a:solidFill>
                            <a:srgbClr val="202020"/>
                          </a:solidFill>
                          <a:latin typeface="Arial"/>
                          <a:ea typeface="Arial"/>
                          <a:cs typeface="Arial"/>
                        </a:rPr>
                        <a:t>Pooled F1</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66675" rIns="114300" bIns="66675">
                      <a:noAutofit/>
                    </a:bodyPr>
                    <a:lstStyle/>
                    <a:p>
                      <a:pPr algn="ctr"/>
                      <a:r>
                        <a:rPr sz="1875" b="0">
                          <a:solidFill>
                            <a:srgbClr val="202020"/>
                          </a:solidFill>
                          <a:latin typeface="Arial"/>
                          <a:ea typeface="Arial"/>
                          <a:cs typeface="Arial"/>
                        </a:rPr>
                        <a:t>0.8669</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66675" rIns="114300" bIns="66675">
                      <a:noAutofit/>
                    </a:bodyPr>
                    <a:lstStyle/>
                    <a:p>
                      <a:pPr algn="ctr"/>
                      <a:r>
                        <a:rPr sz="1875" b="0">
                          <a:solidFill>
                            <a:srgbClr val="202020"/>
                          </a:solidFill>
                          <a:latin typeface="Arial"/>
                          <a:ea typeface="Arial"/>
                          <a:cs typeface="Arial"/>
                        </a:rPr>
                        <a:t>0.8950</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r>
              <a:tr h="523875">
                <a:tc>
                  <a:txBody>
                    <a:bodyPr lIns="114300" tIns="66675" rIns="114300" bIns="66675">
                      <a:noAutofit/>
                    </a:bodyPr>
                    <a:lstStyle/>
                    <a:p>
                      <a:pPr algn="l"/>
                      <a:r>
                        <a:rPr sz="1875" b="0">
                          <a:solidFill>
                            <a:srgbClr val="202020"/>
                          </a:solidFill>
                          <a:latin typeface="Arial"/>
                          <a:ea typeface="Arial"/>
                          <a:cs typeface="Arial"/>
                        </a:rPr>
                        <a:t>Family macro F1</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66675" rIns="114300" bIns="66675">
                      <a:noAutofit/>
                    </a:bodyPr>
                    <a:lstStyle/>
                    <a:p>
                      <a:pPr algn="ctr"/>
                      <a:r>
                        <a:rPr sz="1875" b="0">
                          <a:solidFill>
                            <a:srgbClr val="202020"/>
                          </a:solidFill>
                          <a:latin typeface="Arial"/>
                          <a:ea typeface="Arial"/>
                          <a:cs typeface="Arial"/>
                        </a:rPr>
                        <a:t>0.9045</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66675" rIns="114300" bIns="66675">
                      <a:noAutofit/>
                    </a:bodyPr>
                    <a:lstStyle/>
                    <a:p>
                      <a:pPr algn="ctr"/>
                      <a:r>
                        <a:rPr sz="1875" b="0">
                          <a:solidFill>
                            <a:srgbClr val="202020"/>
                          </a:solidFill>
                          <a:latin typeface="Arial"/>
                          <a:ea typeface="Arial"/>
                          <a:cs typeface="Arial"/>
                        </a:rPr>
                        <a:t>0.9083</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r>
              <a:tr h="523875">
                <a:tc>
                  <a:txBody>
                    <a:bodyPr lIns="114300" tIns="66675" rIns="114300" bIns="66675">
                      <a:noAutofit/>
                    </a:bodyPr>
                    <a:lstStyle/>
                    <a:p>
                      <a:pPr algn="l"/>
                      <a:r>
                        <a:rPr sz="1875" b="0">
                          <a:solidFill>
                            <a:srgbClr val="202020"/>
                          </a:solidFill>
                          <a:latin typeface="Arial"/>
                          <a:ea typeface="Arial"/>
                          <a:cs typeface="Arial"/>
                        </a:rPr>
                        <a:t>Clean FPR (%)</a:t>
                      </a:r>
                    </a:p>
                  </a:txBody>
                  <a:tcPr marL="91440" marR="91440" marT="45720" marB="45720" anchor="ctr">
                    <a:lnL w="0">
                      <a:noFill/>
                    </a:lnL>
                    <a:lnR w="0">
                      <a:noFill/>
                    </a:lnR>
                    <a:lnT w="5715">
                      <a:solidFill>
                        <a:srgbClr val="D0D0D0"/>
                      </a:solidFill>
                    </a:lnT>
                    <a:lnB w="0">
                      <a:noFill/>
                    </a:lnB>
                    <a:solidFill>
                      <a:srgbClr val="FFFFFF"/>
                    </a:solidFill>
                  </a:tcPr>
                </a:tc>
                <a:tc>
                  <a:txBody>
                    <a:bodyPr lIns="114300" tIns="66675" rIns="114300" bIns="66675">
                      <a:noAutofit/>
                    </a:bodyPr>
                    <a:lstStyle/>
                    <a:p>
                      <a:pPr algn="ctr"/>
                      <a:r>
                        <a:rPr sz="1875" b="0">
                          <a:solidFill>
                            <a:srgbClr val="202020"/>
                          </a:solidFill>
                          <a:latin typeface="Arial"/>
                          <a:ea typeface="Arial"/>
                          <a:cs typeface="Arial"/>
                        </a:rPr>
                        <a:t>0.0584</a:t>
                      </a:r>
                    </a:p>
                  </a:txBody>
                  <a:tcPr marL="91440" marR="91440" marT="45720" marB="45720" anchor="ctr">
                    <a:lnL w="0">
                      <a:noFill/>
                    </a:lnL>
                    <a:lnR w="0">
                      <a:noFill/>
                    </a:lnR>
                    <a:lnT w="5715">
                      <a:solidFill>
                        <a:srgbClr val="D0D0D0"/>
                      </a:solidFill>
                    </a:lnT>
                    <a:lnB w="0">
                      <a:noFill/>
                    </a:lnB>
                    <a:solidFill>
                      <a:srgbClr val="FFFFFF"/>
                    </a:solidFill>
                  </a:tcPr>
                </a:tc>
                <a:tc>
                  <a:txBody>
                    <a:bodyPr lIns="114300" tIns="66675" rIns="114300" bIns="66675">
                      <a:noAutofit/>
                    </a:bodyPr>
                    <a:lstStyle/>
                    <a:p>
                      <a:pPr algn="ctr"/>
                      <a:r>
                        <a:rPr sz="1875" b="0">
                          <a:solidFill>
                            <a:srgbClr val="202020"/>
                          </a:solidFill>
                          <a:latin typeface="Arial"/>
                          <a:ea typeface="Arial"/>
                          <a:cs typeface="Arial"/>
                        </a:rPr>
                        <a:t>0.0550</a:t>
                      </a:r>
                    </a:p>
                  </a:txBody>
                  <a:tcPr marL="91440" marR="91440" marT="45720" marB="45720" anchor="ctr">
                    <a:lnL w="0">
                      <a:noFill/>
                    </a:lnL>
                    <a:lnR w="0">
                      <a:noFill/>
                    </a:lnR>
                    <a:lnT w="5715">
                      <a:solidFill>
                        <a:srgbClr val="D0D0D0"/>
                      </a:solidFill>
                    </a:lnT>
                    <a:lnB w="0">
                      <a:noFill/>
                    </a:lnB>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D1815F54-9876-4823-8DD8-690B73F8521A}"/>
              </a:ext>
            </a:extLst>
          </p:cNvPr>
          <p:cNvSpPr>
            <a:spLocks xmlns:a="http://schemas.openxmlformats.org/drawingml/2006/main" noGrp="1"/>
          </p:cNvSpPr>
          <p:nvPr/>
        </p:nvSpPr>
        <p:spPr>
          <a:xfrm xmlns:a="http://schemas.openxmlformats.org/drawingml/2006/main">
            <a:off x="1200150" y="4467225"/>
            <a:ext cx="728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822433"/>
                </a:solidFill>
                <a:latin typeface="Arial"/>
                <a:ea typeface="Arial"/>
                <a:cs typeface="Arial"/>
              </a:defRPr>
            </a:defPPr>
            <a:lvl1pPr algn="l">
              <a:defRPr sz="1950" b="1">
                <a:solidFill>
                  <a:srgbClr val="822433"/>
                </a:solidFill>
                <a:latin typeface="Arial"/>
                <a:ea typeface="Arial"/>
                <a:cs typeface="Arial"/>
              </a:defRPr>
            </a:lvl1pPr>
            <a:lvl2pPr algn="l">
              <a:defRPr sz="1950" b="1">
                <a:solidFill>
                  <a:srgbClr val="822433"/>
                </a:solidFill>
                <a:latin typeface="Arial"/>
                <a:ea typeface="Arial"/>
                <a:cs typeface="Arial"/>
              </a:defRPr>
            </a:lvl2pPr>
            <a:lvl3pPr algn="l">
              <a:defRPr sz="1950" b="1">
                <a:solidFill>
                  <a:srgbClr val="822433"/>
                </a:solidFill>
                <a:latin typeface="Arial"/>
                <a:ea typeface="Arial"/>
                <a:cs typeface="Arial"/>
              </a:defRPr>
            </a:lvl3pPr>
            <a:lvl4pPr algn="l">
              <a:defRPr sz="1950" b="1">
                <a:solidFill>
                  <a:srgbClr val="822433"/>
                </a:solidFill>
                <a:latin typeface="Arial"/>
                <a:ea typeface="Arial"/>
                <a:cs typeface="Arial"/>
              </a:defRPr>
            </a:lvl4pPr>
            <a:lvl5pPr algn="l">
              <a:defRPr sz="1950" b="1">
                <a:solidFill>
                  <a:srgbClr val="822433"/>
                </a:solidFill>
                <a:latin typeface="Arial"/>
                <a:ea typeface="Arial"/>
                <a:cs typeface="Arial"/>
              </a:defRPr>
            </a:lvl5pPr>
            <a:lvl6pPr algn="l">
              <a:defRPr sz="1950" b="1">
                <a:solidFill>
                  <a:srgbClr val="822433"/>
                </a:solidFill>
                <a:latin typeface="Arial"/>
                <a:ea typeface="Arial"/>
                <a:cs typeface="Arial"/>
              </a:defRPr>
            </a:lvl6pPr>
            <a:lvl7pPr algn="l">
              <a:defRPr sz="1950" b="1">
                <a:solidFill>
                  <a:srgbClr val="822433"/>
                </a:solidFill>
                <a:latin typeface="Arial"/>
                <a:ea typeface="Arial"/>
                <a:cs typeface="Arial"/>
              </a:defRPr>
            </a:lvl7pPr>
            <a:lvl8pPr algn="l">
              <a:defRPr sz="1950" b="1">
                <a:solidFill>
                  <a:srgbClr val="822433"/>
                </a:solidFill>
                <a:latin typeface="Arial"/>
                <a:ea typeface="Arial"/>
                <a:cs typeface="Arial"/>
              </a:defRPr>
            </a:lvl8pPr>
            <a:lvl9pPr algn="l">
              <a:defRPr sz="1950" b="1">
                <a:solidFill>
                  <a:srgbClr val="822433"/>
                </a:solidFill>
                <a:latin typeface="Arial"/>
                <a:ea typeface="Arial"/>
                <a:cs typeface="Arial"/>
              </a:defRPr>
            </a:lvl9pPr>
          </a:lstStyle>
          <a:p xmlns:a="http://schemas.openxmlformats.org/drawingml/2006/main">
            <a:pPr algn="l">
              <a:defRPr sz="1950" b="1">
                <a:solidFill>
                  <a:srgbClr val="822433"/>
                </a:solidFill>
                <a:latin typeface="Arial"/>
                <a:ea typeface="Arial"/>
                <a:cs typeface="Arial"/>
              </a:defRPr>
            </a:pPr>
            <a:r>
              <a:rPr sz="1950" b="1">
                <a:solidFill>
                  <a:srgbClr val="822433"/>
                </a:solidFill>
                <a:latin typeface="Arial"/>
                <a:ea typeface="Arial"/>
                <a:cs typeface="Arial"/>
              </a:rPr>
              <a:t>Modena: all five family means exceed 0.80.</a:t>
            </a:r>
          </a:p>
          <a:p xmlns:a="http://schemas.openxmlformats.org/drawingml/2006/main">
            <a:pPr algn="l">
              <a:defRPr sz="1950" b="1">
                <a:solidFill>
                  <a:srgbClr val="822433"/>
                </a:solidFill>
                <a:latin typeface="Arial"/>
                <a:ea typeface="Arial"/>
                <a:cs typeface="Arial"/>
              </a:defRPr>
            </a:pPr>
            <a:r>
              <a:rPr sz="1950" b="1">
                <a:solidFill>
                  <a:srgbClr val="822433"/>
                </a:solidFill>
                <a:latin typeface="Arial"/>
                <a:ea typeface="Arial"/>
                <a:cs typeface="Arial"/>
              </a:rPr>
              <a:t>L-Town: four exceed 0.89; replay remains at 0.7312.</a:t>
            </a:r>
          </a:p>
        </p:txBody>
      </p:sp>
      <p:sp>
        <p:nvSpPr>
          <p:cNvPr id="14" name="">
            <a:extLst xmlns:a="http://schemas.openxmlformats.org/drawingml/2006/main">
              <a:ext uri="{FF2B5EF4-FFF2-40B4-BE49-F238E27FC236}">
                <a16:creationId xmlns:a16="http://schemas.microsoft.com/office/drawing/2014/main" id="{29181545-9AD5-4B79-ACAE-194C535A81C3}"/>
              </a:ext>
            </a:extLst>
          </p:cNvPr>
          <p:cNvSpPr>
            <a:spLocks xmlns:a="http://schemas.openxmlformats.org/drawingml/2006/main" noGrp="1"/>
          </p:cNvSpPr>
          <p:nvPr/>
        </p:nvSpPr>
        <p:spPr>
          <a:xfrm xmlns:a="http://schemas.openxmlformats.org/drawingml/2006/main">
            <a:off x="1200150" y="5572125"/>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020"/>
                </a:solidFill>
                <a:latin typeface="Arial"/>
                <a:ea typeface="Arial"/>
                <a:cs typeface="Arial"/>
              </a:defRPr>
            </a:defPPr>
            <a:lvl1pPr algn="l">
              <a:defRPr sz="1575" b="0">
                <a:solidFill>
                  <a:srgbClr val="202020"/>
                </a:solidFill>
                <a:latin typeface="Arial"/>
                <a:ea typeface="Arial"/>
                <a:cs typeface="Arial"/>
              </a:defRPr>
            </a:lvl1pPr>
            <a:lvl2pPr algn="l">
              <a:defRPr sz="1575" b="0">
                <a:solidFill>
                  <a:srgbClr val="202020"/>
                </a:solidFill>
                <a:latin typeface="Arial"/>
                <a:ea typeface="Arial"/>
                <a:cs typeface="Arial"/>
              </a:defRPr>
            </a:lvl2pPr>
            <a:lvl3pPr algn="l">
              <a:defRPr sz="1575" b="0">
                <a:solidFill>
                  <a:srgbClr val="202020"/>
                </a:solidFill>
                <a:latin typeface="Arial"/>
                <a:ea typeface="Arial"/>
                <a:cs typeface="Arial"/>
              </a:defRPr>
            </a:lvl3pPr>
            <a:lvl4pPr algn="l">
              <a:defRPr sz="1575" b="0">
                <a:solidFill>
                  <a:srgbClr val="202020"/>
                </a:solidFill>
                <a:latin typeface="Arial"/>
                <a:ea typeface="Arial"/>
                <a:cs typeface="Arial"/>
              </a:defRPr>
            </a:lvl4pPr>
            <a:lvl5pPr algn="l">
              <a:defRPr sz="1575" b="0">
                <a:solidFill>
                  <a:srgbClr val="202020"/>
                </a:solidFill>
                <a:latin typeface="Arial"/>
                <a:ea typeface="Arial"/>
                <a:cs typeface="Arial"/>
              </a:defRPr>
            </a:lvl5pPr>
            <a:lvl6pPr algn="l">
              <a:defRPr sz="1575" b="0">
                <a:solidFill>
                  <a:srgbClr val="202020"/>
                </a:solidFill>
                <a:latin typeface="Arial"/>
                <a:ea typeface="Arial"/>
                <a:cs typeface="Arial"/>
              </a:defRPr>
            </a:lvl6pPr>
            <a:lvl7pPr algn="l">
              <a:defRPr sz="1575" b="0">
                <a:solidFill>
                  <a:srgbClr val="202020"/>
                </a:solidFill>
                <a:latin typeface="Arial"/>
                <a:ea typeface="Arial"/>
                <a:cs typeface="Arial"/>
              </a:defRPr>
            </a:lvl7pPr>
            <a:lvl8pPr algn="l">
              <a:defRPr sz="1575" b="0">
                <a:solidFill>
                  <a:srgbClr val="202020"/>
                </a:solidFill>
                <a:latin typeface="Arial"/>
                <a:ea typeface="Arial"/>
                <a:cs typeface="Arial"/>
              </a:defRPr>
            </a:lvl8pPr>
            <a:lvl9pPr algn="l">
              <a:defRPr sz="1575" b="0">
                <a:solidFill>
                  <a:srgbClr val="202020"/>
                </a:solidFill>
                <a:latin typeface="Arial"/>
                <a:ea typeface="Arial"/>
                <a:cs typeface="Arial"/>
              </a:defRPr>
            </a:lvl9pPr>
          </a:lstStyle>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168-hour scenarios; hourly readings; 50% pressure missingness.</a:t>
            </a:r>
          </a:p>
          <a:p xmlns:a="http://schemas.openxmlformats.org/drawingml/2006/main">
            <a:pPr algn="l">
              <a:defRPr sz="1575" b="0">
                <a:solidFill>
                  <a:srgbClr val="202020"/>
                </a:solidFill>
                <a:latin typeface="Arial"/>
                <a:ea typeface="Arial"/>
                <a:cs typeface="Arial"/>
              </a:defRPr>
            </a:pPr>
            <a:r>
              <a:rPr sz="1575" b="0">
                <a:solidFill>
                  <a:srgbClr val="202020"/>
                </a:solidFill>
                <a:latin typeface="Arial"/>
                <a:ea typeface="Arial"/>
                <a:cs typeface="Arial"/>
              </a:rPr>
              <a:t>24 scenarios per source. The 60 model–source cells are not independent.</a:t>
            </a:r>
          </a:p>
        </p:txBody>
      </p:sp>
    </p:spTree>
    <p:extLst>
      <p:ext uri="{BB962C8B-B14F-4D97-AF65-F5344CB8AC3E}">
        <p14:creationId xmlns:p14="http://schemas.microsoft.com/office/powerpoint/2010/main" val="5484416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Later refinements in each network</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11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36E8DF29-2B39-42CF-B1A7-E6B7143C0403}"/>
              </a:ext>
            </a:extLst>
          </p:cNvPr>
          <p:cNvSpPr>
            <a:spLocks xmlns:a="http://schemas.openxmlformats.org/drawingml/2006/main" noGrp="1"/>
          </p:cNvSpPr>
          <p:nvPr/>
        </p:nvSpPr>
        <p:spPr>
          <a:xfrm xmlns:a="http://schemas.openxmlformats.org/drawingml/2006/main">
            <a:off x="1200150" y="1362075"/>
            <a:ext cx="728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2433"/>
                </a:solidFill>
                <a:latin typeface="Arial"/>
                <a:ea typeface="Arial"/>
                <a:cs typeface="Arial"/>
              </a:defRPr>
            </a:defPPr>
            <a:lvl1pPr algn="l">
              <a:defRPr sz="1875" b="1">
                <a:solidFill>
                  <a:srgbClr val="822433"/>
                </a:solidFill>
                <a:latin typeface="Arial"/>
                <a:ea typeface="Arial"/>
                <a:cs typeface="Arial"/>
              </a:defRPr>
            </a:lvl1pPr>
            <a:lvl2pPr algn="l">
              <a:defRPr sz="1875" b="1">
                <a:solidFill>
                  <a:srgbClr val="822433"/>
                </a:solidFill>
                <a:latin typeface="Arial"/>
                <a:ea typeface="Arial"/>
                <a:cs typeface="Arial"/>
              </a:defRPr>
            </a:lvl2pPr>
            <a:lvl3pPr algn="l">
              <a:defRPr sz="1875" b="1">
                <a:solidFill>
                  <a:srgbClr val="822433"/>
                </a:solidFill>
                <a:latin typeface="Arial"/>
                <a:ea typeface="Arial"/>
                <a:cs typeface="Arial"/>
              </a:defRPr>
            </a:lvl3pPr>
            <a:lvl4pPr algn="l">
              <a:defRPr sz="1875" b="1">
                <a:solidFill>
                  <a:srgbClr val="822433"/>
                </a:solidFill>
                <a:latin typeface="Arial"/>
                <a:ea typeface="Arial"/>
                <a:cs typeface="Arial"/>
              </a:defRPr>
            </a:lvl4pPr>
            <a:lvl5pPr algn="l">
              <a:defRPr sz="1875" b="1">
                <a:solidFill>
                  <a:srgbClr val="822433"/>
                </a:solidFill>
                <a:latin typeface="Arial"/>
                <a:ea typeface="Arial"/>
                <a:cs typeface="Arial"/>
              </a:defRPr>
            </a:lvl5pPr>
            <a:lvl6pPr algn="l">
              <a:defRPr sz="1875" b="1">
                <a:solidFill>
                  <a:srgbClr val="822433"/>
                </a:solidFill>
                <a:latin typeface="Arial"/>
                <a:ea typeface="Arial"/>
                <a:cs typeface="Arial"/>
              </a:defRPr>
            </a:lvl6pPr>
            <a:lvl7pPr algn="l">
              <a:defRPr sz="1875" b="1">
                <a:solidFill>
                  <a:srgbClr val="822433"/>
                </a:solidFill>
                <a:latin typeface="Arial"/>
                <a:ea typeface="Arial"/>
                <a:cs typeface="Arial"/>
              </a:defRPr>
            </a:lvl7pPr>
            <a:lvl8pPr algn="l">
              <a:defRPr sz="1875" b="1">
                <a:solidFill>
                  <a:srgbClr val="822433"/>
                </a:solidFill>
                <a:latin typeface="Arial"/>
                <a:ea typeface="Arial"/>
                <a:cs typeface="Arial"/>
              </a:defRPr>
            </a:lvl8pPr>
            <a:lvl9pPr algn="l">
              <a:defRPr sz="1875" b="1">
                <a:solidFill>
                  <a:srgbClr val="822433"/>
                </a:solidFill>
                <a:latin typeface="Arial"/>
                <a:ea typeface="Arial"/>
                <a:cs typeface="Arial"/>
              </a:defRPr>
            </a:lvl9pPr>
          </a:lstStyle>
          <a:p xmlns:a="http://schemas.openxmlformats.org/drawingml/2006/main">
            <a:pPr algn="l">
              <a:buNone/>
              <a:defRPr sz="1875" b="1">
                <a:solidFill>
                  <a:srgbClr val="822433"/>
                </a:solidFill>
                <a:latin typeface="Arial"/>
                <a:ea typeface="Arial"/>
                <a:cs typeface="Arial"/>
              </a:defRPr>
            </a:pPr>
            <a:r>
              <a:rPr sz="1875" b="1">
                <a:solidFill>
                  <a:srgbClr val="822433"/>
                </a:solidFill>
                <a:latin typeface="Arial"/>
                <a:ea typeface="Arial"/>
                <a:cs typeface="Arial"/>
              </a:rPr>
              <a:t>Modena: original confirmation with 5 model fits</a:t>
            </a:r>
          </a:p>
        </p:txBody>
      </p:sp>
      <p:graphicFrame>
        <p:nvGraphicFramePr>
          <p:cNvPr id="12" name="">
            <a:extLst xmlns:a="http://schemas.openxmlformats.org/drawingml/2006/main">
              <a:ext uri="{FF2B5EF4-FFF2-40B4-BE49-F238E27FC236}">
                <a16:creationId xmlns:a16="http://schemas.microsoft.com/office/drawing/2014/main" id="{BE1169DB-E18A-4660-B535-5EA17D94CA0C}"/>
              </a:ext>
            </a:extLst>
          </p:cNvPr>
          <p:cNvGraphicFramePr/>
          <p:nvPr/>
        </p:nvGraphicFramePr>
        <p:xfrm>
          <a:off xmlns:a="http://schemas.openxmlformats.org/drawingml/2006/main" x="1200150" y="1819275"/>
          <a:ext xmlns:a="http://schemas.openxmlformats.org/drawingml/2006/main" cx="7286625" cy="904875"/>
        </p:xfrm>
        <a:graphic xmlns:a="http://schemas.openxmlformats.org/drawingml/2006/main">
          <a:graphicData uri="http://schemas.openxmlformats.org/drawingml/2006/table">
            <a:tbl>
              <a:tblPr firstRow="0" bandRow="0"/>
              <a:tblGrid>
                <a:gridCol w="2667000"/>
                <a:gridCol w="1476375"/>
                <a:gridCol w="1571625"/>
                <a:gridCol w="1571625"/>
              </a:tblGrid>
              <a:tr h="452438">
                <a:tc>
                  <a:txBody>
                    <a:bodyPr lIns="114300" tIns="66675" rIns="114300" bIns="66675">
                      <a:noAutofit/>
                    </a:bodyPr>
                    <a:lstStyle/>
                    <a:p>
                      <a:pPr algn="l">
                        <a:buNone/>
                      </a:pPr>
                      <a:r>
                        <a:rPr sz="1575" b="1">
                          <a:solidFill>
                            <a:srgbClr val="FFFFFF"/>
                          </a:solidFill>
                          <a:latin typeface="Arial"/>
                          <a:ea typeface="Arial"/>
                          <a:cs typeface="Arial"/>
                        </a:rPr>
                        <a:t>Pooled F1</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114300" bIns="66675">
                      <a:noAutofit/>
                    </a:bodyPr>
                    <a:lstStyle/>
                    <a:p>
                      <a:pPr algn="ctr">
                        <a:buNone/>
                      </a:pPr>
                      <a:r>
                        <a:rPr sz="1575" b="1">
                          <a:solidFill>
                            <a:srgbClr val="FFFFFF"/>
                          </a:solidFill>
                          <a:latin typeface="Arial"/>
                          <a:ea typeface="Arial"/>
                          <a:cs typeface="Arial"/>
                        </a:rPr>
                        <a:t>Earlier hybrid</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114300" bIns="66675">
                      <a:noAutofit/>
                    </a:bodyPr>
                    <a:lstStyle/>
                    <a:p>
                      <a:pPr algn="ctr">
                        <a:buNone/>
                      </a:pPr>
                      <a:r>
                        <a:rPr sz="1575" b="1">
                          <a:solidFill>
                            <a:srgbClr val="FFFFFF"/>
                          </a:solidFill>
                          <a:latin typeface="Arial"/>
                          <a:ea typeface="Arial"/>
                          <a:cs typeface="Arial"/>
                        </a:rPr>
                        <a:t>Threshold only</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114300" bIns="66675">
                      <a:noAutofit/>
                    </a:bodyPr>
                    <a:lstStyle/>
                    <a:p>
                      <a:pPr algn="ctr">
                        <a:buNone/>
                      </a:pPr>
                      <a:r>
                        <a:rPr sz="1575" b="1">
                          <a:solidFill>
                            <a:srgbClr val="FFFFFF"/>
                          </a:solidFill>
                          <a:latin typeface="Arial"/>
                          <a:ea typeface="Arial"/>
                          <a:cs typeface="Arial"/>
                        </a:rPr>
                        <a:t>Integrated</a:t>
                      </a:r>
                    </a:p>
                  </a:txBody>
                  <a:tcPr marL="91440" marR="91440" marT="45720" marB="45720" anchor="ctr">
                    <a:lnL w="0">
                      <a:noFill/>
                    </a:lnL>
                    <a:lnR w="0">
                      <a:noFill/>
                    </a:lnR>
                    <a:lnT w="0">
                      <a:noFill/>
                    </a:lnT>
                    <a:lnB w="5715">
                      <a:solidFill>
                        <a:srgbClr val="D0D0D0"/>
                      </a:solidFill>
                    </a:lnB>
                    <a:solidFill>
                      <a:srgbClr val="822433"/>
                    </a:solidFill>
                  </a:tcPr>
                </a:tc>
              </a:tr>
              <a:tr h="452438">
                <a:tc>
                  <a:txBody>
                    <a:bodyPr lIns="114300" tIns="66675" rIns="114300" bIns="66675">
                      <a:noAutofit/>
                    </a:bodyPr>
                    <a:lstStyle/>
                    <a:p>
                      <a:pPr algn="l">
                        <a:buNone/>
                      </a:pPr>
                      <a:r>
                        <a:rPr sz="1575" b="0">
                          <a:solidFill>
                            <a:srgbClr val="202020"/>
                          </a:solidFill>
                          <a:latin typeface="Arial"/>
                          <a:ea typeface="Arial"/>
                          <a:cs typeface="Arial"/>
                        </a:rPr>
                        <a:t>5 fits × 6 sources</a:t>
                      </a:r>
                    </a:p>
                  </a:txBody>
                  <a:tcPr marL="91440" marR="91440" marT="45720" marB="45720" anchor="ctr">
                    <a:lnL w="0">
                      <a:noFill/>
                    </a:lnL>
                    <a:lnR w="0">
                      <a:noFill/>
                    </a:lnR>
                    <a:lnT w="5715">
                      <a:solidFill>
                        <a:srgbClr val="D0D0D0"/>
                      </a:solidFill>
                    </a:lnT>
                    <a:lnB w="0">
                      <a:noFill/>
                    </a:lnB>
                    <a:solidFill>
                      <a:srgbClr val="FFFFFF"/>
                    </a:solidFill>
                  </a:tcPr>
                </a:tc>
                <a:tc>
                  <a:txBody>
                    <a:bodyPr lIns="114300" tIns="66675" rIns="114300" bIns="66675">
                      <a:noAutofit/>
                    </a:bodyPr>
                    <a:lstStyle/>
                    <a:p>
                      <a:pPr algn="ctr">
                        <a:buNone/>
                      </a:pPr>
                      <a:r>
                        <a:rPr sz="1575" b="0">
                          <a:solidFill>
                            <a:srgbClr val="202020"/>
                          </a:solidFill>
                          <a:latin typeface="Arial"/>
                          <a:ea typeface="Arial"/>
                          <a:cs typeface="Arial"/>
                        </a:rPr>
                        <a:t>0.6863</a:t>
                      </a:r>
                    </a:p>
                  </a:txBody>
                  <a:tcPr marL="91440" marR="91440" marT="45720" marB="45720" anchor="ctr">
                    <a:lnL w="0">
                      <a:noFill/>
                    </a:lnL>
                    <a:lnR w="0">
                      <a:noFill/>
                    </a:lnR>
                    <a:lnT w="5715">
                      <a:solidFill>
                        <a:srgbClr val="D0D0D0"/>
                      </a:solidFill>
                    </a:lnT>
                    <a:lnB w="0">
                      <a:noFill/>
                    </a:lnB>
                    <a:solidFill>
                      <a:srgbClr val="FFFFFF"/>
                    </a:solidFill>
                  </a:tcPr>
                </a:tc>
                <a:tc>
                  <a:txBody>
                    <a:bodyPr lIns="114300" tIns="66675" rIns="114300" bIns="66675">
                      <a:noAutofit/>
                    </a:bodyPr>
                    <a:lstStyle/>
                    <a:p>
                      <a:pPr algn="ctr">
                        <a:buNone/>
                      </a:pPr>
                      <a:r>
                        <a:rPr sz="1575" b="0">
                          <a:solidFill>
                            <a:srgbClr val="202020"/>
                          </a:solidFill>
                          <a:latin typeface="Arial"/>
                          <a:ea typeface="Arial"/>
                          <a:cs typeface="Arial"/>
                        </a:rPr>
                        <a:t>0.6998</a:t>
                      </a:r>
                    </a:p>
                  </a:txBody>
                  <a:tcPr marL="91440" marR="91440" marT="45720" marB="45720" anchor="ctr">
                    <a:lnL w="0">
                      <a:noFill/>
                    </a:lnL>
                    <a:lnR w="0">
                      <a:noFill/>
                    </a:lnR>
                    <a:lnT w="5715">
                      <a:solidFill>
                        <a:srgbClr val="D0D0D0"/>
                      </a:solidFill>
                    </a:lnT>
                    <a:lnB w="0">
                      <a:noFill/>
                    </a:lnB>
                    <a:solidFill>
                      <a:srgbClr val="FFFFFF"/>
                    </a:solidFill>
                  </a:tcPr>
                </a:tc>
                <a:tc>
                  <a:txBody>
                    <a:bodyPr lIns="114300" tIns="66675" rIns="114300" bIns="66675">
                      <a:noAutofit/>
                    </a:bodyPr>
                    <a:lstStyle/>
                    <a:p>
                      <a:pPr algn="ctr">
                        <a:buNone/>
                      </a:pPr>
                      <a:r>
                        <a:rPr sz="1575" b="0">
                          <a:solidFill>
                            <a:srgbClr val="202020"/>
                          </a:solidFill>
                          <a:latin typeface="Arial"/>
                          <a:ea typeface="Arial"/>
                          <a:cs typeface="Arial"/>
                        </a:rPr>
                        <a:t>0.8672</a:t>
                      </a:r>
                    </a:p>
                  </a:txBody>
                  <a:tcPr marL="91440" marR="91440" marT="45720" marB="45720" anchor="ctr">
                    <a:lnL w="0">
                      <a:noFill/>
                    </a:lnL>
                    <a:lnR w="0">
                      <a:noFill/>
                    </a:lnR>
                    <a:lnT w="5715">
                      <a:solidFill>
                        <a:srgbClr val="D0D0D0"/>
                      </a:solidFill>
                    </a:lnT>
                    <a:lnB w="0">
                      <a:noFill/>
                    </a:lnB>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27947A02-A99B-40DD-98EB-449286E59440}"/>
              </a:ext>
            </a:extLst>
          </p:cNvPr>
          <p:cNvSpPr>
            <a:spLocks xmlns:a="http://schemas.openxmlformats.org/drawingml/2006/main" noGrp="1"/>
          </p:cNvSpPr>
          <p:nvPr/>
        </p:nvSpPr>
        <p:spPr>
          <a:xfrm xmlns:a="http://schemas.openxmlformats.org/drawingml/2006/main">
            <a:off x="1200150" y="2886075"/>
            <a:ext cx="728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020"/>
                </a:solidFill>
                <a:latin typeface="Arial"/>
                <a:ea typeface="Arial"/>
                <a:cs typeface="Arial"/>
              </a:defRPr>
            </a:defPPr>
            <a:lvl1pPr algn="l">
              <a:defRPr sz="1575" b="0">
                <a:solidFill>
                  <a:srgbClr val="202020"/>
                </a:solidFill>
                <a:latin typeface="Arial"/>
                <a:ea typeface="Arial"/>
                <a:cs typeface="Arial"/>
              </a:defRPr>
            </a:lvl1pPr>
            <a:lvl2pPr algn="l">
              <a:defRPr sz="1575" b="0">
                <a:solidFill>
                  <a:srgbClr val="202020"/>
                </a:solidFill>
                <a:latin typeface="Arial"/>
                <a:ea typeface="Arial"/>
                <a:cs typeface="Arial"/>
              </a:defRPr>
            </a:lvl2pPr>
            <a:lvl3pPr algn="l">
              <a:defRPr sz="1575" b="0">
                <a:solidFill>
                  <a:srgbClr val="202020"/>
                </a:solidFill>
                <a:latin typeface="Arial"/>
                <a:ea typeface="Arial"/>
                <a:cs typeface="Arial"/>
              </a:defRPr>
            </a:lvl3pPr>
            <a:lvl4pPr algn="l">
              <a:defRPr sz="1575" b="0">
                <a:solidFill>
                  <a:srgbClr val="202020"/>
                </a:solidFill>
                <a:latin typeface="Arial"/>
                <a:ea typeface="Arial"/>
                <a:cs typeface="Arial"/>
              </a:defRPr>
            </a:lvl4pPr>
            <a:lvl5pPr algn="l">
              <a:defRPr sz="1575" b="0">
                <a:solidFill>
                  <a:srgbClr val="202020"/>
                </a:solidFill>
                <a:latin typeface="Arial"/>
                <a:ea typeface="Arial"/>
                <a:cs typeface="Arial"/>
              </a:defRPr>
            </a:lvl5pPr>
            <a:lvl6pPr algn="l">
              <a:defRPr sz="1575" b="0">
                <a:solidFill>
                  <a:srgbClr val="202020"/>
                </a:solidFill>
                <a:latin typeface="Arial"/>
                <a:ea typeface="Arial"/>
                <a:cs typeface="Arial"/>
              </a:defRPr>
            </a:lvl6pPr>
            <a:lvl7pPr algn="l">
              <a:defRPr sz="1575" b="0">
                <a:solidFill>
                  <a:srgbClr val="202020"/>
                </a:solidFill>
                <a:latin typeface="Arial"/>
                <a:ea typeface="Arial"/>
                <a:cs typeface="Arial"/>
              </a:defRPr>
            </a:lvl7pPr>
            <a:lvl8pPr algn="l">
              <a:defRPr sz="1575" b="0">
                <a:solidFill>
                  <a:srgbClr val="202020"/>
                </a:solidFill>
                <a:latin typeface="Arial"/>
                <a:ea typeface="Arial"/>
                <a:cs typeface="Arial"/>
              </a:defRPr>
            </a:lvl8pPr>
            <a:lvl9pPr algn="l">
              <a:defRPr sz="1575" b="0">
                <a:solidFill>
                  <a:srgbClr val="202020"/>
                </a:solidFill>
                <a:latin typeface="Arial"/>
                <a:ea typeface="Arial"/>
                <a:cs typeface="Arial"/>
              </a:defRPr>
            </a:lvl9pPr>
          </a:lstStyle>
          <a:p xmlns:a="http://schemas.openxmlformats.org/drawingml/2006/main">
            <a:pPr algn="l">
              <a:buNone/>
              <a:defRPr sz="1575" b="0">
                <a:solidFill>
                  <a:srgbClr val="202020"/>
                </a:solidFill>
                <a:latin typeface="Arial"/>
                <a:ea typeface="Arial"/>
                <a:cs typeface="Arial"/>
              </a:defRPr>
            </a:pPr>
            <a:r>
              <a:rPr sz="1575" b="0">
                <a:solidFill>
                  <a:srgbClr val="202020"/>
                </a:solidFill>
                <a:latin typeface="Arial"/>
                <a:ea typeface="Arial"/>
                <a:cs typeface="Arial"/>
              </a:rPr>
              <a:t>False positives fall by 84.2%, with 4.1% fewer true positives.</a:t>
            </a:r>
          </a:p>
          <a:p xmlns:a="http://schemas.openxmlformats.org/drawingml/2006/main">
            <a:pPr algn="l">
              <a:buNone/>
              <a:defRPr sz="1575" b="0">
                <a:solidFill>
                  <a:srgbClr val="202020"/>
                </a:solidFill>
                <a:latin typeface="Arial"/>
                <a:ea typeface="Arial"/>
                <a:cs typeface="Arial"/>
              </a:defRPr>
            </a:pPr>
            <a:r>
              <a:rPr sz="1575" b="0">
                <a:solidFill>
                  <a:srgbClr val="202020"/>
                </a:solidFill>
                <a:latin typeface="Arial"/>
                <a:ea typeface="Arial"/>
                <a:cs typeface="Arial"/>
              </a:rPr>
              <a:t>Drift and noise F1 fall slightly.</a:t>
            </a:r>
          </a:p>
          <a:p xmlns:a="http://schemas.openxmlformats.org/drawingml/2006/main">
            <a:pPr algn="l">
              <a:buNone/>
              <a:defRPr sz="1575" b="0">
                <a:solidFill>
                  <a:srgbClr val="202020"/>
                </a:solidFill>
                <a:latin typeface="Arial"/>
                <a:ea typeface="Arial"/>
                <a:cs typeface="Arial"/>
              </a:defRPr>
            </a:pPr>
            <a:r>
              <a:rPr sz="1575" b="0">
                <a:solidFill>
                  <a:srgbClr val="202020"/>
                </a:solidFill>
                <a:latin typeface="Arial"/>
                <a:ea typeface="Arial"/>
                <a:cs typeface="Arial"/>
              </a:rPr>
              <a:t>Extending to 10 fits gives the final mean of 0.8669.</a:t>
            </a:r>
          </a:p>
        </p:txBody>
      </p:sp>
      <p:sp>
        <p:nvSpPr>
          <p:cNvPr id="14" name="">
            <a:extLst xmlns:a="http://schemas.openxmlformats.org/drawingml/2006/main">
              <a:ext uri="{FF2B5EF4-FFF2-40B4-BE49-F238E27FC236}">
                <a16:creationId xmlns:a16="http://schemas.microsoft.com/office/drawing/2014/main" id="{60FCA5D0-7236-4C1D-B682-9973796437D5}"/>
              </a:ext>
            </a:extLst>
          </p:cNvPr>
          <p:cNvSpPr>
            <a:spLocks xmlns:a="http://schemas.openxmlformats.org/drawingml/2006/main" noGrp="1"/>
          </p:cNvSpPr>
          <p:nvPr/>
        </p:nvSpPr>
        <p:spPr>
          <a:xfrm xmlns:a="http://schemas.openxmlformats.org/drawingml/2006/main">
            <a:off x="1200150" y="3781425"/>
            <a:ext cx="728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2433"/>
                </a:solidFill>
                <a:latin typeface="Arial"/>
                <a:ea typeface="Arial"/>
                <a:cs typeface="Arial"/>
              </a:defRPr>
            </a:defPPr>
            <a:lvl1pPr algn="l">
              <a:defRPr sz="1875" b="1">
                <a:solidFill>
                  <a:srgbClr val="822433"/>
                </a:solidFill>
                <a:latin typeface="Arial"/>
                <a:ea typeface="Arial"/>
                <a:cs typeface="Arial"/>
              </a:defRPr>
            </a:lvl1pPr>
            <a:lvl2pPr algn="l">
              <a:defRPr sz="1875" b="1">
                <a:solidFill>
                  <a:srgbClr val="822433"/>
                </a:solidFill>
                <a:latin typeface="Arial"/>
                <a:ea typeface="Arial"/>
                <a:cs typeface="Arial"/>
              </a:defRPr>
            </a:lvl2pPr>
            <a:lvl3pPr algn="l">
              <a:defRPr sz="1875" b="1">
                <a:solidFill>
                  <a:srgbClr val="822433"/>
                </a:solidFill>
                <a:latin typeface="Arial"/>
                <a:ea typeface="Arial"/>
                <a:cs typeface="Arial"/>
              </a:defRPr>
            </a:lvl3pPr>
            <a:lvl4pPr algn="l">
              <a:defRPr sz="1875" b="1">
                <a:solidFill>
                  <a:srgbClr val="822433"/>
                </a:solidFill>
                <a:latin typeface="Arial"/>
                <a:ea typeface="Arial"/>
                <a:cs typeface="Arial"/>
              </a:defRPr>
            </a:lvl4pPr>
            <a:lvl5pPr algn="l">
              <a:defRPr sz="1875" b="1">
                <a:solidFill>
                  <a:srgbClr val="822433"/>
                </a:solidFill>
                <a:latin typeface="Arial"/>
                <a:ea typeface="Arial"/>
                <a:cs typeface="Arial"/>
              </a:defRPr>
            </a:lvl5pPr>
            <a:lvl6pPr algn="l">
              <a:defRPr sz="1875" b="1">
                <a:solidFill>
                  <a:srgbClr val="822433"/>
                </a:solidFill>
                <a:latin typeface="Arial"/>
                <a:ea typeface="Arial"/>
                <a:cs typeface="Arial"/>
              </a:defRPr>
            </a:lvl6pPr>
            <a:lvl7pPr algn="l">
              <a:defRPr sz="1875" b="1">
                <a:solidFill>
                  <a:srgbClr val="822433"/>
                </a:solidFill>
                <a:latin typeface="Arial"/>
                <a:ea typeface="Arial"/>
                <a:cs typeface="Arial"/>
              </a:defRPr>
            </a:lvl7pPr>
            <a:lvl8pPr algn="l">
              <a:defRPr sz="1875" b="1">
                <a:solidFill>
                  <a:srgbClr val="822433"/>
                </a:solidFill>
                <a:latin typeface="Arial"/>
                <a:ea typeface="Arial"/>
                <a:cs typeface="Arial"/>
              </a:defRPr>
            </a:lvl8pPr>
            <a:lvl9pPr algn="l">
              <a:defRPr sz="1875" b="1">
                <a:solidFill>
                  <a:srgbClr val="822433"/>
                </a:solidFill>
                <a:latin typeface="Arial"/>
                <a:ea typeface="Arial"/>
                <a:cs typeface="Arial"/>
              </a:defRPr>
            </a:lvl9pPr>
          </a:lstStyle>
          <a:p xmlns:a="http://schemas.openxmlformats.org/drawingml/2006/main">
            <a:pPr algn="l">
              <a:buNone/>
              <a:defRPr sz="1875" b="1">
                <a:solidFill>
                  <a:srgbClr val="822433"/>
                </a:solidFill>
                <a:latin typeface="Arial"/>
                <a:ea typeface="Arial"/>
                <a:cs typeface="Arial"/>
              </a:defRPr>
            </a:pPr>
            <a:r>
              <a:rPr sz="1875" b="1">
                <a:solidFill>
                  <a:srgbClr val="822433"/>
                </a:solidFill>
                <a:latin typeface="Arial"/>
                <a:ea typeface="Arial"/>
                <a:cs typeface="Arial"/>
              </a:rPr>
              <a:t>L-Town: history comparison with 10 model fits</a:t>
            </a:r>
          </a:p>
        </p:txBody>
      </p:sp>
      <p:graphicFrame>
        <p:nvGraphicFramePr>
          <p:cNvPr id="15" name="">
            <a:extLst xmlns:a="http://schemas.openxmlformats.org/drawingml/2006/main">
              <a:ext uri="{FF2B5EF4-FFF2-40B4-BE49-F238E27FC236}">
                <a16:creationId xmlns:a16="http://schemas.microsoft.com/office/drawing/2014/main" id="{A02F6405-C10C-45EA-9AEA-0805137A2B9B}"/>
              </a:ext>
            </a:extLst>
          </p:cNvPr>
          <p:cNvGraphicFramePr/>
          <p:nvPr/>
        </p:nvGraphicFramePr>
        <p:xfrm>
          <a:off xmlns:a="http://schemas.openxmlformats.org/drawingml/2006/main" x="1200150" y="4229100"/>
          <a:ext xmlns:a="http://schemas.openxmlformats.org/drawingml/2006/main" cx="7286625" cy="1200150"/>
        </p:xfrm>
        <a:graphic xmlns:a="http://schemas.openxmlformats.org/drawingml/2006/main">
          <a:graphicData uri="http://schemas.openxmlformats.org/drawingml/2006/table">
            <a:tbl>
              <a:tblPr firstRow="0" bandRow="0"/>
              <a:tblGrid>
                <a:gridCol w="3476625"/>
                <a:gridCol w="1905000"/>
                <a:gridCol w="1905000"/>
              </a:tblGrid>
              <a:tr h="400050">
                <a:tc>
                  <a:txBody>
                    <a:bodyPr lIns="114300" tIns="66675" rIns="114300" bIns="66675">
                      <a:noAutofit/>
                    </a:bodyPr>
                    <a:lstStyle/>
                    <a:p>
                      <a:pPr algn="l">
                        <a:buNone/>
                      </a:pPr>
                      <a:r>
                        <a:rPr sz="1650" b="1">
                          <a:solidFill>
                            <a:srgbClr val="FFFFFF"/>
                          </a:solidFill>
                          <a:latin typeface="Arial"/>
                          <a:ea typeface="Arial"/>
                          <a:cs typeface="Arial"/>
                        </a:rPr>
                        <a:t>Mean metric</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114300" bIns="66675">
                      <a:noAutofit/>
                    </a:bodyPr>
                    <a:lstStyle/>
                    <a:p>
                      <a:pPr algn="ctr">
                        <a:buNone/>
                      </a:pPr>
                      <a:r>
                        <a:rPr sz="1650" b="1">
                          <a:solidFill>
                            <a:srgbClr val="FFFFFF"/>
                          </a:solidFill>
                          <a:latin typeface="Arial"/>
                          <a:ea typeface="Arial"/>
                          <a:cs typeface="Arial"/>
                        </a:rPr>
                        <a:t>No history</a:t>
                      </a:r>
                    </a:p>
                  </a:txBody>
                  <a:tcPr marL="91440" marR="91440" marT="45720" marB="45720" anchor="ctr">
                    <a:lnL w="0">
                      <a:noFill/>
                    </a:lnL>
                    <a:lnR w="0">
                      <a:noFill/>
                    </a:lnR>
                    <a:lnT w="0">
                      <a:noFill/>
                    </a:lnT>
                    <a:lnB w="5715">
                      <a:solidFill>
                        <a:srgbClr val="D0D0D0"/>
                      </a:solidFill>
                    </a:lnB>
                    <a:solidFill>
                      <a:srgbClr val="822433"/>
                    </a:solidFill>
                  </a:tcPr>
                </a:tc>
                <a:tc>
                  <a:txBody>
                    <a:bodyPr lIns="114300" tIns="66675" rIns="114300" bIns="66675">
                      <a:noAutofit/>
                    </a:bodyPr>
                    <a:lstStyle/>
                    <a:p>
                      <a:pPr algn="ctr">
                        <a:buNone/>
                      </a:pPr>
                      <a:r>
                        <a:rPr sz="1650" b="1">
                          <a:solidFill>
                            <a:srgbClr val="FFFFFF"/>
                          </a:solidFill>
                          <a:latin typeface="Arial"/>
                          <a:ea typeface="Arial"/>
                          <a:cs typeface="Arial"/>
                        </a:rPr>
                        <a:t>History</a:t>
                      </a:r>
                    </a:p>
                  </a:txBody>
                  <a:tcPr marL="91440" marR="91440" marT="45720" marB="45720" anchor="ctr">
                    <a:lnL w="0">
                      <a:noFill/>
                    </a:lnL>
                    <a:lnR w="0">
                      <a:noFill/>
                    </a:lnR>
                    <a:lnT w="0">
                      <a:noFill/>
                    </a:lnT>
                    <a:lnB w="5715">
                      <a:solidFill>
                        <a:srgbClr val="D0D0D0"/>
                      </a:solidFill>
                    </a:lnB>
                    <a:solidFill>
                      <a:srgbClr val="822433"/>
                    </a:solidFill>
                  </a:tcPr>
                </a:tc>
              </a:tr>
              <a:tr h="400050">
                <a:tc>
                  <a:txBody>
                    <a:bodyPr lIns="114300" tIns="66675" rIns="114300" bIns="66675">
                      <a:noAutofit/>
                    </a:bodyPr>
                    <a:lstStyle/>
                    <a:p>
                      <a:pPr algn="l">
                        <a:buNone/>
                      </a:pPr>
                      <a:r>
                        <a:rPr sz="1650" b="0">
                          <a:solidFill>
                            <a:srgbClr val="202020"/>
                          </a:solidFill>
                          <a:latin typeface="Arial"/>
                          <a:ea typeface="Arial"/>
                          <a:cs typeface="Arial"/>
                        </a:rPr>
                        <a:t>Replay F1</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66675" rIns="114300" bIns="66675">
                      <a:noAutofit/>
                    </a:bodyPr>
                    <a:lstStyle/>
                    <a:p>
                      <a:pPr algn="ctr">
                        <a:buNone/>
                      </a:pPr>
                      <a:r>
                        <a:rPr sz="1650" b="0">
                          <a:solidFill>
                            <a:srgbClr val="202020"/>
                          </a:solidFill>
                          <a:latin typeface="Arial"/>
                          <a:ea typeface="Arial"/>
                          <a:cs typeface="Arial"/>
                        </a:rPr>
                        <a:t>0.7065</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66675" rIns="114300" bIns="66675">
                      <a:noAutofit/>
                    </a:bodyPr>
                    <a:lstStyle/>
                    <a:p>
                      <a:pPr algn="ctr">
                        <a:buNone/>
                      </a:pPr>
                      <a:r>
                        <a:rPr sz="1650" b="0">
                          <a:solidFill>
                            <a:srgbClr val="202020"/>
                          </a:solidFill>
                          <a:latin typeface="Arial"/>
                          <a:ea typeface="Arial"/>
                          <a:cs typeface="Arial"/>
                        </a:rPr>
                        <a:t>0.7312</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r>
              <a:tr h="400050">
                <a:tc>
                  <a:txBody>
                    <a:bodyPr lIns="114300" tIns="66675" rIns="114300" bIns="66675">
                      <a:noAutofit/>
                    </a:bodyPr>
                    <a:lstStyle/>
                    <a:p>
                      <a:pPr algn="l">
                        <a:buNone/>
                      </a:pPr>
                      <a:r>
                        <a:rPr sz="1650" b="0">
                          <a:solidFill>
                            <a:srgbClr val="202020"/>
                          </a:solidFill>
                          <a:latin typeface="Arial"/>
                          <a:ea typeface="Arial"/>
                          <a:cs typeface="Arial"/>
                        </a:rPr>
                        <a:t>Clean FPR (%)</a:t>
                      </a:r>
                    </a:p>
                  </a:txBody>
                  <a:tcPr marL="91440" marR="91440" marT="45720" marB="45720" anchor="ctr">
                    <a:lnL w="0">
                      <a:noFill/>
                    </a:lnL>
                    <a:lnR w="0">
                      <a:noFill/>
                    </a:lnR>
                    <a:lnT w="5715">
                      <a:solidFill>
                        <a:srgbClr val="D0D0D0"/>
                      </a:solidFill>
                    </a:lnT>
                    <a:lnB w="0">
                      <a:noFill/>
                    </a:lnB>
                    <a:solidFill>
                      <a:srgbClr val="F4F4F4"/>
                    </a:solidFill>
                  </a:tcPr>
                </a:tc>
                <a:tc>
                  <a:txBody>
                    <a:bodyPr lIns="114300" tIns="66675" rIns="114300" bIns="66675">
                      <a:noAutofit/>
                    </a:bodyPr>
                    <a:lstStyle/>
                    <a:p>
                      <a:pPr algn="ctr">
                        <a:buNone/>
                      </a:pPr>
                      <a:r>
                        <a:rPr sz="1650" b="0">
                          <a:solidFill>
                            <a:srgbClr val="202020"/>
                          </a:solidFill>
                          <a:latin typeface="Arial"/>
                          <a:ea typeface="Arial"/>
                          <a:cs typeface="Arial"/>
                        </a:rPr>
                        <a:t>0.0627</a:t>
                      </a:r>
                    </a:p>
                  </a:txBody>
                  <a:tcPr marL="91440" marR="91440" marT="45720" marB="45720" anchor="ctr">
                    <a:lnL w="0">
                      <a:noFill/>
                    </a:lnL>
                    <a:lnR w="0">
                      <a:noFill/>
                    </a:lnR>
                    <a:lnT w="5715">
                      <a:solidFill>
                        <a:srgbClr val="D0D0D0"/>
                      </a:solidFill>
                    </a:lnT>
                    <a:lnB w="0">
                      <a:noFill/>
                    </a:lnB>
                    <a:solidFill>
                      <a:srgbClr val="F4F4F4"/>
                    </a:solidFill>
                  </a:tcPr>
                </a:tc>
                <a:tc>
                  <a:txBody>
                    <a:bodyPr lIns="114300" tIns="66675" rIns="114300" bIns="66675">
                      <a:noAutofit/>
                    </a:bodyPr>
                    <a:lstStyle/>
                    <a:p>
                      <a:pPr algn="ctr">
                        <a:buNone/>
                      </a:pPr>
                      <a:r>
                        <a:rPr sz="1650" b="0">
                          <a:solidFill>
                            <a:srgbClr val="202020"/>
                          </a:solidFill>
                          <a:latin typeface="Arial"/>
                          <a:ea typeface="Arial"/>
                          <a:cs typeface="Arial"/>
                        </a:rPr>
                        <a:t>0.0550</a:t>
                      </a:r>
                    </a:p>
                  </a:txBody>
                  <a:tcPr marL="91440" marR="91440" marT="45720" marB="45720" anchor="ctr">
                    <a:lnL w="0">
                      <a:noFill/>
                    </a:lnL>
                    <a:lnR w="0">
                      <a:noFill/>
                    </a:lnR>
                    <a:lnT w="5715">
                      <a:solidFill>
                        <a:srgbClr val="D0D0D0"/>
                      </a:solidFill>
                    </a:lnT>
                    <a:lnB w="0">
                      <a:noFill/>
                    </a:lnB>
                    <a:solidFill>
                      <a:srgbClr val="F4F4F4"/>
                    </a:solidFill>
                  </a:tcPr>
                </a:tc>
              </a:tr>
            </a:tbl>
          </a:graphicData>
        </a:graphic>
      </p:graphicFrame>
      <p:sp>
        <p:nvSpPr>
          <p:cNvPr id="16" name="">
            <a:extLst xmlns:a="http://schemas.openxmlformats.org/drawingml/2006/main">
              <a:ext uri="{FF2B5EF4-FFF2-40B4-BE49-F238E27FC236}">
                <a16:creationId xmlns:a16="http://schemas.microsoft.com/office/drawing/2014/main" id="{A19D29F1-DA89-4C6A-9BC9-512CBA00217C}"/>
              </a:ext>
            </a:extLst>
          </p:cNvPr>
          <p:cNvSpPr>
            <a:spLocks xmlns:a="http://schemas.openxmlformats.org/drawingml/2006/main" noGrp="1"/>
          </p:cNvSpPr>
          <p:nvPr/>
        </p:nvSpPr>
        <p:spPr>
          <a:xfrm xmlns:a="http://schemas.openxmlformats.org/drawingml/2006/main">
            <a:off x="1200150" y="5638800"/>
            <a:ext cx="7286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020"/>
                </a:solidFill>
                <a:latin typeface="Arial"/>
                <a:ea typeface="Arial"/>
                <a:cs typeface="Arial"/>
              </a:defRPr>
            </a:defPPr>
            <a:lvl1pPr algn="l">
              <a:defRPr sz="1650" b="0">
                <a:solidFill>
                  <a:srgbClr val="202020"/>
                </a:solidFill>
                <a:latin typeface="Arial"/>
                <a:ea typeface="Arial"/>
                <a:cs typeface="Arial"/>
              </a:defRPr>
            </a:lvl1pPr>
            <a:lvl2pPr algn="l">
              <a:defRPr sz="1650" b="0">
                <a:solidFill>
                  <a:srgbClr val="202020"/>
                </a:solidFill>
                <a:latin typeface="Arial"/>
                <a:ea typeface="Arial"/>
                <a:cs typeface="Arial"/>
              </a:defRPr>
            </a:lvl2pPr>
            <a:lvl3pPr algn="l">
              <a:defRPr sz="1650" b="0">
                <a:solidFill>
                  <a:srgbClr val="202020"/>
                </a:solidFill>
                <a:latin typeface="Arial"/>
                <a:ea typeface="Arial"/>
                <a:cs typeface="Arial"/>
              </a:defRPr>
            </a:lvl3pPr>
            <a:lvl4pPr algn="l">
              <a:defRPr sz="1650" b="0">
                <a:solidFill>
                  <a:srgbClr val="202020"/>
                </a:solidFill>
                <a:latin typeface="Arial"/>
                <a:ea typeface="Arial"/>
                <a:cs typeface="Arial"/>
              </a:defRPr>
            </a:lvl4pPr>
            <a:lvl5pPr algn="l">
              <a:defRPr sz="1650" b="0">
                <a:solidFill>
                  <a:srgbClr val="202020"/>
                </a:solidFill>
                <a:latin typeface="Arial"/>
                <a:ea typeface="Arial"/>
                <a:cs typeface="Arial"/>
              </a:defRPr>
            </a:lvl5pPr>
            <a:lvl6pPr algn="l">
              <a:defRPr sz="1650" b="0">
                <a:solidFill>
                  <a:srgbClr val="202020"/>
                </a:solidFill>
                <a:latin typeface="Arial"/>
                <a:ea typeface="Arial"/>
                <a:cs typeface="Arial"/>
              </a:defRPr>
            </a:lvl6pPr>
            <a:lvl7pPr algn="l">
              <a:defRPr sz="1650" b="0">
                <a:solidFill>
                  <a:srgbClr val="202020"/>
                </a:solidFill>
                <a:latin typeface="Arial"/>
                <a:ea typeface="Arial"/>
                <a:cs typeface="Arial"/>
              </a:defRPr>
            </a:lvl7pPr>
            <a:lvl8pPr algn="l">
              <a:defRPr sz="1650" b="0">
                <a:solidFill>
                  <a:srgbClr val="202020"/>
                </a:solidFill>
                <a:latin typeface="Arial"/>
                <a:ea typeface="Arial"/>
                <a:cs typeface="Arial"/>
              </a:defRPr>
            </a:lvl8pPr>
            <a:lvl9pPr algn="l">
              <a:defRPr sz="1650" b="0">
                <a:solidFill>
                  <a:srgbClr val="202020"/>
                </a:solidFill>
                <a:latin typeface="Arial"/>
                <a:ea typeface="Arial"/>
                <a:cs typeface="Arial"/>
              </a:defRPr>
            </a:lvl9pPr>
          </a:lstStyle>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Replay improves in all 60 pairs, but still misses the 0.75 goal.</a:t>
            </a:r>
          </a:p>
        </p:txBody>
      </p:sp>
    </p:spTree>
    <p:extLst>
      <p:ext uri="{BB962C8B-B14F-4D97-AF65-F5344CB8AC3E}">
        <p14:creationId xmlns:p14="http://schemas.microsoft.com/office/powerpoint/2010/main" val="5484416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B9AD343A-FF5D-4C3D-BF10-2E547FBBEC80}"/>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Overall scores against LightGBM</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0472E621-3100-4756-8DDE-B6545D00D0EA}"/>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79B8432C-75C1-4F49-8698-FBA7F8747C5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12 / 16</a:t>
            </a:r>
          </a:p>
        </p:txBody>
      </p:sp>
      <p:sp>
        <p:nvSpPr>
          <p:cNvPr id="4" name="PlaceHolder 6">
            <a:extLst xmlns:a="http://schemas.openxmlformats.org/drawingml/2006/main">
              <a:ext uri="{FF2B5EF4-FFF2-40B4-BE49-F238E27FC236}">
                <a16:creationId xmlns:a16="http://schemas.microsoft.com/office/drawing/2014/main" id="{B70EF461-4E78-40E1-BC6B-4092B130EABA}"/>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5" name="">
            <a:extLst xmlns:a="http://schemas.openxmlformats.org/drawingml/2006/main">
              <a:ext uri="{FF2B5EF4-FFF2-40B4-BE49-F238E27FC236}">
                <a16:creationId xmlns:a16="http://schemas.microsoft.com/office/drawing/2014/main" id="{2E34985B-D35C-4B6D-8B8B-210698093E62}"/>
              </a:ext>
            </a:extLst>
          </p:cNvPr>
          <p:cNvSpPr>
            <a:spLocks xmlns:a="http://schemas.openxmlformats.org/drawingml/2006/main" noGrp="1"/>
          </p:cNvSpPr>
          <p:nvPr/>
        </p:nvSpPr>
        <p:spPr>
          <a:xfrm xmlns:a="http://schemas.openxmlformats.org/drawingml/2006/main">
            <a:off x="1200150" y="1238250"/>
            <a:ext cx="728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202020"/>
                </a:solidFill>
                <a:latin typeface="Arial"/>
                <a:ea typeface="Arial"/>
                <a:cs typeface="Arial"/>
              </a:defRPr>
            </a:defPPr>
            <a:lvl1pPr>
              <a:defRPr sz="1650">
                <a:solidFill>
                  <a:srgbClr val="202020"/>
                </a:solidFill>
                <a:latin typeface="Arial"/>
                <a:ea typeface="Arial"/>
                <a:cs typeface="Arial"/>
              </a:defRPr>
            </a:lvl1pPr>
            <a:lvl2pPr>
              <a:defRPr sz="1650">
                <a:solidFill>
                  <a:srgbClr val="202020"/>
                </a:solidFill>
                <a:latin typeface="Arial"/>
                <a:ea typeface="Arial"/>
                <a:cs typeface="Arial"/>
              </a:defRPr>
            </a:lvl2pPr>
            <a:lvl3pPr>
              <a:defRPr sz="1650">
                <a:solidFill>
                  <a:srgbClr val="202020"/>
                </a:solidFill>
                <a:latin typeface="Arial"/>
                <a:ea typeface="Arial"/>
                <a:cs typeface="Arial"/>
              </a:defRPr>
            </a:lvl3pPr>
            <a:lvl4pPr>
              <a:defRPr sz="1650">
                <a:solidFill>
                  <a:srgbClr val="202020"/>
                </a:solidFill>
                <a:latin typeface="Arial"/>
                <a:ea typeface="Arial"/>
                <a:cs typeface="Arial"/>
              </a:defRPr>
            </a:lvl4pPr>
            <a:lvl5pPr>
              <a:defRPr sz="1650">
                <a:solidFill>
                  <a:srgbClr val="202020"/>
                </a:solidFill>
                <a:latin typeface="Arial"/>
                <a:ea typeface="Arial"/>
                <a:cs typeface="Arial"/>
              </a:defRPr>
            </a:lvl5pPr>
            <a:lvl6pPr>
              <a:defRPr sz="1650">
                <a:solidFill>
                  <a:srgbClr val="202020"/>
                </a:solidFill>
                <a:latin typeface="Arial"/>
                <a:ea typeface="Arial"/>
                <a:cs typeface="Arial"/>
              </a:defRPr>
            </a:lvl6pPr>
            <a:lvl7pPr>
              <a:defRPr sz="1650">
                <a:solidFill>
                  <a:srgbClr val="202020"/>
                </a:solidFill>
                <a:latin typeface="Arial"/>
                <a:ea typeface="Arial"/>
                <a:cs typeface="Arial"/>
              </a:defRPr>
            </a:lvl7pPr>
            <a:lvl8pPr>
              <a:defRPr sz="1650">
                <a:solidFill>
                  <a:srgbClr val="202020"/>
                </a:solidFill>
                <a:latin typeface="Arial"/>
                <a:ea typeface="Arial"/>
                <a:cs typeface="Arial"/>
              </a:defRPr>
            </a:lvl8pPr>
            <a:lvl9pPr>
              <a:defRPr sz="1650">
                <a:solidFill>
                  <a:srgbClr val="202020"/>
                </a:solidFill>
                <a:latin typeface="Arial"/>
                <a:ea typeface="Arial"/>
                <a:cs typeface="Arial"/>
              </a:defRPr>
            </a:lvl9pPr>
          </a:lstStyle>
          <a:p xmlns:a="http://schemas.openxmlformats.org/drawingml/2006/main">
            <a:pPr algn="l">
              <a:buNone/>
              <a:defRPr sz="1650" b="0">
                <a:solidFill>
                  <a:srgbClr val="202020"/>
                </a:solidFill>
                <a:latin typeface="Arial"/>
                <a:ea typeface="Arial"/>
                <a:cs typeface="Arial"/>
              </a:defRPr>
            </a:pPr>
            <a:r>
              <a:rPr sz="1650" b="0">
                <a:solidFill>
                  <a:srgbClr val="202020"/>
                </a:solidFill>
                <a:latin typeface="Arial"/>
                <a:ea typeface="Arial"/>
                <a:cs typeface="Arial"/>
              </a:rPr>
              <a:t>Same evaluation sources and three-hour information allowance</a:t>
            </a:r>
          </a:p>
        </p:txBody>
      </p:sp>
      <p:graphicFrame>
        <p:nvGraphicFramePr>
          <p:cNvPr id="15" name="">
            <a:extLst xmlns:a="http://schemas.openxmlformats.org/drawingml/2006/main">
              <a:ext uri="{FF2B5EF4-FFF2-40B4-BE49-F238E27FC236}">
                <a16:creationId xmlns:a16="http://schemas.microsoft.com/office/drawing/2014/main" id="{5DAA1BDE-0675-4431-B39B-A7B109F48705}"/>
              </a:ext>
            </a:extLst>
          </p:cNvPr>
          <p:cNvGraphicFramePr/>
          <p:nvPr/>
        </p:nvGraphicFramePr>
        <p:xfrm>
          <a:off xmlns:a="http://schemas.openxmlformats.org/drawingml/2006/main" x="1200150" y="1762125"/>
          <a:ext xmlns:a="http://schemas.openxmlformats.org/drawingml/2006/main" cx="7286625" cy="3143250"/>
        </p:xfrm>
        <a:graphic xmlns:a="http://schemas.openxmlformats.org/drawingml/2006/main">
          <a:graphicData uri="http://schemas.openxmlformats.org/drawingml/2006/table">
            <a:tbl>
              <a:tblPr firstRow="0" bandRow="0"/>
              <a:tblGrid>
                <a:gridCol w="1381125"/>
                <a:gridCol w="2819400"/>
                <a:gridCol w="1543050"/>
                <a:gridCol w="1543050"/>
              </a:tblGrid>
              <a:tr h="449036">
                <a:tc>
                  <a:txBody>
                    <a:bodyPr lIns="114300" tIns="76200" rIns="114300" bIns="76200">
                      <a:noAutofit/>
                    </a:bodyPr>
                    <a:lstStyle/>
                    <a:p>
                      <a:pPr algn="l">
                        <a:buNone/>
                      </a:pPr>
                      <a:r>
                        <a:rPr sz="1650" b="1">
                          <a:solidFill>
                            <a:srgbClr val="FFFFFF"/>
                          </a:solidFill>
                          <a:latin typeface="Arial"/>
                          <a:ea typeface="Arial"/>
                          <a:cs typeface="Arial"/>
                        </a:rPr>
                        <a:t>Network</a:t>
                      </a:r>
                    </a:p>
                  </a:txBody>
                  <a:tcPr marL="91440" marR="91440" marT="45720" marB="45720" anchor="ctr">
                    <a:lnL w="0">
                      <a:noFill/>
                    </a:lnL>
                    <a:lnR w="0">
                      <a:noFill/>
                    </a:lnR>
                    <a:lnT w="0">
                      <a:noFill/>
                    </a:lnT>
                    <a:lnB w="5715">
                      <a:solidFill>
                        <a:srgbClr val="D0D0D0"/>
                      </a:solidFill>
                    </a:lnB>
                    <a:solidFill>
                      <a:srgbClr val="822433"/>
                    </a:solidFill>
                  </a:tcPr>
                </a:tc>
                <a:tc>
                  <a:txBody>
                    <a:bodyPr lIns="152400" tIns="76200" rIns="114300" bIns="76200">
                      <a:noAutofit/>
                    </a:bodyPr>
                    <a:lstStyle/>
                    <a:p>
                      <a:pPr algn="l">
                        <a:buNone/>
                      </a:pPr>
                      <a:r>
                        <a:rPr sz="1650" b="1">
                          <a:solidFill>
                            <a:srgbClr val="FFFFFF"/>
                          </a:solidFill>
                          <a:latin typeface="Arial"/>
                          <a:ea typeface="Arial"/>
                          <a:cs typeface="Arial"/>
                        </a:rPr>
                        <a:t>Metric</a:t>
                      </a:r>
                    </a:p>
                  </a:txBody>
                  <a:tcPr marL="91440" marR="91440" marT="45720" marB="45720" anchor="ctr">
                    <a:lnL w="0">
                      <a:noFill/>
                    </a:lnL>
                    <a:lnR w="0">
                      <a:noFill/>
                    </a:lnR>
                    <a:lnT w="0">
                      <a:noFill/>
                    </a:lnT>
                    <a:lnB w="5715">
                      <a:solidFill>
                        <a:srgbClr val="D0D0D0"/>
                      </a:solidFill>
                    </a:lnB>
                    <a:solidFill>
                      <a:srgbClr val="822433"/>
                    </a:solidFill>
                  </a:tcPr>
                </a:tc>
                <a:tc>
                  <a:txBody>
                    <a:bodyPr lIns="114300" tIns="76200" rIns="114300" bIns="76200">
                      <a:noAutofit/>
                    </a:bodyPr>
                    <a:lstStyle/>
                    <a:p>
                      <a:pPr algn="ctr">
                        <a:buNone/>
                      </a:pPr>
                      <a:r>
                        <a:rPr sz="1650" b="1">
                          <a:solidFill>
                            <a:srgbClr val="FFFFFF"/>
                          </a:solidFill>
                          <a:latin typeface="Arial"/>
                          <a:ea typeface="Arial"/>
                          <a:cs typeface="Arial"/>
                        </a:rPr>
                        <a:t>LightGBM</a:t>
                      </a:r>
                    </a:p>
                  </a:txBody>
                  <a:tcPr marL="91440" marR="91440" marT="45720" marB="45720" anchor="ctr">
                    <a:lnL w="0">
                      <a:noFill/>
                    </a:lnL>
                    <a:lnR w="0">
                      <a:noFill/>
                    </a:lnR>
                    <a:lnT w="0">
                      <a:noFill/>
                    </a:lnT>
                    <a:lnB w="5715">
                      <a:solidFill>
                        <a:srgbClr val="D0D0D0"/>
                      </a:solidFill>
                    </a:lnB>
                    <a:solidFill>
                      <a:srgbClr val="822433"/>
                    </a:solidFill>
                  </a:tcPr>
                </a:tc>
                <a:tc>
                  <a:txBody>
                    <a:bodyPr lIns="114300" tIns="76200" rIns="114300" bIns="76200">
                      <a:noAutofit/>
                    </a:bodyPr>
                    <a:lstStyle/>
                    <a:p>
                      <a:pPr algn="ctr">
                        <a:buNone/>
                      </a:pPr>
                      <a:r>
                        <a:rPr sz="1650" b="1">
                          <a:solidFill>
                            <a:srgbClr val="FFFFFF"/>
                          </a:solidFill>
                          <a:latin typeface="Arial"/>
                          <a:ea typeface="Arial"/>
                          <a:cs typeface="Arial"/>
                        </a:rPr>
                        <a:t>Hybrid</a:t>
                      </a:r>
                    </a:p>
                  </a:txBody>
                  <a:tcPr marL="91440" marR="91440" marT="45720" marB="45720" anchor="ctr">
                    <a:lnL w="0">
                      <a:noFill/>
                    </a:lnL>
                    <a:lnR w="0">
                      <a:noFill/>
                    </a:lnR>
                    <a:lnT w="0">
                      <a:noFill/>
                    </a:lnT>
                    <a:lnB w="5715">
                      <a:solidFill>
                        <a:srgbClr val="D0D0D0"/>
                      </a:solidFill>
                    </a:lnB>
                    <a:solidFill>
                      <a:srgbClr val="822433"/>
                    </a:solidFill>
                  </a:tcPr>
                </a:tc>
              </a:tr>
              <a:tr h="449036">
                <a:tc>
                  <a:txBody>
                    <a:bodyPr lIns="114300" tIns="76200" rIns="114300" bIns="76200">
                      <a:noAutofit/>
                    </a:bodyPr>
                    <a:lstStyle/>
                    <a:p>
                      <a:pPr algn="l">
                        <a:buNone/>
                      </a:pPr>
                      <a:r>
                        <a:rPr sz="1650" b="0">
                          <a:solidFill>
                            <a:srgbClr val="202020"/>
                          </a:solidFill>
                          <a:latin typeface="Arial"/>
                          <a:ea typeface="Arial"/>
                          <a:cs typeface="Arial"/>
                        </a:rPr>
                        <a:t>Modena</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52400" tIns="76200" rIns="114300" bIns="76200">
                      <a:noAutofit/>
                    </a:bodyPr>
                    <a:lstStyle/>
                    <a:p>
                      <a:pPr algn="l">
                        <a:buNone/>
                      </a:pPr>
                      <a:r>
                        <a:rPr sz="1650" b="0">
                          <a:solidFill>
                            <a:srgbClr val="202020"/>
                          </a:solidFill>
                          <a:latin typeface="Arial"/>
                          <a:ea typeface="Arial"/>
                          <a:cs typeface="Arial"/>
                        </a:rPr>
                        <a:t>Family macro F1</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76200" rIns="114300" bIns="76200">
                      <a:noAutofit/>
                    </a:bodyPr>
                    <a:lstStyle/>
                    <a:p>
                      <a:pPr algn="ctr">
                        <a:buNone/>
                      </a:pPr>
                      <a:r>
                        <a:rPr sz="1650" b="0">
                          <a:solidFill>
                            <a:srgbClr val="202020"/>
                          </a:solidFill>
                          <a:latin typeface="Arial"/>
                          <a:ea typeface="Arial"/>
                          <a:cs typeface="Arial"/>
                        </a:rPr>
                        <a:t>0.8593</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76200" rIns="114300" bIns="76200">
                      <a:noAutofit/>
                    </a:bodyPr>
                    <a:lstStyle/>
                    <a:p>
                      <a:pPr algn="ctr">
                        <a:buNone/>
                      </a:pPr>
                      <a:r>
                        <a:rPr sz="1650" b="1">
                          <a:solidFill>
                            <a:srgbClr val="822433"/>
                          </a:solidFill>
                          <a:latin typeface="Arial"/>
                          <a:ea typeface="Arial"/>
                          <a:cs typeface="Arial"/>
                        </a:rPr>
                        <a:t>0.9045</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r>
              <a:tr h="449036">
                <a:tc>
                  <a:txBody>
                    <a:bodyPr lIns="114300" tIns="76200" rIns="114300" bIns="76200">
                      <a:noAutofit/>
                    </a:bodyPr>
                    <a:lstStyle/>
                    <a:p>
                      <a:r>
                        <a:rPr sz="1650" b="0">
                          <a:solidFill>
                            <a:srgbClr val="202020"/>
                          </a:solidFill>
                          <a:latin typeface="Arial"/>
                          <a:ea typeface="Arial"/>
                          <a:cs typeface="Arial"/>
                        </a:rPr>
                        <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52400" tIns="76200" rIns="114300" bIns="76200">
                      <a:noAutofit/>
                    </a:bodyPr>
                    <a:lstStyle/>
                    <a:p>
                      <a:pPr algn="l">
                        <a:buNone/>
                      </a:pPr>
                      <a:r>
                        <a:rPr sz="1650" b="0">
                          <a:solidFill>
                            <a:srgbClr val="202020"/>
                          </a:solidFill>
                          <a:latin typeface="Arial"/>
                          <a:ea typeface="Arial"/>
                          <a:cs typeface="Arial"/>
                        </a:rPr>
                        <a:t>Pooled F1</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76200" rIns="114300" bIns="76200">
                      <a:noAutofit/>
                    </a:bodyPr>
                    <a:lstStyle/>
                    <a:p>
                      <a:pPr algn="ctr">
                        <a:buNone/>
                      </a:pPr>
                      <a:r>
                        <a:rPr sz="1650" b="0">
                          <a:solidFill>
                            <a:srgbClr val="202020"/>
                          </a:solidFill>
                          <a:latin typeface="Arial"/>
                          <a:ea typeface="Arial"/>
                          <a:cs typeface="Arial"/>
                        </a:rPr>
                        <a:t>0.8509</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76200" rIns="114300" bIns="76200">
                      <a:noAutofit/>
                    </a:bodyPr>
                    <a:lstStyle/>
                    <a:p>
                      <a:pPr algn="ctr">
                        <a:buNone/>
                      </a:pPr>
                      <a:r>
                        <a:rPr sz="1650" b="1">
                          <a:solidFill>
                            <a:srgbClr val="822433"/>
                          </a:solidFill>
                          <a:latin typeface="Arial"/>
                          <a:ea typeface="Arial"/>
                          <a:cs typeface="Arial"/>
                        </a:rPr>
                        <a:t>0.8669</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r>
              <a:tr h="449036">
                <a:tc>
                  <a:txBody>
                    <a:bodyPr lIns="114300" tIns="76200" rIns="114300" bIns="76200">
                      <a:noAutofit/>
                    </a:bodyPr>
                    <a:lstStyle/>
                    <a:p>
                      <a:r>
                        <a:rPr sz="1650" b="0">
                          <a:solidFill>
                            <a:srgbClr val="202020"/>
                          </a:solidFill>
                          <a:latin typeface="Arial"/>
                          <a:ea typeface="Arial"/>
                          <a:cs typeface="Arial"/>
                        </a:rPr>
                        <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52400" tIns="76200" rIns="114300" bIns="76200">
                      <a:noAutofit/>
                    </a:bodyPr>
                    <a:lstStyle/>
                    <a:p>
                      <a:pPr algn="l">
                        <a:buNone/>
                      </a:pPr>
                      <a:r>
                        <a:rPr sz="1650" b="0">
                          <a:solidFill>
                            <a:srgbClr val="202020"/>
                          </a:solidFill>
                          <a:latin typeface="Arial"/>
                          <a:ea typeface="Arial"/>
                          <a:cs typeface="Arial"/>
                        </a:rPr>
                        <a:t>Clean FPR (%)</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76200" rIns="114300" bIns="76200">
                      <a:noAutofit/>
                    </a:bodyPr>
                    <a:lstStyle/>
                    <a:p>
                      <a:pPr algn="ctr">
                        <a:buNone/>
                      </a:pPr>
                      <a:r>
                        <a:rPr sz="1650" b="1">
                          <a:solidFill>
                            <a:srgbClr val="822433"/>
                          </a:solidFill>
                          <a:latin typeface="Arial"/>
                          <a:ea typeface="Arial"/>
                          <a:cs typeface="Arial"/>
                        </a:rPr>
                        <a:t>0.0317</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76200" rIns="114300" bIns="76200">
                      <a:noAutofit/>
                    </a:bodyPr>
                    <a:lstStyle/>
                    <a:p>
                      <a:pPr algn="ctr">
                        <a:buNone/>
                      </a:pPr>
                      <a:r>
                        <a:rPr sz="1650" b="0">
                          <a:solidFill>
                            <a:srgbClr val="202020"/>
                          </a:solidFill>
                          <a:latin typeface="Arial"/>
                          <a:ea typeface="Arial"/>
                          <a:cs typeface="Arial"/>
                        </a:rPr>
                        <a:t>0.0584</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r>
              <a:tr h="449036">
                <a:tc>
                  <a:txBody>
                    <a:bodyPr lIns="114300" tIns="76200" rIns="114300" bIns="76200">
                      <a:noAutofit/>
                    </a:bodyPr>
                    <a:lstStyle/>
                    <a:p>
                      <a:pPr algn="l">
                        <a:buNone/>
                      </a:pPr>
                      <a:r>
                        <a:rPr sz="1650" b="0">
                          <a:solidFill>
                            <a:srgbClr val="202020"/>
                          </a:solidFill>
                          <a:latin typeface="Arial"/>
                          <a:ea typeface="Arial"/>
                          <a:cs typeface="Arial"/>
                        </a:rPr>
                        <a:t>L-Town</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52400" tIns="76200" rIns="114300" bIns="76200">
                      <a:noAutofit/>
                    </a:bodyPr>
                    <a:lstStyle/>
                    <a:p>
                      <a:pPr algn="l">
                        <a:buNone/>
                      </a:pPr>
                      <a:r>
                        <a:rPr sz="1650" b="0">
                          <a:solidFill>
                            <a:srgbClr val="202020"/>
                          </a:solidFill>
                          <a:latin typeface="Arial"/>
                          <a:ea typeface="Arial"/>
                          <a:cs typeface="Arial"/>
                        </a:rPr>
                        <a:t>Family macro F1</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76200" rIns="114300" bIns="76200">
                      <a:noAutofit/>
                    </a:bodyPr>
                    <a:lstStyle/>
                    <a:p>
                      <a:pPr algn="ctr">
                        <a:buNone/>
                      </a:pPr>
                      <a:r>
                        <a:rPr sz="1650" b="0">
                          <a:solidFill>
                            <a:srgbClr val="202020"/>
                          </a:solidFill>
                          <a:latin typeface="Arial"/>
                          <a:ea typeface="Arial"/>
                          <a:cs typeface="Arial"/>
                        </a:rPr>
                        <a:t>0.8823</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c>
                  <a:txBody>
                    <a:bodyPr lIns="114300" tIns="76200" rIns="114300" bIns="76200">
                      <a:noAutofit/>
                    </a:bodyPr>
                    <a:lstStyle/>
                    <a:p>
                      <a:pPr algn="ctr">
                        <a:buNone/>
                      </a:pPr>
                      <a:r>
                        <a:rPr sz="1650" b="1">
                          <a:solidFill>
                            <a:srgbClr val="822433"/>
                          </a:solidFill>
                          <a:latin typeface="Arial"/>
                          <a:ea typeface="Arial"/>
                          <a:cs typeface="Arial"/>
                        </a:rPr>
                        <a:t>0.9083</a:t>
                      </a:r>
                    </a:p>
                  </a:txBody>
                  <a:tcPr marL="91440" marR="91440" marT="45720" marB="45720" anchor="ctr">
                    <a:lnL w="0">
                      <a:noFill/>
                    </a:lnL>
                    <a:lnR w="0">
                      <a:noFill/>
                    </a:lnR>
                    <a:lnT w="5715">
                      <a:solidFill>
                        <a:srgbClr val="D0D0D0"/>
                      </a:solidFill>
                    </a:lnT>
                    <a:lnB w="5715">
                      <a:solidFill>
                        <a:srgbClr val="D0D0D0"/>
                      </a:solidFill>
                    </a:lnB>
                    <a:solidFill>
                      <a:srgbClr val="F4F4F4"/>
                    </a:solidFill>
                  </a:tcPr>
                </a:tc>
              </a:tr>
              <a:tr h="449036">
                <a:tc>
                  <a:txBody>
                    <a:bodyPr lIns="114300" tIns="76200" rIns="114300" bIns="76200">
                      <a:noAutofit/>
                    </a:bodyPr>
                    <a:lstStyle/>
                    <a:p>
                      <a:r>
                        <a:rPr sz="1650" b="0">
                          <a:solidFill>
                            <a:srgbClr val="202020"/>
                          </a:solidFill>
                          <a:latin typeface="Arial"/>
                          <a:ea typeface="Arial"/>
                          <a:cs typeface="Arial"/>
                        </a:rPr>
                        <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52400" tIns="76200" rIns="114300" bIns="76200">
                      <a:noAutofit/>
                    </a:bodyPr>
                    <a:lstStyle/>
                    <a:p>
                      <a:pPr algn="l">
                        <a:buNone/>
                      </a:pPr>
                      <a:r>
                        <a:rPr sz="1650" b="0">
                          <a:solidFill>
                            <a:srgbClr val="202020"/>
                          </a:solidFill>
                          <a:latin typeface="Arial"/>
                          <a:ea typeface="Arial"/>
                          <a:cs typeface="Arial"/>
                        </a:rPr>
                        <a:t>Pooled F1</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76200" rIns="114300" bIns="76200">
                      <a:noAutofit/>
                    </a:bodyPr>
                    <a:lstStyle/>
                    <a:p>
                      <a:pPr algn="ctr">
                        <a:buNone/>
                      </a:pPr>
                      <a:r>
                        <a:rPr sz="1650" b="1">
                          <a:solidFill>
                            <a:srgbClr val="822433"/>
                          </a:solidFill>
                          <a:latin typeface="Arial"/>
                          <a:ea typeface="Arial"/>
                          <a:cs typeface="Arial"/>
                        </a:rPr>
                        <a:t>0.8977</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c>
                  <a:txBody>
                    <a:bodyPr lIns="114300" tIns="76200" rIns="114300" bIns="76200">
                      <a:noAutofit/>
                    </a:bodyPr>
                    <a:lstStyle/>
                    <a:p>
                      <a:pPr algn="ctr">
                        <a:buNone/>
                      </a:pPr>
                      <a:r>
                        <a:rPr sz="1650" b="0">
                          <a:solidFill>
                            <a:srgbClr val="202020"/>
                          </a:solidFill>
                          <a:latin typeface="Arial"/>
                          <a:ea typeface="Arial"/>
                          <a:cs typeface="Arial"/>
                        </a:rPr>
                        <a:t>0.8950</a:t>
                      </a:r>
                    </a:p>
                  </a:txBody>
                  <a:tcPr marL="91440" marR="91440" marT="45720" marB="45720" anchor="ctr">
                    <a:lnL w="0">
                      <a:noFill/>
                    </a:lnL>
                    <a:lnR w="0">
                      <a:noFill/>
                    </a:lnR>
                    <a:lnT w="5715">
                      <a:solidFill>
                        <a:srgbClr val="D0D0D0"/>
                      </a:solidFill>
                    </a:lnT>
                    <a:lnB w="5715">
                      <a:solidFill>
                        <a:srgbClr val="D0D0D0"/>
                      </a:solidFill>
                    </a:lnB>
                    <a:solidFill>
                      <a:srgbClr val="FFFFFF"/>
                    </a:solidFill>
                  </a:tcPr>
                </a:tc>
              </a:tr>
              <a:tr h="449036">
                <a:tc>
                  <a:txBody>
                    <a:bodyPr lIns="114300" tIns="76200" rIns="114300" bIns="76200">
                      <a:noAutofit/>
                    </a:bodyPr>
                    <a:lstStyle/>
                    <a:p>
                      <a:r>
                        <a:rPr sz="1650" b="0">
                          <a:solidFill>
                            <a:srgbClr val="202020"/>
                          </a:solidFill>
                          <a:latin typeface="Arial"/>
                          <a:ea typeface="Arial"/>
                          <a:cs typeface="Arial"/>
                        </a:rPr>
                        <a:t/>
                      </a:r>
                    </a:p>
                  </a:txBody>
                  <a:tcPr marL="91440" marR="91440" marT="45720" marB="45720" anchor="ctr">
                    <a:lnL w="0">
                      <a:noFill/>
                    </a:lnL>
                    <a:lnR w="0">
                      <a:noFill/>
                    </a:lnR>
                    <a:lnT w="5715">
                      <a:solidFill>
                        <a:srgbClr val="D0D0D0"/>
                      </a:solidFill>
                    </a:lnT>
                    <a:lnB w="0">
                      <a:noFill/>
                    </a:lnB>
                    <a:solidFill>
                      <a:srgbClr val="F4F4F4"/>
                    </a:solidFill>
                  </a:tcPr>
                </a:tc>
                <a:tc>
                  <a:txBody>
                    <a:bodyPr lIns="152400" tIns="76200" rIns="114300" bIns="76200">
                      <a:noAutofit/>
                    </a:bodyPr>
                    <a:lstStyle/>
                    <a:p>
                      <a:pPr algn="l">
                        <a:buNone/>
                      </a:pPr>
                      <a:r>
                        <a:rPr sz="1650" b="0">
                          <a:solidFill>
                            <a:srgbClr val="202020"/>
                          </a:solidFill>
                          <a:latin typeface="Arial"/>
                          <a:ea typeface="Arial"/>
                          <a:cs typeface="Arial"/>
                        </a:rPr>
                        <a:t>Clean FPR (%)</a:t>
                      </a:r>
                    </a:p>
                  </a:txBody>
                  <a:tcPr marL="91440" marR="91440" marT="45720" marB="45720" anchor="ctr">
                    <a:lnL w="0">
                      <a:noFill/>
                    </a:lnL>
                    <a:lnR w="0">
                      <a:noFill/>
                    </a:lnR>
                    <a:lnT w="5715">
                      <a:solidFill>
                        <a:srgbClr val="D0D0D0"/>
                      </a:solidFill>
                    </a:lnT>
                    <a:lnB w="0">
                      <a:noFill/>
                    </a:lnB>
                    <a:solidFill>
                      <a:srgbClr val="F4F4F4"/>
                    </a:solidFill>
                  </a:tcPr>
                </a:tc>
                <a:tc>
                  <a:txBody>
                    <a:bodyPr lIns="114300" tIns="76200" rIns="114300" bIns="76200">
                      <a:noAutofit/>
                    </a:bodyPr>
                    <a:lstStyle/>
                    <a:p>
                      <a:pPr algn="ctr">
                        <a:buNone/>
                      </a:pPr>
                      <a:r>
                        <a:rPr sz="1650" b="1">
                          <a:solidFill>
                            <a:srgbClr val="822433"/>
                          </a:solidFill>
                          <a:latin typeface="Arial"/>
                          <a:ea typeface="Arial"/>
                          <a:cs typeface="Arial"/>
                        </a:rPr>
                        <a:t>0.0184</a:t>
                      </a:r>
                    </a:p>
                  </a:txBody>
                  <a:tcPr marL="91440" marR="91440" marT="45720" marB="45720" anchor="ctr">
                    <a:lnL w="0">
                      <a:noFill/>
                    </a:lnL>
                    <a:lnR w="0">
                      <a:noFill/>
                    </a:lnR>
                    <a:lnT w="5715">
                      <a:solidFill>
                        <a:srgbClr val="D0D0D0"/>
                      </a:solidFill>
                    </a:lnT>
                    <a:lnB w="0">
                      <a:noFill/>
                    </a:lnB>
                    <a:solidFill>
                      <a:srgbClr val="F4F4F4"/>
                    </a:solidFill>
                  </a:tcPr>
                </a:tc>
                <a:tc>
                  <a:txBody>
                    <a:bodyPr lIns="114300" tIns="76200" rIns="114300" bIns="76200">
                      <a:noAutofit/>
                    </a:bodyPr>
                    <a:lstStyle/>
                    <a:p>
                      <a:pPr algn="ctr">
                        <a:buNone/>
                      </a:pPr>
                      <a:r>
                        <a:rPr sz="1650" b="0">
                          <a:solidFill>
                            <a:srgbClr val="202020"/>
                          </a:solidFill>
                          <a:latin typeface="Arial"/>
                          <a:ea typeface="Arial"/>
                          <a:cs typeface="Arial"/>
                        </a:rPr>
                        <a:t>0.0550</a:t>
                      </a:r>
                    </a:p>
                  </a:txBody>
                  <a:tcPr marL="91440" marR="91440" marT="45720" marB="45720" anchor="ctr">
                    <a:lnL w="0">
                      <a:noFill/>
                    </a:lnL>
                    <a:lnR w="0">
                      <a:noFill/>
                    </a:lnR>
                    <a:lnT w="5715">
                      <a:solidFill>
                        <a:srgbClr val="D0D0D0"/>
                      </a:solidFill>
                    </a:lnT>
                    <a:lnB w="0">
                      <a:noFill/>
                    </a:lnB>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682D83F6-9BDE-4F01-A4B5-2C633B6DEF6E}"/>
              </a:ext>
            </a:extLst>
          </p:cNvPr>
          <p:cNvSpPr>
            <a:spLocks xmlns:a="http://schemas.openxmlformats.org/drawingml/2006/main" noGrp="1"/>
          </p:cNvSpPr>
          <p:nvPr/>
        </p:nvSpPr>
        <p:spPr>
          <a:xfrm xmlns:a="http://schemas.openxmlformats.org/drawingml/2006/main">
            <a:off x="1200150" y="4972050"/>
            <a:ext cx="728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55555"/>
                </a:solidFill>
                <a:latin typeface="Arial"/>
                <a:ea typeface="Arial"/>
                <a:cs typeface="Arial"/>
              </a:defRPr>
            </a:defPPr>
            <a:lvl1pPr>
              <a:defRPr sz="1200">
                <a:solidFill>
                  <a:srgbClr val="555555"/>
                </a:solidFill>
                <a:latin typeface="Arial"/>
                <a:ea typeface="Arial"/>
                <a:cs typeface="Arial"/>
              </a:defRPr>
            </a:lvl1pPr>
            <a:lvl2pPr>
              <a:defRPr sz="1200">
                <a:solidFill>
                  <a:srgbClr val="555555"/>
                </a:solidFill>
                <a:latin typeface="Arial"/>
                <a:ea typeface="Arial"/>
                <a:cs typeface="Arial"/>
              </a:defRPr>
            </a:lvl2pPr>
            <a:lvl3pPr>
              <a:defRPr sz="1200">
                <a:solidFill>
                  <a:srgbClr val="555555"/>
                </a:solidFill>
                <a:latin typeface="Arial"/>
                <a:ea typeface="Arial"/>
                <a:cs typeface="Arial"/>
              </a:defRPr>
            </a:lvl3pPr>
            <a:lvl4pPr>
              <a:defRPr sz="1200">
                <a:solidFill>
                  <a:srgbClr val="555555"/>
                </a:solidFill>
                <a:latin typeface="Arial"/>
                <a:ea typeface="Arial"/>
                <a:cs typeface="Arial"/>
              </a:defRPr>
            </a:lvl4pPr>
            <a:lvl5pPr>
              <a:defRPr sz="1200">
                <a:solidFill>
                  <a:srgbClr val="555555"/>
                </a:solidFill>
                <a:latin typeface="Arial"/>
                <a:ea typeface="Arial"/>
                <a:cs typeface="Arial"/>
              </a:defRPr>
            </a:lvl5pPr>
            <a:lvl6pPr>
              <a:defRPr sz="1200">
                <a:solidFill>
                  <a:srgbClr val="555555"/>
                </a:solidFill>
                <a:latin typeface="Arial"/>
                <a:ea typeface="Arial"/>
                <a:cs typeface="Arial"/>
              </a:defRPr>
            </a:lvl6pPr>
            <a:lvl7pPr>
              <a:defRPr sz="1200">
                <a:solidFill>
                  <a:srgbClr val="555555"/>
                </a:solidFill>
                <a:latin typeface="Arial"/>
                <a:ea typeface="Arial"/>
                <a:cs typeface="Arial"/>
              </a:defRPr>
            </a:lvl7pPr>
            <a:lvl8pPr>
              <a:defRPr sz="1200">
                <a:solidFill>
                  <a:srgbClr val="555555"/>
                </a:solidFill>
                <a:latin typeface="Arial"/>
                <a:ea typeface="Arial"/>
                <a:cs typeface="Arial"/>
              </a:defRPr>
            </a:lvl8pPr>
            <a:lvl9pPr>
              <a:defRPr sz="1200">
                <a:solidFill>
                  <a:srgbClr val="555555"/>
                </a:solidFill>
                <a:latin typeface="Arial"/>
                <a:ea typeface="Arial"/>
                <a:cs typeface="Arial"/>
              </a:defRPr>
            </a:lvl9pPr>
          </a:lstStyle>
          <a:p xmlns:a="http://schemas.openxmlformats.org/drawingml/2006/main">
            <a:pPr algn="l">
              <a:buNone/>
              <a:defRPr sz="1200" b="0">
                <a:solidFill>
                  <a:srgbClr val="555555"/>
                </a:solidFill>
                <a:latin typeface="Arial"/>
                <a:ea typeface="Arial"/>
                <a:cs typeface="Arial"/>
              </a:defRPr>
            </a:pPr>
            <a:r>
              <a:rPr sz="1200" b="0">
                <a:solidFill>
                  <a:srgbClr val="555555"/>
                </a:solidFill>
                <a:latin typeface="Arial"/>
                <a:ea typeface="Arial"/>
                <a:cs typeface="Arial"/>
              </a:rPr>
              <a:t>Original operating points. Bold marks the better score. Lower clean FPR is better.</a:t>
            </a:r>
          </a:p>
        </p:txBody>
      </p:sp>
      <p:sp>
        <p:nvSpPr>
          <p:cNvPr id="8" name="">
            <a:extLst xmlns:a="http://schemas.openxmlformats.org/drawingml/2006/main">
              <a:ext uri="{FF2B5EF4-FFF2-40B4-BE49-F238E27FC236}">
                <a16:creationId xmlns:a16="http://schemas.microsoft.com/office/drawing/2014/main" id="{08CA439F-E297-46F7-BEB6-82B06AADF747}"/>
              </a:ext>
            </a:extLst>
          </p:cNvPr>
          <p:cNvSpPr>
            <a:spLocks xmlns:a="http://schemas.openxmlformats.org/drawingml/2006/main" noGrp="1"/>
          </p:cNvSpPr>
          <p:nvPr/>
        </p:nvSpPr>
        <p:spPr>
          <a:xfrm xmlns:a="http://schemas.openxmlformats.org/drawingml/2006/main">
            <a:off x="1200150" y="5314950"/>
            <a:ext cx="728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202020"/>
                </a:solidFill>
                <a:latin typeface="Arial"/>
                <a:ea typeface="Arial"/>
                <a:cs typeface="Arial"/>
              </a:defRPr>
            </a:defPPr>
            <a:lvl1pPr>
              <a:defRPr sz="1725">
                <a:solidFill>
                  <a:srgbClr val="202020"/>
                </a:solidFill>
                <a:latin typeface="Arial"/>
                <a:ea typeface="Arial"/>
                <a:cs typeface="Arial"/>
              </a:defRPr>
            </a:lvl1pPr>
            <a:lvl2pPr>
              <a:defRPr sz="1725">
                <a:solidFill>
                  <a:srgbClr val="202020"/>
                </a:solidFill>
                <a:latin typeface="Arial"/>
                <a:ea typeface="Arial"/>
                <a:cs typeface="Arial"/>
              </a:defRPr>
            </a:lvl2pPr>
            <a:lvl3pPr>
              <a:defRPr sz="1725">
                <a:solidFill>
                  <a:srgbClr val="202020"/>
                </a:solidFill>
                <a:latin typeface="Arial"/>
                <a:ea typeface="Arial"/>
                <a:cs typeface="Arial"/>
              </a:defRPr>
            </a:lvl3pPr>
            <a:lvl4pPr>
              <a:defRPr sz="1725">
                <a:solidFill>
                  <a:srgbClr val="202020"/>
                </a:solidFill>
                <a:latin typeface="Arial"/>
                <a:ea typeface="Arial"/>
                <a:cs typeface="Arial"/>
              </a:defRPr>
            </a:lvl4pPr>
            <a:lvl5pPr>
              <a:defRPr sz="1725">
                <a:solidFill>
                  <a:srgbClr val="202020"/>
                </a:solidFill>
                <a:latin typeface="Arial"/>
                <a:ea typeface="Arial"/>
                <a:cs typeface="Arial"/>
              </a:defRPr>
            </a:lvl5pPr>
            <a:lvl6pPr>
              <a:defRPr sz="1725">
                <a:solidFill>
                  <a:srgbClr val="202020"/>
                </a:solidFill>
                <a:latin typeface="Arial"/>
                <a:ea typeface="Arial"/>
                <a:cs typeface="Arial"/>
              </a:defRPr>
            </a:lvl6pPr>
            <a:lvl7pPr>
              <a:defRPr sz="1725">
                <a:solidFill>
                  <a:srgbClr val="202020"/>
                </a:solidFill>
                <a:latin typeface="Arial"/>
                <a:ea typeface="Arial"/>
                <a:cs typeface="Arial"/>
              </a:defRPr>
            </a:lvl7pPr>
            <a:lvl8pPr>
              <a:defRPr sz="1725">
                <a:solidFill>
                  <a:srgbClr val="202020"/>
                </a:solidFill>
                <a:latin typeface="Arial"/>
                <a:ea typeface="Arial"/>
                <a:cs typeface="Arial"/>
              </a:defRPr>
            </a:lvl8pPr>
            <a:lvl9pPr>
              <a:defRPr sz="1725">
                <a:solidFill>
                  <a:srgbClr val="202020"/>
                </a:solidFill>
                <a:latin typeface="Arial"/>
                <a:ea typeface="Arial"/>
                <a:cs typeface="Arial"/>
              </a:defRPr>
            </a:lvl9pPr>
          </a:lstStyle>
          <a:p xmlns:a="http://schemas.openxmlformats.org/drawingml/2006/main">
            <a:pPr algn="l">
              <a:buNone/>
              <a:defRPr sz="1725" b="0">
                <a:solidFill>
                  <a:srgbClr val="202020"/>
                </a:solidFill>
                <a:latin typeface="Arial"/>
                <a:ea typeface="Arial"/>
                <a:cs typeface="Arial"/>
              </a:defRPr>
            </a:pPr>
            <a:r>
              <a:rPr sz="1725" b="0">
                <a:solidFill>
                  <a:srgbClr val="202020"/>
                </a:solidFill>
                <a:latin typeface="Arial"/>
                <a:ea typeface="Arial"/>
                <a:cs typeface="Arial"/>
              </a:rPr>
              <a:t>Higher family macro F1 for the hybrid on both networks.</a:t>
            </a:r>
          </a:p>
          <a:p xmlns:a="http://schemas.openxmlformats.org/drawingml/2006/main">
            <a:pPr algn="l">
              <a:buNone/>
              <a:defRPr sz="1725" b="0">
                <a:solidFill>
                  <a:srgbClr val="202020"/>
                </a:solidFill>
                <a:latin typeface="Arial"/>
                <a:ea typeface="Arial"/>
                <a:cs typeface="Arial"/>
              </a:defRPr>
            </a:pPr>
            <a:r>
              <a:rPr sz="1725" b="0">
                <a:solidFill>
                  <a:srgbClr val="202020"/>
                </a:solidFill>
                <a:latin typeface="Arial"/>
                <a:ea typeface="Arial"/>
                <a:cs typeface="Arial"/>
              </a:rPr>
              <a:t>Fewer clean-period false alarms for the single LightGBM.</a:t>
            </a:r>
          </a:p>
        </p:txBody>
      </p:sp>
      <p:sp>
        <p:nvSpPr>
          <p:cNvPr id="9" name="">
            <a:extLst xmlns:a="http://schemas.openxmlformats.org/drawingml/2006/main">
              <a:ext uri="{FF2B5EF4-FFF2-40B4-BE49-F238E27FC236}">
                <a16:creationId xmlns:a16="http://schemas.microsoft.com/office/drawing/2014/main" id="{F704957C-9BFC-4E64-9056-8A2B9C7E49CC}"/>
              </a:ext>
            </a:extLst>
          </p:cNvPr>
          <p:cNvSpPr>
            <a:spLocks xmlns:a="http://schemas.openxmlformats.org/drawingml/2006/main" noGrp="1"/>
          </p:cNvSpPr>
          <p:nvPr/>
        </p:nvSpPr>
        <p:spPr>
          <a:xfrm xmlns:a="http://schemas.openxmlformats.org/drawingml/2006/main">
            <a:off x="1200150" y="5981700"/>
            <a:ext cx="728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38">
                <a:solidFill>
                  <a:srgbClr val="202020"/>
                </a:solidFill>
                <a:latin typeface="Arial"/>
                <a:ea typeface="Arial"/>
                <a:cs typeface="Arial"/>
              </a:defRPr>
            </a:defPPr>
            <a:lvl1pPr>
              <a:defRPr sz="1238">
                <a:solidFill>
                  <a:srgbClr val="202020"/>
                </a:solidFill>
                <a:latin typeface="Arial"/>
                <a:ea typeface="Arial"/>
                <a:cs typeface="Arial"/>
              </a:defRPr>
            </a:lvl1pPr>
            <a:lvl2pPr>
              <a:defRPr sz="1238">
                <a:solidFill>
                  <a:srgbClr val="202020"/>
                </a:solidFill>
                <a:latin typeface="Arial"/>
                <a:ea typeface="Arial"/>
                <a:cs typeface="Arial"/>
              </a:defRPr>
            </a:lvl2pPr>
            <a:lvl3pPr>
              <a:defRPr sz="1238">
                <a:solidFill>
                  <a:srgbClr val="202020"/>
                </a:solidFill>
                <a:latin typeface="Arial"/>
                <a:ea typeface="Arial"/>
                <a:cs typeface="Arial"/>
              </a:defRPr>
            </a:lvl3pPr>
            <a:lvl4pPr>
              <a:defRPr sz="1238">
                <a:solidFill>
                  <a:srgbClr val="202020"/>
                </a:solidFill>
                <a:latin typeface="Arial"/>
                <a:ea typeface="Arial"/>
                <a:cs typeface="Arial"/>
              </a:defRPr>
            </a:lvl4pPr>
            <a:lvl5pPr>
              <a:defRPr sz="1238">
                <a:solidFill>
                  <a:srgbClr val="202020"/>
                </a:solidFill>
                <a:latin typeface="Arial"/>
                <a:ea typeface="Arial"/>
                <a:cs typeface="Arial"/>
              </a:defRPr>
            </a:lvl5pPr>
            <a:lvl6pPr>
              <a:defRPr sz="1238">
                <a:solidFill>
                  <a:srgbClr val="202020"/>
                </a:solidFill>
                <a:latin typeface="Arial"/>
                <a:ea typeface="Arial"/>
                <a:cs typeface="Arial"/>
              </a:defRPr>
            </a:lvl6pPr>
            <a:lvl7pPr>
              <a:defRPr sz="1238">
                <a:solidFill>
                  <a:srgbClr val="202020"/>
                </a:solidFill>
                <a:latin typeface="Arial"/>
                <a:ea typeface="Arial"/>
                <a:cs typeface="Arial"/>
              </a:defRPr>
            </a:lvl7pPr>
            <a:lvl8pPr>
              <a:defRPr sz="1238">
                <a:solidFill>
                  <a:srgbClr val="202020"/>
                </a:solidFill>
                <a:latin typeface="Arial"/>
                <a:ea typeface="Arial"/>
                <a:cs typeface="Arial"/>
              </a:defRPr>
            </a:lvl8pPr>
            <a:lvl9pPr>
              <a:defRPr sz="1238">
                <a:solidFill>
                  <a:srgbClr val="202020"/>
                </a:solidFill>
                <a:latin typeface="Arial"/>
                <a:ea typeface="Arial"/>
                <a:cs typeface="Arial"/>
              </a:defRPr>
            </a:lvl9pPr>
          </a:lstStyle>
          <a:p xmlns:a="http://schemas.openxmlformats.org/drawingml/2006/main">
            <a:pPr algn="l">
              <a:buNone/>
              <a:defRPr sz="1238" b="0">
                <a:solidFill>
                  <a:srgbClr val="202020"/>
                </a:solidFill>
                <a:latin typeface="Arial"/>
                <a:ea typeface="Arial"/>
                <a:cs typeface="Arial"/>
              </a:defRPr>
            </a:pPr>
            <a:r>
              <a:rPr sz="1238" b="0">
                <a:solidFill>
                  <a:srgbClr val="202020"/>
                </a:solidFill>
                <a:latin typeface="Arial"/>
                <a:ea typeface="Arial"/>
                <a:cs typeface="Arial"/>
              </a:rPr>
              <a:t>Pooled F1 favors the hybrid in Modena and slightly favors LightGBM in L-Town.</a:t>
            </a:r>
          </a:p>
        </p:txBody>
      </p:sp>
    </p:spTree>
    <p:extLst>
      <p:ext uri="{BB962C8B-B14F-4D97-AF65-F5344CB8AC3E}">
        <p14:creationId xmlns:p14="http://schemas.microsoft.com/office/powerpoint/2010/main" val="11698670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Attack-family scores against LightGBM</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13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4F6287AE-8A3A-4754-BEF0-A37B7F8E08F1}"/>
              </a:ext>
            </a:extLst>
          </p:cNvPr>
          <p:cNvSpPr>
            <a:spLocks xmlns:a="http://schemas.openxmlformats.org/drawingml/2006/main" noGrp="1"/>
          </p:cNvSpPr>
          <p:nvPr/>
        </p:nvSpPr>
        <p:spPr>
          <a:xfrm xmlns:a="http://schemas.openxmlformats.org/drawingml/2006/main">
            <a:off x="1200150" y="1362075"/>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822433"/>
                </a:solidFill>
                <a:latin typeface="Arial"/>
                <a:ea typeface="Arial"/>
                <a:cs typeface="Arial"/>
              </a:defRPr>
            </a:defPPr>
            <a:lvl1pPr algn="l">
              <a:defRPr sz="2025" b="1">
                <a:solidFill>
                  <a:srgbClr val="822433"/>
                </a:solidFill>
                <a:latin typeface="Arial"/>
                <a:ea typeface="Arial"/>
                <a:cs typeface="Arial"/>
              </a:defRPr>
            </a:lvl1pPr>
            <a:lvl2pPr algn="l">
              <a:defRPr sz="2025" b="1">
                <a:solidFill>
                  <a:srgbClr val="822433"/>
                </a:solidFill>
                <a:latin typeface="Arial"/>
                <a:ea typeface="Arial"/>
                <a:cs typeface="Arial"/>
              </a:defRPr>
            </a:lvl2pPr>
            <a:lvl3pPr algn="l">
              <a:defRPr sz="2025" b="1">
                <a:solidFill>
                  <a:srgbClr val="822433"/>
                </a:solidFill>
                <a:latin typeface="Arial"/>
                <a:ea typeface="Arial"/>
                <a:cs typeface="Arial"/>
              </a:defRPr>
            </a:lvl3pPr>
            <a:lvl4pPr algn="l">
              <a:defRPr sz="2025" b="1">
                <a:solidFill>
                  <a:srgbClr val="822433"/>
                </a:solidFill>
                <a:latin typeface="Arial"/>
                <a:ea typeface="Arial"/>
                <a:cs typeface="Arial"/>
              </a:defRPr>
            </a:lvl4pPr>
            <a:lvl5pPr algn="l">
              <a:defRPr sz="2025" b="1">
                <a:solidFill>
                  <a:srgbClr val="822433"/>
                </a:solidFill>
                <a:latin typeface="Arial"/>
                <a:ea typeface="Arial"/>
                <a:cs typeface="Arial"/>
              </a:defRPr>
            </a:lvl5pPr>
            <a:lvl6pPr algn="l">
              <a:defRPr sz="2025" b="1">
                <a:solidFill>
                  <a:srgbClr val="822433"/>
                </a:solidFill>
                <a:latin typeface="Arial"/>
                <a:ea typeface="Arial"/>
                <a:cs typeface="Arial"/>
              </a:defRPr>
            </a:lvl6pPr>
            <a:lvl7pPr algn="l">
              <a:defRPr sz="2025" b="1">
                <a:solidFill>
                  <a:srgbClr val="822433"/>
                </a:solidFill>
                <a:latin typeface="Arial"/>
                <a:ea typeface="Arial"/>
                <a:cs typeface="Arial"/>
              </a:defRPr>
            </a:lvl7pPr>
            <a:lvl8pPr algn="l">
              <a:defRPr sz="2025" b="1">
                <a:solidFill>
                  <a:srgbClr val="822433"/>
                </a:solidFill>
                <a:latin typeface="Arial"/>
                <a:ea typeface="Arial"/>
                <a:cs typeface="Arial"/>
              </a:defRPr>
            </a:lvl8pPr>
            <a:lvl9pPr algn="l">
              <a:defRPr sz="2025" b="1">
                <a:solidFill>
                  <a:srgbClr val="822433"/>
                </a:solidFill>
                <a:latin typeface="Arial"/>
                <a:ea typeface="Arial"/>
                <a:cs typeface="Arial"/>
              </a:defRPr>
            </a:lvl9pPr>
          </a:lstStyle>
          <a:p xmlns:a="http://schemas.openxmlformats.org/drawingml/2006/main">
            <a:pPr algn="l">
              <a:defRPr sz="2025" b="1">
                <a:solidFill>
                  <a:srgbClr val="822433"/>
                </a:solidFill>
                <a:latin typeface="Arial"/>
                <a:ea typeface="Arial"/>
                <a:cs typeface="Arial"/>
              </a:defRPr>
            </a:pPr>
            <a:r>
              <a:rPr sz="2025" b="1">
                <a:solidFill>
                  <a:srgbClr val="822433"/>
                </a:solidFill>
                <a:latin typeface="Arial"/>
                <a:ea typeface="Arial"/>
                <a:cs typeface="Arial"/>
              </a:rPr>
              <a:t>Modena</a:t>
            </a:r>
          </a:p>
        </p:txBody>
      </p:sp>
      <p:graphicFrame>
        <p:nvGraphicFramePr>
          <p:cNvPr id="12" name="Chart">
            <a:extLst xmlns:a="http://schemas.openxmlformats.org/drawingml/2006/main">
              <a:ext uri="{FF2B5EF4-FFF2-40B4-BE49-F238E27FC236}">
                <a16:creationId xmlns:a16="http://schemas.microsoft.com/office/drawing/2014/main" id="{F4218A02-9437-439D-927B-32AA4FE5E248}"/>
              </a:ext>
            </a:extLst>
          </p:cNvPr>
          <p:cNvGraphicFramePr/>
          <p:nvPr/>
        </p:nvGraphicFramePr>
        <p:xfrm>
          <a:off xmlns:a="http://schemas.openxmlformats.org/drawingml/2006/main" x="1200150" y="1819275"/>
          <a:ext xmlns:a="http://schemas.openxmlformats.org/drawingml/2006/main" cx="3495675" cy="3514725"/>
        </p:xfrm>
        <a:graphic xmlns:a="http://schemas.openxmlformats.org/drawingml/2006/main">
          <a:graphicData uri="http://schemas.openxmlformats.org/drawingml/2006/chart">
            <c:chart xmlns:r="http://schemas.openxmlformats.org/officeDocument/2006/relationships" xmlns:c="http://schemas.openxmlformats.org/drawingml/2006/chart" r:id="R81bd7855a2fa4ca3"/>
          </a:graphicData>
        </a:graphic>
      </p:graphicFrame>
      <p:sp>
        <p:nvSpPr>
          <p:cNvPr id="13" name="">
            <a:extLst xmlns:a="http://schemas.openxmlformats.org/drawingml/2006/main">
              <a:ext uri="{FF2B5EF4-FFF2-40B4-BE49-F238E27FC236}">
                <a16:creationId xmlns:a16="http://schemas.microsoft.com/office/drawing/2014/main" id="{7309F15B-F184-404B-85A8-05848AD61D32}"/>
              </a:ext>
            </a:extLst>
          </p:cNvPr>
          <p:cNvSpPr>
            <a:spLocks xmlns:a="http://schemas.openxmlformats.org/drawingml/2006/main" noGrp="1"/>
          </p:cNvSpPr>
          <p:nvPr/>
        </p:nvSpPr>
        <p:spPr>
          <a:xfrm xmlns:a="http://schemas.openxmlformats.org/drawingml/2006/main">
            <a:off x="4991100" y="1362075"/>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822433"/>
                </a:solidFill>
                <a:latin typeface="Arial"/>
                <a:ea typeface="Arial"/>
                <a:cs typeface="Arial"/>
              </a:defRPr>
            </a:defPPr>
            <a:lvl1pPr algn="l">
              <a:defRPr sz="2025" b="1">
                <a:solidFill>
                  <a:srgbClr val="822433"/>
                </a:solidFill>
                <a:latin typeface="Arial"/>
                <a:ea typeface="Arial"/>
                <a:cs typeface="Arial"/>
              </a:defRPr>
            </a:lvl1pPr>
            <a:lvl2pPr algn="l">
              <a:defRPr sz="2025" b="1">
                <a:solidFill>
                  <a:srgbClr val="822433"/>
                </a:solidFill>
                <a:latin typeface="Arial"/>
                <a:ea typeface="Arial"/>
                <a:cs typeface="Arial"/>
              </a:defRPr>
            </a:lvl2pPr>
            <a:lvl3pPr algn="l">
              <a:defRPr sz="2025" b="1">
                <a:solidFill>
                  <a:srgbClr val="822433"/>
                </a:solidFill>
                <a:latin typeface="Arial"/>
                <a:ea typeface="Arial"/>
                <a:cs typeface="Arial"/>
              </a:defRPr>
            </a:lvl3pPr>
            <a:lvl4pPr algn="l">
              <a:defRPr sz="2025" b="1">
                <a:solidFill>
                  <a:srgbClr val="822433"/>
                </a:solidFill>
                <a:latin typeface="Arial"/>
                <a:ea typeface="Arial"/>
                <a:cs typeface="Arial"/>
              </a:defRPr>
            </a:lvl4pPr>
            <a:lvl5pPr algn="l">
              <a:defRPr sz="2025" b="1">
                <a:solidFill>
                  <a:srgbClr val="822433"/>
                </a:solidFill>
                <a:latin typeface="Arial"/>
                <a:ea typeface="Arial"/>
                <a:cs typeface="Arial"/>
              </a:defRPr>
            </a:lvl5pPr>
            <a:lvl6pPr algn="l">
              <a:defRPr sz="2025" b="1">
                <a:solidFill>
                  <a:srgbClr val="822433"/>
                </a:solidFill>
                <a:latin typeface="Arial"/>
                <a:ea typeface="Arial"/>
                <a:cs typeface="Arial"/>
              </a:defRPr>
            </a:lvl6pPr>
            <a:lvl7pPr algn="l">
              <a:defRPr sz="2025" b="1">
                <a:solidFill>
                  <a:srgbClr val="822433"/>
                </a:solidFill>
                <a:latin typeface="Arial"/>
                <a:ea typeface="Arial"/>
                <a:cs typeface="Arial"/>
              </a:defRPr>
            </a:lvl7pPr>
            <a:lvl8pPr algn="l">
              <a:defRPr sz="2025" b="1">
                <a:solidFill>
                  <a:srgbClr val="822433"/>
                </a:solidFill>
                <a:latin typeface="Arial"/>
                <a:ea typeface="Arial"/>
                <a:cs typeface="Arial"/>
              </a:defRPr>
            </a:lvl8pPr>
            <a:lvl9pPr algn="l">
              <a:defRPr sz="2025" b="1">
                <a:solidFill>
                  <a:srgbClr val="822433"/>
                </a:solidFill>
                <a:latin typeface="Arial"/>
                <a:ea typeface="Arial"/>
                <a:cs typeface="Arial"/>
              </a:defRPr>
            </a:lvl9pPr>
          </a:lstStyle>
          <a:p xmlns:a="http://schemas.openxmlformats.org/drawingml/2006/main">
            <a:pPr algn="l">
              <a:defRPr sz="2025" b="1">
                <a:solidFill>
                  <a:srgbClr val="822433"/>
                </a:solidFill>
                <a:latin typeface="Arial"/>
                <a:ea typeface="Arial"/>
                <a:cs typeface="Arial"/>
              </a:defRPr>
            </a:pPr>
            <a:r>
              <a:rPr sz="2025" b="1">
                <a:solidFill>
                  <a:srgbClr val="822433"/>
                </a:solidFill>
                <a:latin typeface="Arial"/>
                <a:ea typeface="Arial"/>
                <a:cs typeface="Arial"/>
              </a:rPr>
              <a:t>L-Town</a:t>
            </a:r>
          </a:p>
        </p:txBody>
      </p:sp>
      <p:graphicFrame>
        <p:nvGraphicFramePr>
          <p:cNvPr id="14" name="Chart">
            <a:extLst xmlns:a="http://schemas.openxmlformats.org/drawingml/2006/main">
              <a:ext uri="{FF2B5EF4-FFF2-40B4-BE49-F238E27FC236}">
                <a16:creationId xmlns:a16="http://schemas.microsoft.com/office/drawing/2014/main" id="{75EACD8D-B182-4F0D-B626-31EFDB0BF1F3}"/>
              </a:ext>
            </a:extLst>
          </p:cNvPr>
          <p:cNvGraphicFramePr/>
          <p:nvPr/>
        </p:nvGraphicFramePr>
        <p:xfrm>
          <a:off xmlns:a="http://schemas.openxmlformats.org/drawingml/2006/main" x="4991100" y="1819275"/>
          <a:ext xmlns:a="http://schemas.openxmlformats.org/drawingml/2006/main" cx="3495675" cy="3514725"/>
        </p:xfrm>
        <a:graphic xmlns:a="http://schemas.openxmlformats.org/drawingml/2006/main">
          <a:graphicData uri="http://schemas.openxmlformats.org/drawingml/2006/chart">
            <c:chart xmlns:r="http://schemas.openxmlformats.org/officeDocument/2006/relationships" xmlns:c="http://schemas.openxmlformats.org/drawingml/2006/chart" r:id="R2a4876427f284de8"/>
          </a:graphicData>
        </a:graphic>
      </p:graphicFrame>
      <p:sp>
        <p:nvSpPr>
          <p:cNvPr id="15" name="">
            <a:extLst xmlns:a="http://schemas.openxmlformats.org/drawingml/2006/main">
              <a:ext uri="{FF2B5EF4-FFF2-40B4-BE49-F238E27FC236}">
                <a16:creationId xmlns:a16="http://schemas.microsoft.com/office/drawing/2014/main" id="{E20BED93-92B9-4CEE-B374-8856D03DD315}"/>
              </a:ext>
            </a:extLst>
          </p:cNvPr>
          <p:cNvSpPr>
            <a:spLocks xmlns:a="http://schemas.openxmlformats.org/drawingml/2006/main" noGrp="1"/>
          </p:cNvSpPr>
          <p:nvPr/>
        </p:nvSpPr>
        <p:spPr>
          <a:xfrm xmlns:a="http://schemas.openxmlformats.org/drawingml/2006/main">
            <a:off x="1200150" y="5534025"/>
            <a:ext cx="728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2433"/>
                </a:solidFill>
                <a:latin typeface="Arial"/>
                <a:ea typeface="Arial"/>
                <a:cs typeface="Arial"/>
              </a:defRPr>
            </a:defPPr>
            <a:lvl1pPr algn="l">
              <a:defRPr sz="1875" b="1">
                <a:solidFill>
                  <a:srgbClr val="822433"/>
                </a:solidFill>
                <a:latin typeface="Arial"/>
                <a:ea typeface="Arial"/>
                <a:cs typeface="Arial"/>
              </a:defRPr>
            </a:lvl1pPr>
            <a:lvl2pPr algn="l">
              <a:defRPr sz="1875" b="1">
                <a:solidFill>
                  <a:srgbClr val="822433"/>
                </a:solidFill>
                <a:latin typeface="Arial"/>
                <a:ea typeface="Arial"/>
                <a:cs typeface="Arial"/>
              </a:defRPr>
            </a:lvl2pPr>
            <a:lvl3pPr algn="l">
              <a:defRPr sz="1875" b="1">
                <a:solidFill>
                  <a:srgbClr val="822433"/>
                </a:solidFill>
                <a:latin typeface="Arial"/>
                <a:ea typeface="Arial"/>
                <a:cs typeface="Arial"/>
              </a:defRPr>
            </a:lvl3pPr>
            <a:lvl4pPr algn="l">
              <a:defRPr sz="1875" b="1">
                <a:solidFill>
                  <a:srgbClr val="822433"/>
                </a:solidFill>
                <a:latin typeface="Arial"/>
                <a:ea typeface="Arial"/>
                <a:cs typeface="Arial"/>
              </a:defRPr>
            </a:lvl4pPr>
            <a:lvl5pPr algn="l">
              <a:defRPr sz="1875" b="1">
                <a:solidFill>
                  <a:srgbClr val="822433"/>
                </a:solidFill>
                <a:latin typeface="Arial"/>
                <a:ea typeface="Arial"/>
                <a:cs typeface="Arial"/>
              </a:defRPr>
            </a:lvl5pPr>
            <a:lvl6pPr algn="l">
              <a:defRPr sz="1875" b="1">
                <a:solidFill>
                  <a:srgbClr val="822433"/>
                </a:solidFill>
                <a:latin typeface="Arial"/>
                <a:ea typeface="Arial"/>
                <a:cs typeface="Arial"/>
              </a:defRPr>
            </a:lvl6pPr>
            <a:lvl7pPr algn="l">
              <a:defRPr sz="1875" b="1">
                <a:solidFill>
                  <a:srgbClr val="822433"/>
                </a:solidFill>
                <a:latin typeface="Arial"/>
                <a:ea typeface="Arial"/>
                <a:cs typeface="Arial"/>
              </a:defRPr>
            </a:lvl7pPr>
            <a:lvl8pPr algn="l">
              <a:defRPr sz="1875" b="1">
                <a:solidFill>
                  <a:srgbClr val="822433"/>
                </a:solidFill>
                <a:latin typeface="Arial"/>
                <a:ea typeface="Arial"/>
                <a:cs typeface="Arial"/>
              </a:defRPr>
            </a:lvl8pPr>
            <a:lvl9pPr algn="l">
              <a:defRPr sz="1875" b="1">
                <a:solidFill>
                  <a:srgbClr val="822433"/>
                </a:solidFill>
                <a:latin typeface="Arial"/>
                <a:ea typeface="Arial"/>
                <a:cs typeface="Arial"/>
              </a:defRPr>
            </a:lvl9pPr>
          </a:lstStyle>
          <a:p xmlns:a="http://schemas.openxmlformats.org/drawingml/2006/main">
            <a:pPr algn="l">
              <a:defRPr sz="1875" b="1">
                <a:solidFill>
                  <a:srgbClr val="822433"/>
                </a:solidFill>
                <a:latin typeface="Arial"/>
                <a:ea typeface="Arial"/>
                <a:cs typeface="Arial"/>
              </a:defRPr>
            </a:pPr>
            <a:r>
              <a:rPr sz="1875" b="1">
                <a:solidFill>
                  <a:srgbClr val="822433"/>
                </a:solidFill>
                <a:latin typeface="Arial"/>
                <a:ea typeface="Arial"/>
                <a:cs typeface="Arial"/>
              </a:rPr>
              <a:t>Hybrid leads on replay, drift and noise in both networks.</a:t>
            </a:r>
          </a:p>
        </p:txBody>
      </p:sp>
      <p:sp>
        <p:nvSpPr>
          <p:cNvPr id="16" name="">
            <a:extLst xmlns:a="http://schemas.openxmlformats.org/drawingml/2006/main">
              <a:ext uri="{FF2B5EF4-FFF2-40B4-BE49-F238E27FC236}">
                <a16:creationId xmlns:a16="http://schemas.microsoft.com/office/drawing/2014/main" id="{F1C185F3-7B86-4D7D-ABCF-19534B249371}"/>
              </a:ext>
            </a:extLst>
          </p:cNvPr>
          <p:cNvSpPr>
            <a:spLocks xmlns:a="http://schemas.openxmlformats.org/drawingml/2006/main" noGrp="1"/>
          </p:cNvSpPr>
          <p:nvPr/>
        </p:nvSpPr>
        <p:spPr>
          <a:xfrm xmlns:a="http://schemas.openxmlformats.org/drawingml/2006/main">
            <a:off x="1200150" y="5953125"/>
            <a:ext cx="7286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02020"/>
                </a:solidFill>
                <a:latin typeface="Arial"/>
                <a:ea typeface="Arial"/>
                <a:cs typeface="Arial"/>
              </a:defRPr>
            </a:defPPr>
            <a:lvl1pPr algn="l">
              <a:defRPr sz="1350" b="0">
                <a:solidFill>
                  <a:srgbClr val="202020"/>
                </a:solidFill>
                <a:latin typeface="Arial"/>
                <a:ea typeface="Arial"/>
                <a:cs typeface="Arial"/>
              </a:defRPr>
            </a:lvl1pPr>
            <a:lvl2pPr algn="l">
              <a:defRPr sz="1350" b="0">
                <a:solidFill>
                  <a:srgbClr val="202020"/>
                </a:solidFill>
                <a:latin typeface="Arial"/>
                <a:ea typeface="Arial"/>
                <a:cs typeface="Arial"/>
              </a:defRPr>
            </a:lvl2pPr>
            <a:lvl3pPr algn="l">
              <a:defRPr sz="1350" b="0">
                <a:solidFill>
                  <a:srgbClr val="202020"/>
                </a:solidFill>
                <a:latin typeface="Arial"/>
                <a:ea typeface="Arial"/>
                <a:cs typeface="Arial"/>
              </a:defRPr>
            </a:lvl3pPr>
            <a:lvl4pPr algn="l">
              <a:defRPr sz="1350" b="0">
                <a:solidFill>
                  <a:srgbClr val="202020"/>
                </a:solidFill>
                <a:latin typeface="Arial"/>
                <a:ea typeface="Arial"/>
                <a:cs typeface="Arial"/>
              </a:defRPr>
            </a:lvl4pPr>
            <a:lvl5pPr algn="l">
              <a:defRPr sz="1350" b="0">
                <a:solidFill>
                  <a:srgbClr val="202020"/>
                </a:solidFill>
                <a:latin typeface="Arial"/>
                <a:ea typeface="Arial"/>
                <a:cs typeface="Arial"/>
              </a:defRPr>
            </a:lvl5pPr>
            <a:lvl6pPr algn="l">
              <a:defRPr sz="1350" b="0">
                <a:solidFill>
                  <a:srgbClr val="202020"/>
                </a:solidFill>
                <a:latin typeface="Arial"/>
                <a:ea typeface="Arial"/>
                <a:cs typeface="Arial"/>
              </a:defRPr>
            </a:lvl6pPr>
            <a:lvl7pPr algn="l">
              <a:defRPr sz="1350" b="0">
                <a:solidFill>
                  <a:srgbClr val="202020"/>
                </a:solidFill>
                <a:latin typeface="Arial"/>
                <a:ea typeface="Arial"/>
                <a:cs typeface="Arial"/>
              </a:defRPr>
            </a:lvl7pPr>
            <a:lvl8pPr algn="l">
              <a:defRPr sz="1350" b="0">
                <a:solidFill>
                  <a:srgbClr val="202020"/>
                </a:solidFill>
                <a:latin typeface="Arial"/>
                <a:ea typeface="Arial"/>
                <a:cs typeface="Arial"/>
              </a:defRPr>
            </a:lvl8pPr>
            <a:lvl9pPr algn="l">
              <a:defRPr sz="1350" b="0">
                <a:solidFill>
                  <a:srgbClr val="202020"/>
                </a:solidFill>
                <a:latin typeface="Arial"/>
                <a:ea typeface="Arial"/>
                <a:cs typeface="Arial"/>
              </a:defRPr>
            </a:lvl9pPr>
          </a:lstStyle>
          <a:p xmlns:a="http://schemas.openxmlformats.org/drawingml/2006/main">
            <a:pPr algn="l">
              <a:defRPr sz="1350" b="0">
                <a:solidFill>
                  <a:srgbClr val="202020"/>
                </a:solidFill>
                <a:latin typeface="Arial"/>
                <a:ea typeface="Arial"/>
                <a:cs typeface="Arial"/>
              </a:defRPr>
            </a:pPr>
            <a:r>
              <a:rPr sz="1350" b="0">
                <a:solidFill>
                  <a:srgbClr val="202020"/>
                </a:solidFill>
                <a:latin typeface="Arial"/>
                <a:ea typeface="Arial"/>
                <a:cs typeface="Arial"/>
              </a:rPr>
              <a:t>Mean family F1 at the reported operating points. LightGBM uses a 3-hour allowance.</a:t>
            </a:r>
          </a:p>
        </p:txBody>
      </p:sp>
    </p:spTree>
    <p:extLst>
      <p:ext uri="{BB962C8B-B14F-4D97-AF65-F5344CB8AC3E}">
        <p14:creationId xmlns:p14="http://schemas.microsoft.com/office/powerpoint/2010/main" val="5484416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When is the hybrid useful?</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14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D5FDC177-AFBC-4F2C-A9B0-4846D5E25B39}"/>
              </a:ext>
            </a:extLst>
          </p:cNvPr>
          <p:cNvSpPr>
            <a:spLocks xmlns:a="http://schemas.openxmlformats.org/drawingml/2006/main" noGrp="1"/>
          </p:cNvSpPr>
          <p:nvPr/>
        </p:nvSpPr>
        <p:spPr>
          <a:xfrm xmlns:a="http://schemas.openxmlformats.org/drawingml/2006/main">
            <a:off x="1200150" y="1362075"/>
            <a:ext cx="728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822433"/>
                </a:solidFill>
                <a:latin typeface="Arial"/>
                <a:ea typeface="Arial"/>
                <a:cs typeface="Arial"/>
              </a:defRPr>
            </a:defPPr>
            <a:lvl1pPr algn="l">
              <a:defRPr sz="2025" b="1">
                <a:solidFill>
                  <a:srgbClr val="822433"/>
                </a:solidFill>
                <a:latin typeface="Arial"/>
                <a:ea typeface="Arial"/>
                <a:cs typeface="Arial"/>
              </a:defRPr>
            </a:lvl1pPr>
            <a:lvl2pPr algn="l">
              <a:defRPr sz="2025" b="1">
                <a:solidFill>
                  <a:srgbClr val="822433"/>
                </a:solidFill>
                <a:latin typeface="Arial"/>
                <a:ea typeface="Arial"/>
                <a:cs typeface="Arial"/>
              </a:defRPr>
            </a:lvl2pPr>
            <a:lvl3pPr algn="l">
              <a:defRPr sz="2025" b="1">
                <a:solidFill>
                  <a:srgbClr val="822433"/>
                </a:solidFill>
                <a:latin typeface="Arial"/>
                <a:ea typeface="Arial"/>
                <a:cs typeface="Arial"/>
              </a:defRPr>
            </a:lvl3pPr>
            <a:lvl4pPr algn="l">
              <a:defRPr sz="2025" b="1">
                <a:solidFill>
                  <a:srgbClr val="822433"/>
                </a:solidFill>
                <a:latin typeface="Arial"/>
                <a:ea typeface="Arial"/>
                <a:cs typeface="Arial"/>
              </a:defRPr>
            </a:lvl4pPr>
            <a:lvl5pPr algn="l">
              <a:defRPr sz="2025" b="1">
                <a:solidFill>
                  <a:srgbClr val="822433"/>
                </a:solidFill>
                <a:latin typeface="Arial"/>
                <a:ea typeface="Arial"/>
                <a:cs typeface="Arial"/>
              </a:defRPr>
            </a:lvl5pPr>
            <a:lvl6pPr algn="l">
              <a:defRPr sz="2025" b="1">
                <a:solidFill>
                  <a:srgbClr val="822433"/>
                </a:solidFill>
                <a:latin typeface="Arial"/>
                <a:ea typeface="Arial"/>
                <a:cs typeface="Arial"/>
              </a:defRPr>
            </a:lvl6pPr>
            <a:lvl7pPr algn="l">
              <a:defRPr sz="2025" b="1">
                <a:solidFill>
                  <a:srgbClr val="822433"/>
                </a:solidFill>
                <a:latin typeface="Arial"/>
                <a:ea typeface="Arial"/>
                <a:cs typeface="Arial"/>
              </a:defRPr>
            </a:lvl7pPr>
            <a:lvl8pPr algn="l">
              <a:defRPr sz="2025" b="1">
                <a:solidFill>
                  <a:srgbClr val="822433"/>
                </a:solidFill>
                <a:latin typeface="Arial"/>
                <a:ea typeface="Arial"/>
                <a:cs typeface="Arial"/>
              </a:defRPr>
            </a:lvl8pPr>
            <a:lvl9pPr algn="l">
              <a:defRPr sz="2025" b="1">
                <a:solidFill>
                  <a:srgbClr val="822433"/>
                </a:solidFill>
                <a:latin typeface="Arial"/>
                <a:ea typeface="Arial"/>
                <a:cs typeface="Arial"/>
              </a:defRPr>
            </a:lvl9pPr>
          </a:lstStyle>
          <a:p xmlns:a="http://schemas.openxmlformats.org/drawingml/2006/main">
            <a:pPr algn="l">
              <a:defRPr sz="2025" b="1">
                <a:solidFill>
                  <a:srgbClr val="822433"/>
                </a:solidFill>
                <a:latin typeface="Arial"/>
                <a:ea typeface="Arial"/>
                <a:cs typeface="Arial"/>
              </a:defRPr>
            </a:pPr>
            <a:r>
              <a:rPr sz="2025" b="1">
                <a:solidFill>
                  <a:srgbClr val="822433"/>
                </a:solidFill>
                <a:latin typeface="Arial"/>
                <a:ea typeface="Arial"/>
                <a:cs typeface="Arial"/>
              </a:rPr>
              <a:t>Stronger coverage of temporal attacks</a:t>
            </a:r>
          </a:p>
        </p:txBody>
      </p:sp>
      <p:sp>
        <p:nvSpPr>
          <p:cNvPr id="12" name="">
            <a:extLst xmlns:a="http://schemas.openxmlformats.org/drawingml/2006/main">
              <a:ext uri="{FF2B5EF4-FFF2-40B4-BE49-F238E27FC236}">
                <a16:creationId xmlns:a16="http://schemas.microsoft.com/office/drawing/2014/main" id="{D35330E2-E014-4013-BF1B-38217F0EBCC4}"/>
              </a:ext>
            </a:extLst>
          </p:cNvPr>
          <p:cNvSpPr>
            <a:spLocks xmlns:a="http://schemas.openxmlformats.org/drawingml/2006/main" noGrp="1"/>
          </p:cNvSpPr>
          <p:nvPr/>
        </p:nvSpPr>
        <p:spPr>
          <a:xfrm xmlns:a="http://schemas.openxmlformats.org/drawingml/2006/main">
            <a:off x="1200150" y="1819275"/>
            <a:ext cx="728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020"/>
                </a:solidFill>
                <a:latin typeface="Arial"/>
                <a:ea typeface="Arial"/>
                <a:cs typeface="Arial"/>
              </a:defRPr>
            </a:defPPr>
            <a:lvl1pPr algn="l">
              <a:defRPr sz="1800" b="0">
                <a:solidFill>
                  <a:srgbClr val="202020"/>
                </a:solidFill>
                <a:latin typeface="Arial"/>
                <a:ea typeface="Arial"/>
                <a:cs typeface="Arial"/>
              </a:defRPr>
            </a:lvl1pPr>
            <a:lvl2pPr algn="l">
              <a:defRPr sz="1800" b="0">
                <a:solidFill>
                  <a:srgbClr val="202020"/>
                </a:solidFill>
                <a:latin typeface="Arial"/>
                <a:ea typeface="Arial"/>
                <a:cs typeface="Arial"/>
              </a:defRPr>
            </a:lvl2pPr>
            <a:lvl3pPr algn="l">
              <a:defRPr sz="1800" b="0">
                <a:solidFill>
                  <a:srgbClr val="202020"/>
                </a:solidFill>
                <a:latin typeface="Arial"/>
                <a:ea typeface="Arial"/>
                <a:cs typeface="Arial"/>
              </a:defRPr>
            </a:lvl3pPr>
            <a:lvl4pPr algn="l">
              <a:defRPr sz="1800" b="0">
                <a:solidFill>
                  <a:srgbClr val="202020"/>
                </a:solidFill>
                <a:latin typeface="Arial"/>
                <a:ea typeface="Arial"/>
                <a:cs typeface="Arial"/>
              </a:defRPr>
            </a:lvl4pPr>
            <a:lvl5pPr algn="l">
              <a:defRPr sz="1800" b="0">
                <a:solidFill>
                  <a:srgbClr val="202020"/>
                </a:solidFill>
                <a:latin typeface="Arial"/>
                <a:ea typeface="Arial"/>
                <a:cs typeface="Arial"/>
              </a:defRPr>
            </a:lvl5pPr>
            <a:lvl6pPr algn="l">
              <a:defRPr sz="1800" b="0">
                <a:solidFill>
                  <a:srgbClr val="202020"/>
                </a:solidFill>
                <a:latin typeface="Arial"/>
                <a:ea typeface="Arial"/>
                <a:cs typeface="Arial"/>
              </a:defRPr>
            </a:lvl6pPr>
            <a:lvl7pPr algn="l">
              <a:defRPr sz="1800" b="0">
                <a:solidFill>
                  <a:srgbClr val="202020"/>
                </a:solidFill>
                <a:latin typeface="Arial"/>
                <a:ea typeface="Arial"/>
                <a:cs typeface="Arial"/>
              </a:defRPr>
            </a:lvl7pPr>
            <a:lvl8pPr algn="l">
              <a:defRPr sz="1800" b="0">
                <a:solidFill>
                  <a:srgbClr val="202020"/>
                </a:solidFill>
                <a:latin typeface="Arial"/>
                <a:ea typeface="Arial"/>
                <a:cs typeface="Arial"/>
              </a:defRPr>
            </a:lvl8pPr>
            <a:lvl9pPr algn="l">
              <a:defRPr sz="1800" b="0">
                <a:solidFill>
                  <a:srgbClr val="202020"/>
                </a:solidFill>
                <a:latin typeface="Arial"/>
                <a:ea typeface="Arial"/>
                <a:cs typeface="Arial"/>
              </a:defRPr>
            </a:lvl9pPr>
          </a:lstStyle>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At the reported operating points, replay, drift and noise</a:t>
            </a:r>
          </a:p>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F1 are higher on both networks than with single LightGBM.</a:t>
            </a:r>
          </a:p>
        </p:txBody>
      </p:sp>
      <p:sp>
        <p:nvSpPr>
          <p:cNvPr id="13" name="">
            <a:extLst xmlns:a="http://schemas.openxmlformats.org/drawingml/2006/main">
              <a:ext uri="{FF2B5EF4-FFF2-40B4-BE49-F238E27FC236}">
                <a16:creationId xmlns:a16="http://schemas.microsoft.com/office/drawing/2014/main" id="{7A4BB468-F4D2-445B-88FA-7211789963DE}"/>
              </a:ext>
            </a:extLst>
          </p:cNvPr>
          <p:cNvSpPr>
            <a:spLocks xmlns:a="http://schemas.openxmlformats.org/drawingml/2006/main" noGrp="1"/>
          </p:cNvSpPr>
          <p:nvPr/>
        </p:nvSpPr>
        <p:spPr>
          <a:xfrm xmlns:a="http://schemas.openxmlformats.org/drawingml/2006/main">
            <a:off x="1200150" y="2924175"/>
            <a:ext cx="728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822433"/>
                </a:solidFill>
                <a:latin typeface="Arial"/>
                <a:ea typeface="Arial"/>
                <a:cs typeface="Arial"/>
              </a:defRPr>
            </a:defPPr>
            <a:lvl1pPr algn="l">
              <a:defRPr sz="2025" b="1">
                <a:solidFill>
                  <a:srgbClr val="822433"/>
                </a:solidFill>
                <a:latin typeface="Arial"/>
                <a:ea typeface="Arial"/>
                <a:cs typeface="Arial"/>
              </a:defRPr>
            </a:lvl1pPr>
            <a:lvl2pPr algn="l">
              <a:defRPr sz="2025" b="1">
                <a:solidFill>
                  <a:srgbClr val="822433"/>
                </a:solidFill>
                <a:latin typeface="Arial"/>
                <a:ea typeface="Arial"/>
                <a:cs typeface="Arial"/>
              </a:defRPr>
            </a:lvl2pPr>
            <a:lvl3pPr algn="l">
              <a:defRPr sz="2025" b="1">
                <a:solidFill>
                  <a:srgbClr val="822433"/>
                </a:solidFill>
                <a:latin typeface="Arial"/>
                <a:ea typeface="Arial"/>
                <a:cs typeface="Arial"/>
              </a:defRPr>
            </a:lvl3pPr>
            <a:lvl4pPr algn="l">
              <a:defRPr sz="2025" b="1">
                <a:solidFill>
                  <a:srgbClr val="822433"/>
                </a:solidFill>
                <a:latin typeface="Arial"/>
                <a:ea typeface="Arial"/>
                <a:cs typeface="Arial"/>
              </a:defRPr>
            </a:lvl4pPr>
            <a:lvl5pPr algn="l">
              <a:defRPr sz="2025" b="1">
                <a:solidFill>
                  <a:srgbClr val="822433"/>
                </a:solidFill>
                <a:latin typeface="Arial"/>
                <a:ea typeface="Arial"/>
                <a:cs typeface="Arial"/>
              </a:defRPr>
            </a:lvl5pPr>
            <a:lvl6pPr algn="l">
              <a:defRPr sz="2025" b="1">
                <a:solidFill>
                  <a:srgbClr val="822433"/>
                </a:solidFill>
                <a:latin typeface="Arial"/>
                <a:ea typeface="Arial"/>
                <a:cs typeface="Arial"/>
              </a:defRPr>
            </a:lvl6pPr>
            <a:lvl7pPr algn="l">
              <a:defRPr sz="2025" b="1">
                <a:solidFill>
                  <a:srgbClr val="822433"/>
                </a:solidFill>
                <a:latin typeface="Arial"/>
                <a:ea typeface="Arial"/>
                <a:cs typeface="Arial"/>
              </a:defRPr>
            </a:lvl7pPr>
            <a:lvl8pPr algn="l">
              <a:defRPr sz="2025" b="1">
                <a:solidFill>
                  <a:srgbClr val="822433"/>
                </a:solidFill>
                <a:latin typeface="Arial"/>
                <a:ea typeface="Arial"/>
                <a:cs typeface="Arial"/>
              </a:defRPr>
            </a:lvl8pPr>
            <a:lvl9pPr algn="l">
              <a:defRPr sz="2025" b="1">
                <a:solidFill>
                  <a:srgbClr val="822433"/>
                </a:solidFill>
                <a:latin typeface="Arial"/>
                <a:ea typeface="Arial"/>
                <a:cs typeface="Arial"/>
              </a:defRPr>
            </a:lvl9pPr>
          </a:lstStyle>
          <a:p xmlns:a="http://schemas.openxmlformats.org/drawingml/2006/main">
            <a:pPr algn="l">
              <a:defRPr sz="2025" b="1">
                <a:solidFill>
                  <a:srgbClr val="822433"/>
                </a:solidFill>
                <a:latin typeface="Arial"/>
                <a:ea typeface="Arial"/>
                <a:cs typeface="Arial"/>
              </a:defRPr>
            </a:pPr>
            <a:r>
              <a:rPr sz="2025" b="1">
                <a:solidFill>
                  <a:srgbClr val="822433"/>
                </a:solidFill>
                <a:latin typeface="Arial"/>
                <a:ea typeface="Arial"/>
                <a:cs typeface="Arial"/>
              </a:rPr>
              <a:t>A measurable cost in false alarms</a:t>
            </a:r>
          </a:p>
        </p:txBody>
      </p:sp>
      <p:sp>
        <p:nvSpPr>
          <p:cNvPr id="14" name="">
            <a:extLst xmlns:a="http://schemas.openxmlformats.org/drawingml/2006/main">
              <a:ext uri="{FF2B5EF4-FFF2-40B4-BE49-F238E27FC236}">
                <a16:creationId xmlns:a16="http://schemas.microsoft.com/office/drawing/2014/main" id="{44193EF0-F95A-4B48-87DA-5B4F7A6DEB3D}"/>
              </a:ext>
            </a:extLst>
          </p:cNvPr>
          <p:cNvSpPr>
            <a:spLocks xmlns:a="http://schemas.openxmlformats.org/drawingml/2006/main" noGrp="1"/>
          </p:cNvSpPr>
          <p:nvPr/>
        </p:nvSpPr>
        <p:spPr>
          <a:xfrm xmlns:a="http://schemas.openxmlformats.org/drawingml/2006/main">
            <a:off x="1200150" y="3381375"/>
            <a:ext cx="728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020"/>
                </a:solidFill>
                <a:latin typeface="Arial"/>
                <a:ea typeface="Arial"/>
                <a:cs typeface="Arial"/>
              </a:defRPr>
            </a:defPPr>
            <a:lvl1pPr algn="l">
              <a:defRPr sz="1800" b="0">
                <a:solidFill>
                  <a:srgbClr val="202020"/>
                </a:solidFill>
                <a:latin typeface="Arial"/>
                <a:ea typeface="Arial"/>
                <a:cs typeface="Arial"/>
              </a:defRPr>
            </a:lvl1pPr>
            <a:lvl2pPr algn="l">
              <a:defRPr sz="1800" b="0">
                <a:solidFill>
                  <a:srgbClr val="202020"/>
                </a:solidFill>
                <a:latin typeface="Arial"/>
                <a:ea typeface="Arial"/>
                <a:cs typeface="Arial"/>
              </a:defRPr>
            </a:lvl2pPr>
            <a:lvl3pPr algn="l">
              <a:defRPr sz="1800" b="0">
                <a:solidFill>
                  <a:srgbClr val="202020"/>
                </a:solidFill>
                <a:latin typeface="Arial"/>
                <a:ea typeface="Arial"/>
                <a:cs typeface="Arial"/>
              </a:defRPr>
            </a:lvl3pPr>
            <a:lvl4pPr algn="l">
              <a:defRPr sz="1800" b="0">
                <a:solidFill>
                  <a:srgbClr val="202020"/>
                </a:solidFill>
                <a:latin typeface="Arial"/>
                <a:ea typeface="Arial"/>
                <a:cs typeface="Arial"/>
              </a:defRPr>
            </a:lvl4pPr>
            <a:lvl5pPr algn="l">
              <a:defRPr sz="1800" b="0">
                <a:solidFill>
                  <a:srgbClr val="202020"/>
                </a:solidFill>
                <a:latin typeface="Arial"/>
                <a:ea typeface="Arial"/>
                <a:cs typeface="Arial"/>
              </a:defRPr>
            </a:lvl5pPr>
            <a:lvl6pPr algn="l">
              <a:defRPr sz="1800" b="0">
                <a:solidFill>
                  <a:srgbClr val="202020"/>
                </a:solidFill>
                <a:latin typeface="Arial"/>
                <a:ea typeface="Arial"/>
                <a:cs typeface="Arial"/>
              </a:defRPr>
            </a:lvl6pPr>
            <a:lvl7pPr algn="l">
              <a:defRPr sz="1800" b="0">
                <a:solidFill>
                  <a:srgbClr val="202020"/>
                </a:solidFill>
                <a:latin typeface="Arial"/>
                <a:ea typeface="Arial"/>
                <a:cs typeface="Arial"/>
              </a:defRPr>
            </a:lvl7pPr>
            <a:lvl8pPr algn="l">
              <a:defRPr sz="1800" b="0">
                <a:solidFill>
                  <a:srgbClr val="202020"/>
                </a:solidFill>
                <a:latin typeface="Arial"/>
                <a:ea typeface="Arial"/>
                <a:cs typeface="Arial"/>
              </a:defRPr>
            </a:lvl8pPr>
            <a:lvl9pPr algn="l">
              <a:defRPr sz="1800" b="0">
                <a:solidFill>
                  <a:srgbClr val="202020"/>
                </a:solidFill>
                <a:latin typeface="Arial"/>
                <a:ea typeface="Arial"/>
                <a:cs typeface="Arial"/>
              </a:defRPr>
            </a:lvl9pPr>
          </a:lstStyle>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LightGBM has lower clean FPR in both networks.</a:t>
            </a:r>
          </a:p>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It also leads on random and targeted attacks.</a:t>
            </a:r>
          </a:p>
        </p:txBody>
      </p:sp>
      <p:sp>
        <p:nvSpPr>
          <p:cNvPr id="15" name="">
            <a:extLst xmlns:a="http://schemas.openxmlformats.org/drawingml/2006/main">
              <a:ext uri="{FF2B5EF4-FFF2-40B4-BE49-F238E27FC236}">
                <a16:creationId xmlns:a16="http://schemas.microsoft.com/office/drawing/2014/main" id="{DF6B7E2C-7A8C-41B4-9238-EC4F33E03471}"/>
              </a:ext>
            </a:extLst>
          </p:cNvPr>
          <p:cNvSpPr>
            <a:spLocks xmlns:a="http://schemas.openxmlformats.org/drawingml/2006/main" noGrp="1"/>
          </p:cNvSpPr>
          <p:nvPr/>
        </p:nvSpPr>
        <p:spPr>
          <a:xfrm xmlns:a="http://schemas.openxmlformats.org/drawingml/2006/main">
            <a:off x="1200150" y="4486275"/>
            <a:ext cx="728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822433"/>
                </a:solidFill>
                <a:latin typeface="Arial"/>
                <a:ea typeface="Arial"/>
                <a:cs typeface="Arial"/>
              </a:defRPr>
            </a:defPPr>
            <a:lvl1pPr algn="l">
              <a:defRPr sz="2025" b="1">
                <a:solidFill>
                  <a:srgbClr val="822433"/>
                </a:solidFill>
                <a:latin typeface="Arial"/>
                <a:ea typeface="Arial"/>
                <a:cs typeface="Arial"/>
              </a:defRPr>
            </a:lvl1pPr>
            <a:lvl2pPr algn="l">
              <a:defRPr sz="2025" b="1">
                <a:solidFill>
                  <a:srgbClr val="822433"/>
                </a:solidFill>
                <a:latin typeface="Arial"/>
                <a:ea typeface="Arial"/>
                <a:cs typeface="Arial"/>
              </a:defRPr>
            </a:lvl2pPr>
            <a:lvl3pPr algn="l">
              <a:defRPr sz="2025" b="1">
                <a:solidFill>
                  <a:srgbClr val="822433"/>
                </a:solidFill>
                <a:latin typeface="Arial"/>
                <a:ea typeface="Arial"/>
                <a:cs typeface="Arial"/>
              </a:defRPr>
            </a:lvl3pPr>
            <a:lvl4pPr algn="l">
              <a:defRPr sz="2025" b="1">
                <a:solidFill>
                  <a:srgbClr val="822433"/>
                </a:solidFill>
                <a:latin typeface="Arial"/>
                <a:ea typeface="Arial"/>
                <a:cs typeface="Arial"/>
              </a:defRPr>
            </a:lvl4pPr>
            <a:lvl5pPr algn="l">
              <a:defRPr sz="2025" b="1">
                <a:solidFill>
                  <a:srgbClr val="822433"/>
                </a:solidFill>
                <a:latin typeface="Arial"/>
                <a:ea typeface="Arial"/>
                <a:cs typeface="Arial"/>
              </a:defRPr>
            </a:lvl5pPr>
            <a:lvl6pPr algn="l">
              <a:defRPr sz="2025" b="1">
                <a:solidFill>
                  <a:srgbClr val="822433"/>
                </a:solidFill>
                <a:latin typeface="Arial"/>
                <a:ea typeface="Arial"/>
                <a:cs typeface="Arial"/>
              </a:defRPr>
            </a:lvl6pPr>
            <a:lvl7pPr algn="l">
              <a:defRPr sz="2025" b="1">
                <a:solidFill>
                  <a:srgbClr val="822433"/>
                </a:solidFill>
                <a:latin typeface="Arial"/>
                <a:ea typeface="Arial"/>
                <a:cs typeface="Arial"/>
              </a:defRPr>
            </a:lvl7pPr>
            <a:lvl8pPr algn="l">
              <a:defRPr sz="2025" b="1">
                <a:solidFill>
                  <a:srgbClr val="822433"/>
                </a:solidFill>
                <a:latin typeface="Arial"/>
                <a:ea typeface="Arial"/>
                <a:cs typeface="Arial"/>
              </a:defRPr>
            </a:lvl8pPr>
            <a:lvl9pPr algn="l">
              <a:defRPr sz="2025" b="1">
                <a:solidFill>
                  <a:srgbClr val="822433"/>
                </a:solidFill>
                <a:latin typeface="Arial"/>
                <a:ea typeface="Arial"/>
                <a:cs typeface="Arial"/>
              </a:defRPr>
            </a:lvl9pPr>
          </a:lstStyle>
          <a:p xmlns:a="http://schemas.openxmlformats.org/drawingml/2006/main">
            <a:pPr algn="l">
              <a:defRPr sz="2025" b="1">
                <a:solidFill>
                  <a:srgbClr val="822433"/>
                </a:solidFill>
                <a:latin typeface="Arial"/>
                <a:ea typeface="Arial"/>
                <a:cs typeface="Arial"/>
              </a:defRPr>
            </a:pPr>
            <a:r>
              <a:rPr sz="2025" b="1">
                <a:solidFill>
                  <a:srgbClr val="822433"/>
                </a:solidFill>
                <a:latin typeface="Arial"/>
                <a:ea typeface="Arial"/>
                <a:cs typeface="Arial"/>
              </a:rPr>
              <a:t>The operating point matters</a:t>
            </a:r>
          </a:p>
        </p:txBody>
      </p:sp>
      <p:sp>
        <p:nvSpPr>
          <p:cNvPr id="16" name="">
            <a:extLst xmlns:a="http://schemas.openxmlformats.org/drawingml/2006/main">
              <a:ext uri="{FF2B5EF4-FFF2-40B4-BE49-F238E27FC236}">
                <a16:creationId xmlns:a16="http://schemas.microsoft.com/office/drawing/2014/main" id="{0FB212B6-FAFF-45DF-A447-9D314110A0DC}"/>
              </a:ext>
            </a:extLst>
          </p:cNvPr>
          <p:cNvSpPr>
            <a:spLocks xmlns:a="http://schemas.openxmlformats.org/drawingml/2006/main" noGrp="1"/>
          </p:cNvSpPr>
          <p:nvPr/>
        </p:nvSpPr>
        <p:spPr>
          <a:xfrm xmlns:a="http://schemas.openxmlformats.org/drawingml/2006/main">
            <a:off x="1200150" y="4943475"/>
            <a:ext cx="728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020"/>
                </a:solidFill>
                <a:latin typeface="Arial"/>
                <a:ea typeface="Arial"/>
                <a:cs typeface="Arial"/>
              </a:defRPr>
            </a:defPPr>
            <a:lvl1pPr algn="l">
              <a:defRPr sz="1800" b="0">
                <a:solidFill>
                  <a:srgbClr val="202020"/>
                </a:solidFill>
                <a:latin typeface="Arial"/>
                <a:ea typeface="Arial"/>
                <a:cs typeface="Arial"/>
              </a:defRPr>
            </a:lvl1pPr>
            <a:lvl2pPr algn="l">
              <a:defRPr sz="1800" b="0">
                <a:solidFill>
                  <a:srgbClr val="202020"/>
                </a:solidFill>
                <a:latin typeface="Arial"/>
                <a:ea typeface="Arial"/>
                <a:cs typeface="Arial"/>
              </a:defRPr>
            </a:lvl2pPr>
            <a:lvl3pPr algn="l">
              <a:defRPr sz="1800" b="0">
                <a:solidFill>
                  <a:srgbClr val="202020"/>
                </a:solidFill>
                <a:latin typeface="Arial"/>
                <a:ea typeface="Arial"/>
                <a:cs typeface="Arial"/>
              </a:defRPr>
            </a:lvl3pPr>
            <a:lvl4pPr algn="l">
              <a:defRPr sz="1800" b="0">
                <a:solidFill>
                  <a:srgbClr val="202020"/>
                </a:solidFill>
                <a:latin typeface="Arial"/>
                <a:ea typeface="Arial"/>
                <a:cs typeface="Arial"/>
              </a:defRPr>
            </a:lvl4pPr>
            <a:lvl5pPr algn="l">
              <a:defRPr sz="1800" b="0">
                <a:solidFill>
                  <a:srgbClr val="202020"/>
                </a:solidFill>
                <a:latin typeface="Arial"/>
                <a:ea typeface="Arial"/>
                <a:cs typeface="Arial"/>
              </a:defRPr>
            </a:lvl5pPr>
            <a:lvl6pPr algn="l">
              <a:defRPr sz="1800" b="0">
                <a:solidFill>
                  <a:srgbClr val="202020"/>
                </a:solidFill>
                <a:latin typeface="Arial"/>
                <a:ea typeface="Arial"/>
                <a:cs typeface="Arial"/>
              </a:defRPr>
            </a:lvl6pPr>
            <a:lvl7pPr algn="l">
              <a:defRPr sz="1800" b="0">
                <a:solidFill>
                  <a:srgbClr val="202020"/>
                </a:solidFill>
                <a:latin typeface="Arial"/>
                <a:ea typeface="Arial"/>
                <a:cs typeface="Arial"/>
              </a:defRPr>
            </a:lvl7pPr>
            <a:lvl8pPr algn="l">
              <a:defRPr sz="1800" b="0">
                <a:solidFill>
                  <a:srgbClr val="202020"/>
                </a:solidFill>
                <a:latin typeface="Arial"/>
                <a:ea typeface="Arial"/>
                <a:cs typeface="Arial"/>
              </a:defRPr>
            </a:lvl8pPr>
            <a:lvl9pPr algn="l">
              <a:defRPr sz="1800" b="0">
                <a:solidFill>
                  <a:srgbClr val="202020"/>
                </a:solidFill>
                <a:latin typeface="Arial"/>
                <a:ea typeface="Arial"/>
                <a:cs typeface="Arial"/>
              </a:defRPr>
            </a:lvl9pPr>
          </a:lstStyle>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Calibration-derived threshold sweeps change the ranking.</a:t>
            </a:r>
          </a:p>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The hybrid does not dominate across all operating points.</a:t>
            </a:r>
          </a:p>
        </p:txBody>
      </p:sp>
    </p:spTree>
    <p:extLst>
      <p:ext uri="{BB962C8B-B14F-4D97-AF65-F5344CB8AC3E}">
        <p14:creationId xmlns:p14="http://schemas.microsoft.com/office/powerpoint/2010/main" val="5484416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laceHolder 1">
            <a:extLst xmlns:a="http://schemas.openxmlformats.org/drawingml/2006/main">
              <a:ext uri="{FF2B5EF4-FFF2-40B4-BE49-F238E27FC236}">
                <a16:creationId xmlns:a16="http://schemas.microsoft.com/office/drawing/2014/main" id="{6F916756-F7B2-4023-BB11-CA5D48C0337A}"/>
              </a:ext>
            </a:extLst>
          </p:cNvPr>
          <p:cNvSpPr>
            <a:spLocks xmlns:a="http://schemas.openxmlformats.org/drawingml/2006/main" noGrp="1"/>
          </p:cNvSpPr>
          <p:nvPr>
            <p:ph type="title" idx="0"/>
          </p:nvPr>
        </p:nvSpPr>
        <p:spPr>
          <a:xfrm xmlns:a="http://schemas.openxmlformats.org/drawingml/2006/main">
            <a:off x="1200150" y="447675"/>
            <a:ext cx="7286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822433"/>
                </a:solidFill>
                <a:latin typeface="Arial"/>
                <a:ea typeface="Arial"/>
                <a:cs typeface="Arial"/>
              </a:defRPr>
            </a:defPPr>
            <a:lvl1pPr>
              <a:defRPr sz="2400" b="1">
                <a:solidFill>
                  <a:srgbClr val="822433"/>
                </a:solidFill>
                <a:latin typeface="Arial"/>
                <a:ea typeface="Arial"/>
                <a:cs typeface="Arial"/>
              </a:defRPr>
            </a:lvl1pPr>
            <a:lvl2pPr>
              <a:defRPr sz="2400" b="1">
                <a:solidFill>
                  <a:srgbClr val="822433"/>
                </a:solidFill>
                <a:latin typeface="Arial"/>
                <a:ea typeface="Arial"/>
                <a:cs typeface="Arial"/>
              </a:defRPr>
            </a:lvl2pPr>
            <a:lvl3pPr>
              <a:defRPr sz="2400" b="1">
                <a:solidFill>
                  <a:srgbClr val="822433"/>
                </a:solidFill>
                <a:latin typeface="Arial"/>
                <a:ea typeface="Arial"/>
                <a:cs typeface="Arial"/>
              </a:defRPr>
            </a:lvl3pPr>
            <a:lvl4pPr>
              <a:defRPr sz="2400" b="1">
                <a:solidFill>
                  <a:srgbClr val="822433"/>
                </a:solidFill>
                <a:latin typeface="Arial"/>
                <a:ea typeface="Arial"/>
                <a:cs typeface="Arial"/>
              </a:defRPr>
            </a:lvl4pPr>
            <a:lvl5pPr>
              <a:defRPr sz="2400" b="1">
                <a:solidFill>
                  <a:srgbClr val="822433"/>
                </a:solidFill>
                <a:latin typeface="Arial"/>
                <a:ea typeface="Arial"/>
                <a:cs typeface="Arial"/>
              </a:defRPr>
            </a:lvl5pPr>
            <a:lvl6pPr>
              <a:defRPr sz="2400" b="1">
                <a:solidFill>
                  <a:srgbClr val="822433"/>
                </a:solidFill>
                <a:latin typeface="Arial"/>
                <a:ea typeface="Arial"/>
                <a:cs typeface="Arial"/>
              </a:defRPr>
            </a:lvl6pPr>
            <a:lvl7pPr>
              <a:defRPr sz="2400" b="1">
                <a:solidFill>
                  <a:srgbClr val="822433"/>
                </a:solidFill>
                <a:latin typeface="Arial"/>
                <a:ea typeface="Arial"/>
                <a:cs typeface="Arial"/>
              </a:defRPr>
            </a:lvl7pPr>
            <a:lvl8pPr>
              <a:defRPr sz="2400" b="1">
                <a:solidFill>
                  <a:srgbClr val="822433"/>
                </a:solidFill>
                <a:latin typeface="Arial"/>
                <a:ea typeface="Arial"/>
                <a:cs typeface="Arial"/>
              </a:defRPr>
            </a:lvl8pPr>
            <a:lvl9pPr>
              <a:defRPr sz="2400" b="1">
                <a:solidFill>
                  <a:srgbClr val="822433"/>
                </a:solidFill>
                <a:latin typeface="Arial"/>
                <a:ea typeface="Arial"/>
                <a:cs typeface="Arial"/>
              </a:defRPr>
            </a:lvl9pPr>
          </a:lstStyle>
          <a:p xmlns:a="http://schemas.openxmlformats.org/drawingml/2006/main">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rgbClr val="822433"/>
                </a:solidFill>
                <a:latin typeface="Arial"/>
                <a:ea typeface="Arial"/>
                <a:cs typeface="Arial"/>
              </a:defRPr>
            </a:pPr>
            <a:r>
              <a:rPr sz="2400" b="1">
                <a:solidFill>
                  <a:srgbClr val="822433"/>
                </a:solidFill>
                <a:latin typeface="Arial"/>
                <a:ea typeface="Arial"/>
                <a:cs typeface="Arial"/>
              </a:rPr>
              <a:t>Conclusions</a:t>
            </a:r>
            <a:endParaRPr sz="2400" b="1" u="none">
              <a:solidFill>
                <a:srgbClr val="822433"/>
              </a:solidFill>
              <a:latin typeface="Arial"/>
              <a:ea typeface="Arial"/>
              <a:cs typeface="Arial"/>
            </a:endParaRPr>
          </a:p>
        </p:txBody>
      </p:sp>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15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11" name="">
            <a:extLst xmlns:a="http://schemas.openxmlformats.org/drawingml/2006/main">
              <a:ext uri="{FF2B5EF4-FFF2-40B4-BE49-F238E27FC236}">
                <a16:creationId xmlns:a16="http://schemas.microsoft.com/office/drawing/2014/main" id="{2D0619C7-D979-40FD-9122-F688A45FC586}"/>
              </a:ext>
            </a:extLst>
          </p:cNvPr>
          <p:cNvSpPr>
            <a:spLocks xmlns:a="http://schemas.openxmlformats.org/drawingml/2006/main" noGrp="1"/>
          </p:cNvSpPr>
          <p:nvPr/>
        </p:nvSpPr>
        <p:spPr>
          <a:xfrm xmlns:a="http://schemas.openxmlformats.org/drawingml/2006/main">
            <a:off x="1200150" y="1343025"/>
            <a:ext cx="728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We built a detector for five sensor attack types.</a:t>
            </a:r>
          </a:p>
        </p:txBody>
      </p:sp>
      <p:sp>
        <p:nvSpPr>
          <p:cNvPr id="12" name="">
            <a:extLst xmlns:a="http://schemas.openxmlformats.org/drawingml/2006/main">
              <a:ext uri="{FF2B5EF4-FFF2-40B4-BE49-F238E27FC236}">
                <a16:creationId xmlns:a16="http://schemas.microsoft.com/office/drawing/2014/main" id="{39171D4F-E5B7-43E9-AA1C-5F775604FEEC}"/>
              </a:ext>
            </a:extLst>
          </p:cNvPr>
          <p:cNvSpPr>
            <a:spLocks xmlns:a="http://schemas.openxmlformats.org/drawingml/2006/main" noGrp="1"/>
          </p:cNvSpPr>
          <p:nvPr/>
        </p:nvSpPr>
        <p:spPr>
          <a:xfrm xmlns:a="http://schemas.openxmlformats.org/drawingml/2006/main">
            <a:off x="1200150" y="188595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020"/>
                </a:solidFill>
                <a:latin typeface="Arial"/>
                <a:ea typeface="Arial"/>
                <a:cs typeface="Arial"/>
              </a:defRPr>
            </a:defPPr>
            <a:lvl1pPr algn="l">
              <a:defRPr sz="1800" b="0">
                <a:solidFill>
                  <a:srgbClr val="202020"/>
                </a:solidFill>
                <a:latin typeface="Arial"/>
                <a:ea typeface="Arial"/>
                <a:cs typeface="Arial"/>
              </a:defRPr>
            </a:lvl1pPr>
            <a:lvl2pPr algn="l">
              <a:defRPr sz="1800" b="0">
                <a:solidFill>
                  <a:srgbClr val="202020"/>
                </a:solidFill>
                <a:latin typeface="Arial"/>
                <a:ea typeface="Arial"/>
                <a:cs typeface="Arial"/>
              </a:defRPr>
            </a:lvl2pPr>
            <a:lvl3pPr algn="l">
              <a:defRPr sz="1800" b="0">
                <a:solidFill>
                  <a:srgbClr val="202020"/>
                </a:solidFill>
                <a:latin typeface="Arial"/>
                <a:ea typeface="Arial"/>
                <a:cs typeface="Arial"/>
              </a:defRPr>
            </a:lvl3pPr>
            <a:lvl4pPr algn="l">
              <a:defRPr sz="1800" b="0">
                <a:solidFill>
                  <a:srgbClr val="202020"/>
                </a:solidFill>
                <a:latin typeface="Arial"/>
                <a:ea typeface="Arial"/>
                <a:cs typeface="Arial"/>
              </a:defRPr>
            </a:lvl4pPr>
            <a:lvl5pPr algn="l">
              <a:defRPr sz="1800" b="0">
                <a:solidFill>
                  <a:srgbClr val="202020"/>
                </a:solidFill>
                <a:latin typeface="Arial"/>
                <a:ea typeface="Arial"/>
                <a:cs typeface="Arial"/>
              </a:defRPr>
            </a:lvl5pPr>
            <a:lvl6pPr algn="l">
              <a:defRPr sz="1800" b="0">
                <a:solidFill>
                  <a:srgbClr val="202020"/>
                </a:solidFill>
                <a:latin typeface="Arial"/>
                <a:ea typeface="Arial"/>
                <a:cs typeface="Arial"/>
              </a:defRPr>
            </a:lvl6pPr>
            <a:lvl7pPr algn="l">
              <a:defRPr sz="1800" b="0">
                <a:solidFill>
                  <a:srgbClr val="202020"/>
                </a:solidFill>
                <a:latin typeface="Arial"/>
                <a:ea typeface="Arial"/>
                <a:cs typeface="Arial"/>
              </a:defRPr>
            </a:lvl7pPr>
            <a:lvl8pPr algn="l">
              <a:defRPr sz="1800" b="0">
                <a:solidFill>
                  <a:srgbClr val="202020"/>
                </a:solidFill>
                <a:latin typeface="Arial"/>
                <a:ea typeface="Arial"/>
                <a:cs typeface="Arial"/>
              </a:defRPr>
            </a:lvl8pPr>
            <a:lvl9pPr algn="l">
              <a:defRPr sz="1800" b="0">
                <a:solidFill>
                  <a:srgbClr val="202020"/>
                </a:solidFill>
                <a:latin typeface="Arial"/>
                <a:ea typeface="Arial"/>
                <a:cs typeface="Arial"/>
              </a:defRPr>
            </a:lvl9pPr>
          </a:lstStyle>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Three experts analyse pressure data in parallel. General alarms</a:t>
            </a:r>
          </a:p>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pass directly. Additional Drift and Noise alarms require checks.</a:t>
            </a:r>
          </a:p>
        </p:txBody>
      </p:sp>
      <p:sp>
        <p:nvSpPr>
          <p:cNvPr id="13" name="">
            <a:extLst xmlns:a="http://schemas.openxmlformats.org/drawingml/2006/main">
              <a:ext uri="{FF2B5EF4-FFF2-40B4-BE49-F238E27FC236}">
                <a16:creationId xmlns:a16="http://schemas.microsoft.com/office/drawing/2014/main" id="{4466CED5-5102-4616-BAD7-356CBB4D3089}"/>
              </a:ext>
            </a:extLst>
          </p:cNvPr>
          <p:cNvSpPr>
            <a:spLocks xmlns:a="http://schemas.openxmlformats.org/drawingml/2006/main" noGrp="1"/>
          </p:cNvSpPr>
          <p:nvPr/>
        </p:nvSpPr>
        <p:spPr>
          <a:xfrm xmlns:a="http://schemas.openxmlformats.org/drawingml/2006/main">
            <a:off x="1200150" y="3000375"/>
            <a:ext cx="728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We tested it on Modena and L-Town.</a:t>
            </a:r>
          </a:p>
        </p:txBody>
      </p:sp>
      <p:sp>
        <p:nvSpPr>
          <p:cNvPr id="14" name="">
            <a:extLst xmlns:a="http://schemas.openxmlformats.org/drawingml/2006/main">
              <a:ext uri="{FF2B5EF4-FFF2-40B4-BE49-F238E27FC236}">
                <a16:creationId xmlns:a16="http://schemas.microsoft.com/office/drawing/2014/main" id="{E512E916-3742-4303-BB43-E84EFD47E3BB}"/>
              </a:ext>
            </a:extLst>
          </p:cNvPr>
          <p:cNvSpPr>
            <a:spLocks xmlns:a="http://schemas.openxmlformats.org/drawingml/2006/main" noGrp="1"/>
          </p:cNvSpPr>
          <p:nvPr/>
        </p:nvSpPr>
        <p:spPr>
          <a:xfrm xmlns:a="http://schemas.openxmlformats.org/drawingml/2006/main">
            <a:off x="1200150" y="3543300"/>
            <a:ext cx="7286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020"/>
                </a:solidFill>
                <a:latin typeface="Arial"/>
                <a:ea typeface="Arial"/>
                <a:cs typeface="Arial"/>
              </a:defRPr>
            </a:defPPr>
            <a:lvl1pPr algn="l">
              <a:defRPr sz="1800" b="0">
                <a:solidFill>
                  <a:srgbClr val="202020"/>
                </a:solidFill>
                <a:latin typeface="Arial"/>
                <a:ea typeface="Arial"/>
                <a:cs typeface="Arial"/>
              </a:defRPr>
            </a:lvl1pPr>
            <a:lvl2pPr algn="l">
              <a:defRPr sz="1800" b="0">
                <a:solidFill>
                  <a:srgbClr val="202020"/>
                </a:solidFill>
                <a:latin typeface="Arial"/>
                <a:ea typeface="Arial"/>
                <a:cs typeface="Arial"/>
              </a:defRPr>
            </a:lvl2pPr>
            <a:lvl3pPr algn="l">
              <a:defRPr sz="1800" b="0">
                <a:solidFill>
                  <a:srgbClr val="202020"/>
                </a:solidFill>
                <a:latin typeface="Arial"/>
                <a:ea typeface="Arial"/>
                <a:cs typeface="Arial"/>
              </a:defRPr>
            </a:lvl3pPr>
            <a:lvl4pPr algn="l">
              <a:defRPr sz="1800" b="0">
                <a:solidFill>
                  <a:srgbClr val="202020"/>
                </a:solidFill>
                <a:latin typeface="Arial"/>
                <a:ea typeface="Arial"/>
                <a:cs typeface="Arial"/>
              </a:defRPr>
            </a:lvl4pPr>
            <a:lvl5pPr algn="l">
              <a:defRPr sz="1800" b="0">
                <a:solidFill>
                  <a:srgbClr val="202020"/>
                </a:solidFill>
                <a:latin typeface="Arial"/>
                <a:ea typeface="Arial"/>
                <a:cs typeface="Arial"/>
              </a:defRPr>
            </a:lvl5pPr>
            <a:lvl6pPr algn="l">
              <a:defRPr sz="1800" b="0">
                <a:solidFill>
                  <a:srgbClr val="202020"/>
                </a:solidFill>
                <a:latin typeface="Arial"/>
                <a:ea typeface="Arial"/>
                <a:cs typeface="Arial"/>
              </a:defRPr>
            </a:lvl6pPr>
            <a:lvl7pPr algn="l">
              <a:defRPr sz="1800" b="0">
                <a:solidFill>
                  <a:srgbClr val="202020"/>
                </a:solidFill>
                <a:latin typeface="Arial"/>
                <a:ea typeface="Arial"/>
                <a:cs typeface="Arial"/>
              </a:defRPr>
            </a:lvl7pPr>
            <a:lvl8pPr algn="l">
              <a:defRPr sz="1800" b="0">
                <a:solidFill>
                  <a:srgbClr val="202020"/>
                </a:solidFill>
                <a:latin typeface="Arial"/>
                <a:ea typeface="Arial"/>
                <a:cs typeface="Arial"/>
              </a:defRPr>
            </a:lvl8pPr>
            <a:lvl9pPr algn="l">
              <a:defRPr sz="1800" b="0">
                <a:solidFill>
                  <a:srgbClr val="202020"/>
                </a:solidFill>
                <a:latin typeface="Arial"/>
                <a:ea typeface="Arial"/>
                <a:cs typeface="Arial"/>
              </a:defRPr>
            </a:lvl9pPr>
          </a:lstStyle>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With simulated attacks and the reported thresholds, the hybrid</a:t>
            </a:r>
          </a:p>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had higher replay, drift and noise F1 than LightGBM on both</a:t>
            </a:r>
          </a:p>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networks. LightGBM raised fewer false alarms.</a:t>
            </a:r>
          </a:p>
        </p:txBody>
      </p:sp>
      <p:sp>
        <p:nvSpPr>
          <p:cNvPr id="15" name="">
            <a:extLst xmlns:a="http://schemas.openxmlformats.org/drawingml/2006/main">
              <a:ext uri="{FF2B5EF4-FFF2-40B4-BE49-F238E27FC236}">
                <a16:creationId xmlns:a16="http://schemas.microsoft.com/office/drawing/2014/main" id="{840B3958-6BFF-4AC7-AD57-A24013D0CF02}"/>
              </a:ext>
            </a:extLst>
          </p:cNvPr>
          <p:cNvSpPr>
            <a:spLocks xmlns:a="http://schemas.openxmlformats.org/drawingml/2006/main" noGrp="1"/>
          </p:cNvSpPr>
          <p:nvPr/>
        </p:nvSpPr>
        <p:spPr>
          <a:xfrm xmlns:a="http://schemas.openxmlformats.org/drawingml/2006/main">
            <a:off x="1200150" y="4972050"/>
            <a:ext cx="728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22433"/>
                </a:solidFill>
                <a:latin typeface="Arial"/>
                <a:ea typeface="Arial"/>
                <a:cs typeface="Arial"/>
              </a:defRPr>
            </a:defPPr>
            <a:lvl1pPr algn="l">
              <a:defRPr sz="2100" b="1">
                <a:solidFill>
                  <a:srgbClr val="822433"/>
                </a:solidFill>
                <a:latin typeface="Arial"/>
                <a:ea typeface="Arial"/>
                <a:cs typeface="Arial"/>
              </a:defRPr>
            </a:lvl1pPr>
            <a:lvl2pPr algn="l">
              <a:defRPr sz="2100" b="1">
                <a:solidFill>
                  <a:srgbClr val="822433"/>
                </a:solidFill>
                <a:latin typeface="Arial"/>
                <a:ea typeface="Arial"/>
                <a:cs typeface="Arial"/>
              </a:defRPr>
            </a:lvl2pPr>
            <a:lvl3pPr algn="l">
              <a:defRPr sz="2100" b="1">
                <a:solidFill>
                  <a:srgbClr val="822433"/>
                </a:solidFill>
                <a:latin typeface="Arial"/>
                <a:ea typeface="Arial"/>
                <a:cs typeface="Arial"/>
              </a:defRPr>
            </a:lvl3pPr>
            <a:lvl4pPr algn="l">
              <a:defRPr sz="2100" b="1">
                <a:solidFill>
                  <a:srgbClr val="822433"/>
                </a:solidFill>
                <a:latin typeface="Arial"/>
                <a:ea typeface="Arial"/>
                <a:cs typeface="Arial"/>
              </a:defRPr>
            </a:lvl4pPr>
            <a:lvl5pPr algn="l">
              <a:defRPr sz="2100" b="1">
                <a:solidFill>
                  <a:srgbClr val="822433"/>
                </a:solidFill>
                <a:latin typeface="Arial"/>
                <a:ea typeface="Arial"/>
                <a:cs typeface="Arial"/>
              </a:defRPr>
            </a:lvl5pPr>
            <a:lvl6pPr algn="l">
              <a:defRPr sz="2100" b="1">
                <a:solidFill>
                  <a:srgbClr val="822433"/>
                </a:solidFill>
                <a:latin typeface="Arial"/>
                <a:ea typeface="Arial"/>
                <a:cs typeface="Arial"/>
              </a:defRPr>
            </a:lvl6pPr>
            <a:lvl7pPr algn="l">
              <a:defRPr sz="2100" b="1">
                <a:solidFill>
                  <a:srgbClr val="822433"/>
                </a:solidFill>
                <a:latin typeface="Arial"/>
                <a:ea typeface="Arial"/>
                <a:cs typeface="Arial"/>
              </a:defRPr>
            </a:lvl7pPr>
            <a:lvl8pPr algn="l">
              <a:defRPr sz="2100" b="1">
                <a:solidFill>
                  <a:srgbClr val="822433"/>
                </a:solidFill>
                <a:latin typeface="Arial"/>
                <a:ea typeface="Arial"/>
                <a:cs typeface="Arial"/>
              </a:defRPr>
            </a:lvl8pPr>
            <a:lvl9pPr algn="l">
              <a:defRPr sz="2100" b="1">
                <a:solidFill>
                  <a:srgbClr val="822433"/>
                </a:solidFill>
                <a:latin typeface="Arial"/>
                <a:ea typeface="Arial"/>
                <a:cs typeface="Arial"/>
              </a:defRPr>
            </a:lvl9pPr>
          </a:lstStyle>
          <a:p xmlns:a="http://schemas.openxmlformats.org/drawingml/2006/main">
            <a:pPr algn="l">
              <a:defRPr sz="2100" b="1">
                <a:solidFill>
                  <a:srgbClr val="822433"/>
                </a:solidFill>
                <a:latin typeface="Arial"/>
                <a:ea typeface="Arial"/>
                <a:cs typeface="Arial"/>
              </a:defRPr>
            </a:pPr>
            <a:r>
              <a:rPr sz="2100" b="1">
                <a:solidFill>
                  <a:srgbClr val="822433"/>
                </a:solidFill>
                <a:latin typeface="Arial"/>
                <a:ea typeface="Arial"/>
                <a:cs typeface="Arial"/>
              </a:rPr>
              <a:t>The next step is testing with operational data.</a:t>
            </a:r>
          </a:p>
        </p:txBody>
      </p:sp>
      <p:sp>
        <p:nvSpPr>
          <p:cNvPr id="16" name="">
            <a:extLst xmlns:a="http://schemas.openxmlformats.org/drawingml/2006/main">
              <a:ext uri="{FF2B5EF4-FFF2-40B4-BE49-F238E27FC236}">
                <a16:creationId xmlns:a16="http://schemas.microsoft.com/office/drawing/2014/main" id="{08AB5397-A19B-42DE-9820-3A9390A0CCC3}"/>
              </a:ext>
            </a:extLst>
          </p:cNvPr>
          <p:cNvSpPr>
            <a:spLocks xmlns:a="http://schemas.openxmlformats.org/drawingml/2006/main" noGrp="1"/>
          </p:cNvSpPr>
          <p:nvPr/>
        </p:nvSpPr>
        <p:spPr>
          <a:xfrm xmlns:a="http://schemas.openxmlformats.org/drawingml/2006/main">
            <a:off x="1200150" y="5514975"/>
            <a:ext cx="728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020"/>
                </a:solidFill>
                <a:latin typeface="Arial"/>
                <a:ea typeface="Arial"/>
                <a:cs typeface="Arial"/>
              </a:defRPr>
            </a:defPPr>
            <a:lvl1pPr algn="l">
              <a:defRPr sz="1800" b="0">
                <a:solidFill>
                  <a:srgbClr val="202020"/>
                </a:solidFill>
                <a:latin typeface="Arial"/>
                <a:ea typeface="Arial"/>
                <a:cs typeface="Arial"/>
              </a:defRPr>
            </a:lvl1pPr>
            <a:lvl2pPr algn="l">
              <a:defRPr sz="1800" b="0">
                <a:solidFill>
                  <a:srgbClr val="202020"/>
                </a:solidFill>
                <a:latin typeface="Arial"/>
                <a:ea typeface="Arial"/>
                <a:cs typeface="Arial"/>
              </a:defRPr>
            </a:lvl2pPr>
            <a:lvl3pPr algn="l">
              <a:defRPr sz="1800" b="0">
                <a:solidFill>
                  <a:srgbClr val="202020"/>
                </a:solidFill>
                <a:latin typeface="Arial"/>
                <a:ea typeface="Arial"/>
                <a:cs typeface="Arial"/>
              </a:defRPr>
            </a:lvl3pPr>
            <a:lvl4pPr algn="l">
              <a:defRPr sz="1800" b="0">
                <a:solidFill>
                  <a:srgbClr val="202020"/>
                </a:solidFill>
                <a:latin typeface="Arial"/>
                <a:ea typeface="Arial"/>
                <a:cs typeface="Arial"/>
              </a:defRPr>
            </a:lvl4pPr>
            <a:lvl5pPr algn="l">
              <a:defRPr sz="1800" b="0">
                <a:solidFill>
                  <a:srgbClr val="202020"/>
                </a:solidFill>
                <a:latin typeface="Arial"/>
                <a:ea typeface="Arial"/>
                <a:cs typeface="Arial"/>
              </a:defRPr>
            </a:lvl5pPr>
            <a:lvl6pPr algn="l">
              <a:defRPr sz="1800" b="0">
                <a:solidFill>
                  <a:srgbClr val="202020"/>
                </a:solidFill>
                <a:latin typeface="Arial"/>
                <a:ea typeface="Arial"/>
                <a:cs typeface="Arial"/>
              </a:defRPr>
            </a:lvl6pPr>
            <a:lvl7pPr algn="l">
              <a:defRPr sz="1800" b="0">
                <a:solidFill>
                  <a:srgbClr val="202020"/>
                </a:solidFill>
                <a:latin typeface="Arial"/>
                <a:ea typeface="Arial"/>
                <a:cs typeface="Arial"/>
              </a:defRPr>
            </a:lvl7pPr>
            <a:lvl8pPr algn="l">
              <a:defRPr sz="1800" b="0">
                <a:solidFill>
                  <a:srgbClr val="202020"/>
                </a:solidFill>
                <a:latin typeface="Arial"/>
                <a:ea typeface="Arial"/>
                <a:cs typeface="Arial"/>
              </a:defRPr>
            </a:lvl8pPr>
            <a:lvl9pPr algn="l">
              <a:defRPr sz="1800" b="0">
                <a:solidFill>
                  <a:srgbClr val="202020"/>
                </a:solidFill>
                <a:latin typeface="Arial"/>
                <a:ea typeface="Arial"/>
                <a:cs typeface="Arial"/>
              </a:defRPr>
            </a:lvl9pPr>
          </a:lstStyle>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Measure incident detection, alert delays and runtime</a:t>
            </a:r>
          </a:p>
          <a:p xmlns:a="http://schemas.openxmlformats.org/drawingml/2006/main">
            <a:pPr algn="l">
              <a:defRPr sz="1800" b="0">
                <a:solidFill>
                  <a:srgbClr val="202020"/>
                </a:solidFill>
                <a:latin typeface="Arial"/>
                <a:ea typeface="Arial"/>
                <a:cs typeface="Arial"/>
              </a:defRPr>
            </a:pPr>
            <a:r>
              <a:rPr sz="1800" b="0">
                <a:solidFill>
                  <a:srgbClr val="202020"/>
                </a:solidFill>
                <a:latin typeface="Arial"/>
                <a:ea typeface="Arial"/>
                <a:cs typeface="Arial"/>
              </a:rPr>
              <a:t>before considering deployment.</a:t>
            </a:r>
          </a:p>
        </p:txBody>
      </p:sp>
    </p:spTree>
    <p:extLst>
      <p:ext uri="{BB962C8B-B14F-4D97-AF65-F5344CB8AC3E}">
        <p14:creationId xmlns:p14="http://schemas.microsoft.com/office/powerpoint/2010/main" val="5484416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4">
            <a:extLst xmlns:a="http://schemas.openxmlformats.org/drawingml/2006/main">
              <a:ext uri="{FF2B5EF4-FFF2-40B4-BE49-F238E27FC236}">
                <a16:creationId xmlns:a16="http://schemas.microsoft.com/office/drawing/2014/main" id="{F881F2BD-1DD4-479E-B5C2-CA191C7773F5}"/>
              </a:ext>
            </a:extLst>
          </p:cNvPr>
          <p:cNvSpPr>
            <a:spLocks xmlns:a="http://schemas.openxmlformats.org/drawingml/2006/main" noGrp="1"/>
          </p:cNvSpPr>
          <p:nvPr>
            <p:ph type="ftr" idx="2"/>
          </p:nvPr>
        </p:nvSpPr>
        <p:spPr>
          <a:xfrm xmlns:a="http://schemas.openxmlformats.org/drawingml/2006/main">
            <a:off x="1200150" y="6457950"/>
            <a:ext cx="3333750" cy="209550"/>
          </a:xfrm>
        </p:spPr>
        <p:txBody>
          <a:bodyPr xmlns:a="http://schemas.openxmlformats.org/drawingml/2006/main" lIns="0" tIns="0" rIns="0" bIns="0">
            <a:noAutofit/>
          </a:bodyPr>
          <a:lstStyle xmlns:a="http://schemas.openxmlformats.org/drawingml/2006/main"/>
          <a:p xmlns:a="http://schemas.openxmlformats.org/drawingml/2006/main">
            <a:pPr>
              <a:buNone/>
              <a:defRPr sz="1080">
                <a:solidFill>
                  <a:srgbClr val="555555"/>
                </a:solidFill>
                <a:latin typeface="Arial"/>
                <a:ea typeface="Arial"/>
                <a:cs typeface="Arial"/>
              </a:defRPr>
            </a:pPr>
            <a:r>
              <a:rPr sz="1080">
                <a:solidFill>
                  <a:srgbClr val="555555"/>
                </a:solidFill>
                <a:latin typeface="Arial"/>
                <a:ea typeface="Arial"/>
                <a:cs typeface="Arial"/>
              </a:rPr>
              <a:t>Onur Ozan Sünger</a:t>
            </a:r>
          </a:p>
        </p:txBody>
      </p:sp>
      <p:sp>
        <p:nvSpPr>
          <p:cNvPr id="3" name="PlaceHolder 5">
            <a:extLst xmlns:a="http://schemas.openxmlformats.org/drawingml/2006/main">
              <a:ext uri="{FF2B5EF4-FFF2-40B4-BE49-F238E27FC236}">
                <a16:creationId xmlns:a16="http://schemas.microsoft.com/office/drawing/2014/main" id="{BEE01AA0-23D3-4E26-9F9F-91BB1999F734}"/>
              </a:ext>
            </a:extLst>
          </p:cNvPr>
          <p:cNvSpPr>
            <a:spLocks xmlns:a="http://schemas.openxmlformats.org/drawingml/2006/main" noGrp="1"/>
          </p:cNvSpPr>
          <p:nvPr>
            <p:ph type="sldNum" idx="3"/>
          </p:nvPr>
        </p:nvSpPr>
        <p:spPr>
          <a:xfrm xmlns:a="http://schemas.openxmlformats.org/drawingml/2006/main">
            <a:off x="7343775" y="6457950"/>
            <a:ext cx="1143000" cy="209550"/>
          </a:xfrm>
        </p:spPr>
        <p:txBody>
          <a:bodyPr xmlns:a="http://schemas.openxmlformats.org/drawingml/2006/main" lIns="0" tIns="0" rIns="0" bIns="0">
            <a:noAutofit/>
          </a:bodyPr>
          <a:lstStyle xmlns:a="http://schemas.openxmlformats.org/drawingml/2006/main">
            <a:defPPr algn="r">
              <a:defRPr sz="1080">
                <a:solidFill>
                  <a:srgbClr val="555555"/>
                </a:solidFill>
                <a:latin typeface="Arial"/>
                <a:ea typeface="Arial"/>
                <a:cs typeface="Arial"/>
              </a:defRPr>
            </a:defPPr>
            <a:lvl1pPr algn="r">
              <a:defRPr sz="1080">
                <a:solidFill>
                  <a:srgbClr val="555555"/>
                </a:solidFill>
                <a:latin typeface="Arial"/>
                <a:ea typeface="Arial"/>
                <a:cs typeface="Arial"/>
              </a:defRPr>
            </a:lvl1pPr>
            <a:lvl2pPr algn="r">
              <a:defRPr sz="1080">
                <a:solidFill>
                  <a:srgbClr val="555555"/>
                </a:solidFill>
                <a:latin typeface="Arial"/>
                <a:ea typeface="Arial"/>
                <a:cs typeface="Arial"/>
              </a:defRPr>
            </a:lvl2pPr>
            <a:lvl3pPr algn="r">
              <a:defRPr sz="1080">
                <a:solidFill>
                  <a:srgbClr val="555555"/>
                </a:solidFill>
                <a:latin typeface="Arial"/>
                <a:ea typeface="Arial"/>
                <a:cs typeface="Arial"/>
              </a:defRPr>
            </a:lvl3pPr>
            <a:lvl4pPr algn="r">
              <a:defRPr sz="1080">
                <a:solidFill>
                  <a:srgbClr val="555555"/>
                </a:solidFill>
                <a:latin typeface="Arial"/>
                <a:ea typeface="Arial"/>
                <a:cs typeface="Arial"/>
              </a:defRPr>
            </a:lvl4pPr>
            <a:lvl5pPr algn="r">
              <a:defRPr sz="1080">
                <a:solidFill>
                  <a:srgbClr val="555555"/>
                </a:solidFill>
                <a:latin typeface="Arial"/>
                <a:ea typeface="Arial"/>
                <a:cs typeface="Arial"/>
              </a:defRPr>
            </a:lvl5pPr>
            <a:lvl6pPr algn="r">
              <a:defRPr sz="1080">
                <a:solidFill>
                  <a:srgbClr val="555555"/>
                </a:solidFill>
                <a:latin typeface="Arial"/>
                <a:ea typeface="Arial"/>
                <a:cs typeface="Arial"/>
              </a:defRPr>
            </a:lvl6pPr>
            <a:lvl7pPr algn="r">
              <a:defRPr sz="1080">
                <a:solidFill>
                  <a:srgbClr val="555555"/>
                </a:solidFill>
                <a:latin typeface="Arial"/>
                <a:ea typeface="Arial"/>
                <a:cs typeface="Arial"/>
              </a:defRPr>
            </a:lvl7pPr>
            <a:lvl8pPr algn="r">
              <a:defRPr sz="1080">
                <a:solidFill>
                  <a:srgbClr val="555555"/>
                </a:solidFill>
                <a:latin typeface="Arial"/>
                <a:ea typeface="Arial"/>
                <a:cs typeface="Arial"/>
              </a:defRPr>
            </a:lvl8pPr>
            <a:lvl9pPr algn="r">
              <a:defRPr sz="1080">
                <a:solidFill>
                  <a:srgbClr val="555555"/>
                </a:solidFill>
                <a:latin typeface="Arial"/>
                <a:ea typeface="Arial"/>
                <a:cs typeface="Arial"/>
              </a:defRPr>
            </a:lvl9pPr>
          </a:lstStyle>
          <a:p xmlns:a="http://schemas.openxmlformats.org/drawingml/2006/main">
            <a:pPr algn="r">
              <a:buNone/>
              <a:defRPr sz="1080">
                <a:solidFill>
                  <a:srgbClr val="555555"/>
                </a:solidFill>
                <a:latin typeface="Arial"/>
                <a:ea typeface="Arial"/>
                <a:cs typeface="Arial"/>
              </a:defRPr>
            </a:pPr>
            <a:r>
              <a:rPr sz="1080">
                <a:solidFill>
                  <a:srgbClr val="555555"/>
                </a:solidFill>
                <a:latin typeface="Arial"/>
                <a:ea typeface="Arial"/>
                <a:cs typeface="Arial"/>
              </a:rPr>
              <a:t>16 / 16</a:t>
            </a:r>
          </a:p>
        </p:txBody>
      </p:sp>
      <p:sp>
        <p:nvSpPr>
          <p:cNvPr id="4" name="PlaceHolder 6">
            <a:extLst xmlns:a="http://schemas.openxmlformats.org/drawingml/2006/main">
              <a:ext uri="{FF2B5EF4-FFF2-40B4-BE49-F238E27FC236}">
                <a16:creationId xmlns:a16="http://schemas.microsoft.com/office/drawing/2014/main" id="{DA137E6E-C24E-462A-A84C-33D072EADC34}"/>
              </a:ext>
            </a:extLst>
          </p:cNvPr>
          <p:cNvSpPr>
            <a:spLocks xmlns:a="http://schemas.openxmlformats.org/drawingml/2006/main" noGrp="1"/>
          </p:cNvSpPr>
          <p:nvPr>
            <p:ph type="dt" idx="1"/>
          </p:nvPr>
        </p:nvSpPr>
        <p:spPr>
          <a:xfrm xmlns:a="http://schemas.openxmlformats.org/drawingml/2006/main">
            <a:off x="4067175" y="6457950"/>
            <a:ext cx="1571625" cy="209550"/>
          </a:xfrm>
        </p:spPr>
        <p:txBody>
          <a:bodyPr xmlns:a="http://schemas.openxmlformats.org/drawingml/2006/main" lIns="0" tIns="0" rIns="0" bIns="0">
            <a:noAutofit/>
          </a:bodyPr>
          <a:lstStyle xmlns:a="http://schemas.openxmlformats.org/drawingml/2006/main"/>
          <a:p xmlns:a="http://schemas.openxmlformats.org/drawingml/2006/main">
            <a:pPr algn="ctr">
              <a:buNone/>
              <a:defRPr sz="1080">
                <a:solidFill>
                  <a:srgbClr val="555555"/>
                </a:solidFill>
                <a:latin typeface="Arial"/>
                <a:ea typeface="Arial"/>
                <a:cs typeface="Arial"/>
              </a:defRPr>
            </a:pPr>
            <a:r>
              <a:rPr sz="1080">
                <a:solidFill>
                  <a:srgbClr val="555555"/>
                </a:solidFill>
                <a:latin typeface="Arial"/>
                <a:ea typeface="Arial"/>
                <a:cs typeface="Arial"/>
              </a:rPr>
              <a:t>2025–2026</a:t>
            </a:r>
          </a:p>
        </p:txBody>
      </p:sp>
      <p:sp>
        <p:nvSpPr>
          <p:cNvPr id="5" name="">
            <a:extLst xmlns:a="http://schemas.openxmlformats.org/drawingml/2006/main">
              <a:ext uri="{FF2B5EF4-FFF2-40B4-BE49-F238E27FC236}">
                <a16:creationId xmlns:a16="http://schemas.microsoft.com/office/drawing/2014/main" id="{BF3E2299-ED35-46B0-8DC1-240979A5478C}"/>
              </a:ext>
            </a:extLst>
          </p:cNvPr>
          <p:cNvSpPr>
            <a:spLocks xmlns:a="http://schemas.openxmlformats.org/drawingml/2006/main" noGrp="1"/>
          </p:cNvSpPr>
          <p:nvPr/>
        </p:nvSpPr>
        <p:spPr>
          <a:xfrm xmlns:a="http://schemas.openxmlformats.org/drawingml/2006/main">
            <a:off x="1200150" y="2552700"/>
            <a:ext cx="728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400" b="1">
                <a:solidFill>
                  <a:srgbClr val="822433"/>
                </a:solidFill>
                <a:latin typeface="Arial"/>
                <a:ea typeface="Arial"/>
                <a:cs typeface="Arial"/>
              </a:defRPr>
            </a:defPPr>
            <a:lvl1pPr algn="ctr">
              <a:defRPr sz="3400" b="1">
                <a:solidFill>
                  <a:srgbClr val="822433"/>
                </a:solidFill>
                <a:latin typeface="Arial"/>
                <a:ea typeface="Arial"/>
                <a:cs typeface="Arial"/>
              </a:defRPr>
            </a:lvl1pPr>
            <a:lvl2pPr algn="ctr">
              <a:defRPr sz="3400" b="1">
                <a:solidFill>
                  <a:srgbClr val="822433"/>
                </a:solidFill>
                <a:latin typeface="Arial"/>
                <a:ea typeface="Arial"/>
                <a:cs typeface="Arial"/>
              </a:defRPr>
            </a:lvl2pPr>
            <a:lvl3pPr algn="ctr">
              <a:defRPr sz="3400" b="1">
                <a:solidFill>
                  <a:srgbClr val="822433"/>
                </a:solidFill>
                <a:latin typeface="Arial"/>
                <a:ea typeface="Arial"/>
                <a:cs typeface="Arial"/>
              </a:defRPr>
            </a:lvl3pPr>
            <a:lvl4pPr algn="ctr">
              <a:defRPr sz="3400" b="1">
                <a:solidFill>
                  <a:srgbClr val="822433"/>
                </a:solidFill>
                <a:latin typeface="Arial"/>
                <a:ea typeface="Arial"/>
                <a:cs typeface="Arial"/>
              </a:defRPr>
            </a:lvl4pPr>
            <a:lvl5pPr algn="ctr">
              <a:defRPr sz="3400" b="1">
                <a:solidFill>
                  <a:srgbClr val="822433"/>
                </a:solidFill>
                <a:latin typeface="Arial"/>
                <a:ea typeface="Arial"/>
                <a:cs typeface="Arial"/>
              </a:defRPr>
            </a:lvl5pPr>
            <a:lvl6pPr algn="ctr">
              <a:defRPr sz="3400" b="1">
                <a:solidFill>
                  <a:srgbClr val="822433"/>
                </a:solidFill>
                <a:latin typeface="Arial"/>
                <a:ea typeface="Arial"/>
                <a:cs typeface="Arial"/>
              </a:defRPr>
            </a:lvl6pPr>
            <a:lvl7pPr algn="ctr">
              <a:defRPr sz="3400" b="1">
                <a:solidFill>
                  <a:srgbClr val="822433"/>
                </a:solidFill>
                <a:latin typeface="Arial"/>
                <a:ea typeface="Arial"/>
                <a:cs typeface="Arial"/>
              </a:defRPr>
            </a:lvl7pPr>
            <a:lvl8pPr algn="ctr">
              <a:defRPr sz="3400" b="1">
                <a:solidFill>
                  <a:srgbClr val="822433"/>
                </a:solidFill>
                <a:latin typeface="Arial"/>
                <a:ea typeface="Arial"/>
                <a:cs typeface="Arial"/>
              </a:defRPr>
            </a:lvl8pPr>
            <a:lvl9pPr algn="ctr">
              <a:defRPr sz="3400" b="1">
                <a:solidFill>
                  <a:srgbClr val="822433"/>
                </a:solidFill>
                <a:latin typeface="Arial"/>
                <a:ea typeface="Arial"/>
                <a:cs typeface="Arial"/>
              </a:defRPr>
            </a:lvl9pPr>
          </a:lstStyle>
          <a:p xmlns:a="http://schemas.openxmlformats.org/drawingml/2006/main">
            <a:pPr algn="ctr">
              <a:defRPr sz="3400" b="1">
                <a:solidFill>
                  <a:srgbClr val="822433"/>
                </a:solidFill>
                <a:latin typeface="Arial"/>
                <a:ea typeface="Arial"/>
                <a:cs typeface="Arial"/>
              </a:defRPr>
            </a:pPr>
            <a:r>
              <a:rPr sz="3400" b="1">
                <a:solidFill>
                  <a:srgbClr val="822433"/>
                </a:solidFill>
                <a:latin typeface="Arial"/>
                <a:ea typeface="Arial"/>
                <a:cs typeface="Arial"/>
              </a:rPr>
              <a:t>Thank you for your attention.</a:t>
            </a:r>
          </a:p>
        </p:txBody>
      </p:sp>
      <p:sp>
        <p:nvSpPr>
          <p:cNvPr id="6" name="">
            <a:extLst xmlns:a="http://schemas.openxmlformats.org/drawingml/2006/main">
              <a:ext uri="{FF2B5EF4-FFF2-40B4-BE49-F238E27FC236}">
                <a16:creationId xmlns:a16="http://schemas.microsoft.com/office/drawing/2014/main" id="{6F5B63A2-A6D4-4DF7-A850-D0052EAAD7F2}"/>
              </a:ext>
            </a:extLst>
          </p:cNvPr>
          <p:cNvSpPr>
            <a:spLocks xmlns:a="http://schemas.openxmlformats.org/drawingml/2006/main" noGrp="1"/>
          </p:cNvSpPr>
          <p:nvPr/>
        </p:nvSpPr>
        <p:spPr>
          <a:xfrm xmlns:a="http://schemas.openxmlformats.org/drawingml/2006/main">
            <a:off x="1200150" y="3505200"/>
            <a:ext cx="728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202020"/>
                </a:solidFill>
                <a:latin typeface="Arial"/>
                <a:ea typeface="Arial"/>
                <a:cs typeface="Arial"/>
              </a:defRPr>
            </a:defPPr>
            <a:lvl1pPr algn="ctr">
              <a:defRPr sz="2250" b="0">
                <a:solidFill>
                  <a:srgbClr val="202020"/>
                </a:solidFill>
                <a:latin typeface="Arial"/>
                <a:ea typeface="Arial"/>
                <a:cs typeface="Arial"/>
              </a:defRPr>
            </a:lvl1pPr>
            <a:lvl2pPr algn="ctr">
              <a:defRPr sz="2250" b="0">
                <a:solidFill>
                  <a:srgbClr val="202020"/>
                </a:solidFill>
                <a:latin typeface="Arial"/>
                <a:ea typeface="Arial"/>
                <a:cs typeface="Arial"/>
              </a:defRPr>
            </a:lvl2pPr>
            <a:lvl3pPr algn="ctr">
              <a:defRPr sz="2250" b="0">
                <a:solidFill>
                  <a:srgbClr val="202020"/>
                </a:solidFill>
                <a:latin typeface="Arial"/>
                <a:ea typeface="Arial"/>
                <a:cs typeface="Arial"/>
              </a:defRPr>
            </a:lvl3pPr>
            <a:lvl4pPr algn="ctr">
              <a:defRPr sz="2250" b="0">
                <a:solidFill>
                  <a:srgbClr val="202020"/>
                </a:solidFill>
                <a:latin typeface="Arial"/>
                <a:ea typeface="Arial"/>
                <a:cs typeface="Arial"/>
              </a:defRPr>
            </a:lvl4pPr>
            <a:lvl5pPr algn="ctr">
              <a:defRPr sz="2250" b="0">
                <a:solidFill>
                  <a:srgbClr val="202020"/>
                </a:solidFill>
                <a:latin typeface="Arial"/>
                <a:ea typeface="Arial"/>
                <a:cs typeface="Arial"/>
              </a:defRPr>
            </a:lvl5pPr>
            <a:lvl6pPr algn="ctr">
              <a:defRPr sz="2250" b="0">
                <a:solidFill>
                  <a:srgbClr val="202020"/>
                </a:solidFill>
                <a:latin typeface="Arial"/>
                <a:ea typeface="Arial"/>
                <a:cs typeface="Arial"/>
              </a:defRPr>
            </a:lvl6pPr>
            <a:lvl7pPr algn="ctr">
              <a:defRPr sz="2250" b="0">
                <a:solidFill>
                  <a:srgbClr val="202020"/>
                </a:solidFill>
                <a:latin typeface="Arial"/>
                <a:ea typeface="Arial"/>
                <a:cs typeface="Arial"/>
              </a:defRPr>
            </a:lvl7pPr>
            <a:lvl8pPr algn="ctr">
              <a:defRPr sz="2250" b="0">
                <a:solidFill>
                  <a:srgbClr val="202020"/>
                </a:solidFill>
                <a:latin typeface="Arial"/>
                <a:ea typeface="Arial"/>
                <a:cs typeface="Arial"/>
              </a:defRPr>
            </a:lvl8pPr>
            <a:lvl9pPr algn="ctr">
              <a:defRPr sz="2250" b="0">
                <a:solidFill>
                  <a:srgbClr val="202020"/>
                </a:solidFill>
                <a:latin typeface="Arial"/>
                <a:ea typeface="Arial"/>
                <a:cs typeface="Arial"/>
              </a:defRPr>
            </a:lvl9pPr>
          </a:lstStyle>
          <a:p xmlns:a="http://schemas.openxmlformats.org/drawingml/2006/main">
            <a:pPr algn="ctr">
              <a:defRPr sz="2250" b="0">
                <a:solidFill>
                  <a:srgbClr val="202020"/>
                </a:solidFill>
                <a:latin typeface="Arial"/>
                <a:ea typeface="Arial"/>
                <a:cs typeface="Arial"/>
              </a:defRPr>
            </a:pPr>
            <a:r>
              <a:rPr sz="2250" b="0">
                <a:solidFill>
                  <a:srgbClr val="202020"/>
                </a:solidFill>
                <a:latin typeface="Arial"/>
                <a:ea typeface="Arial"/>
                <a:cs typeface="Arial"/>
              </a:rPr>
              <a:t>Any questions?</a:t>
            </a:r>
          </a:p>
        </p:txBody>
      </p:sp>
    </p:spTree>
    <p:extLst>
      <p:ext uri="{BB962C8B-B14F-4D97-AF65-F5344CB8AC3E}">
        <p14:creationId xmlns:p14="http://schemas.microsoft.com/office/powerpoint/2010/main" val="548441600"/>
      </p:ext>
    </p:extLst>
  </p:cSld>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822433"/>
      </a:accent1>
      <a:accent2>
        <a:srgbClr val="9B9B9B"/>
      </a:accent2>
      <a:accent3>
        <a:srgbClr val="B79097"/>
      </a:accent3>
      <a:accent4>
        <a:srgbClr val="CBCBCB"/>
      </a:accent4>
      <a:accent5>
        <a:srgbClr val="4A4A4A"/>
      </a:accent5>
      <a:accent6>
        <a:srgbClr val="EFE8EA"/>
      </a:accent6>
      <a:hlink>
        <a:srgbClr val="822433"/>
      </a:hlink>
      <a:folHlink>
        <a:srgbClr val="822433"/>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Onur Ozan Sünger</dc:creator>
  <lastModifiedBy>Onur Ozan Sünger</lastModifiedBy>
  <dc:title>MSc Thesis Defence: Sensor-Attack Detection in Water Distribution Networks</dc:title>
  <dcterms:created xsi:type="dcterms:W3CDTF">2026-10-20T16:16:24.8430000Z</dcterms:created>
  <dcterms:modified xsi:type="dcterms:W3CDTF">2026-10-20T16:16:24.8430000Z</dcterms:modified>
</coreProperties>
</file>